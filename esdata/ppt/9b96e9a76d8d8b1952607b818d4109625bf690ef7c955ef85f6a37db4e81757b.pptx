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351" r:id="rId2"/>
    <p:sldId id="385" r:id="rId3"/>
    <p:sldId id="353" r:id="rId4"/>
    <p:sldId id="354" r:id="rId5"/>
    <p:sldId id="356" r:id="rId6"/>
    <p:sldId id="335" r:id="rId7"/>
    <p:sldId id="275" r:id="rId8"/>
    <p:sldId id="357" r:id="rId9"/>
    <p:sldId id="364" r:id="rId10"/>
    <p:sldId id="365" r:id="rId11"/>
    <p:sldId id="387" r:id="rId12"/>
    <p:sldId id="368" r:id="rId13"/>
    <p:sldId id="366" r:id="rId14"/>
    <p:sldId id="367" r:id="rId15"/>
    <p:sldId id="369" r:id="rId16"/>
    <p:sldId id="370" r:id="rId17"/>
    <p:sldId id="371" r:id="rId18"/>
    <p:sldId id="372" r:id="rId19"/>
    <p:sldId id="388" r:id="rId20"/>
    <p:sldId id="394" r:id="rId21"/>
    <p:sldId id="390" r:id="rId22"/>
    <p:sldId id="373" r:id="rId23"/>
    <p:sldId id="377" r:id="rId24"/>
    <p:sldId id="378" r:id="rId25"/>
    <p:sldId id="379" r:id="rId26"/>
    <p:sldId id="380" r:id="rId27"/>
    <p:sldId id="391" r:id="rId28"/>
    <p:sldId id="381" r:id="rId29"/>
    <p:sldId id="382" r:id="rId30"/>
    <p:sldId id="383" r:id="rId31"/>
    <p:sldId id="389" r:id="rId32"/>
    <p:sldId id="392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AEB5"/>
    <a:srgbClr val="FFC233"/>
    <a:srgbClr val="F15B67"/>
    <a:srgbClr val="26514B"/>
    <a:srgbClr val="FBC852"/>
    <a:srgbClr val="85898F"/>
    <a:srgbClr val="EA5541"/>
    <a:srgbClr val="58B69E"/>
    <a:srgbClr val="50B4E7"/>
    <a:srgbClr val="292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35" autoAdjust="0"/>
    <p:restoredTop sz="96395" autoAdjust="0"/>
  </p:normalViewPr>
  <p:slideViewPr>
    <p:cSldViewPr snapToGrid="0">
      <p:cViewPr varScale="1">
        <p:scale>
          <a:sx n="115" d="100"/>
          <a:sy n="115" d="100"/>
        </p:scale>
        <p:origin x="163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6C5B2-0240-4C68-A129-A268E8602E9D}" type="datetimeFigureOut">
              <a:rPr lang="en-US" smtClean="0"/>
              <a:t>12/17/2016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C6200-15D8-4533-8096-E953776B0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3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C6200-15D8-4533-8096-E953776B0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5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 userDrawn="1"/>
        </p:nvSpPr>
        <p:spPr>
          <a:xfrm>
            <a:off x="0" y="0"/>
            <a:ext cx="9144000" cy="58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5658" y="1584664"/>
            <a:ext cx="6792684" cy="1772070"/>
          </a:xfrm>
        </p:spPr>
        <p:txBody>
          <a:bodyPr anchor="b">
            <a:normAutofit/>
          </a:bodyPr>
          <a:lstStyle>
            <a:lvl1pPr algn="ctr">
              <a:defRPr sz="3600" baseline="0"/>
            </a:lvl1pPr>
          </a:lstStyle>
          <a:p>
            <a:r>
              <a:rPr lang="en-US" smtClean="0"/>
              <a:t>TITLE HERE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02567" y="3575012"/>
            <a:ext cx="33886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>
            <a:grpSpLocks/>
          </p:cNvGrpSpPr>
          <p:nvPr userDrawn="1"/>
        </p:nvGrpSpPr>
        <p:grpSpPr>
          <a:xfrm>
            <a:off x="1588" y="1351915"/>
            <a:ext cx="1247775" cy="2879725"/>
            <a:chOff x="4952858" y="1717675"/>
            <a:chExt cx="1016000" cy="2339975"/>
          </a:xfrm>
        </p:grpSpPr>
        <p:grpSp>
          <p:nvGrpSpPr>
            <p:cNvPr id="29" name="Group 28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58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9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0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1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56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7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54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5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2" name="Group 31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52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3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3" name="Group 32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50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1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4" name="Group 33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48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9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5" name="Group 34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44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5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6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7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6" name="Group 35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40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1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2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3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7" name="Group 36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38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9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  <p:grpSp>
        <p:nvGrpSpPr>
          <p:cNvPr id="62" name="Group 61"/>
          <p:cNvGrpSpPr>
            <a:grpSpLocks/>
          </p:cNvGrpSpPr>
          <p:nvPr userDrawn="1"/>
        </p:nvGrpSpPr>
        <p:grpSpPr>
          <a:xfrm flipH="1">
            <a:off x="7896225" y="1351915"/>
            <a:ext cx="1247775" cy="2879725"/>
            <a:chOff x="4952858" y="1717675"/>
            <a:chExt cx="1016000" cy="2339975"/>
          </a:xfrm>
        </p:grpSpPr>
        <p:grpSp>
          <p:nvGrpSpPr>
            <p:cNvPr id="63" name="Group 62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92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3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4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5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90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1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5" name="Group 64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88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9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86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7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84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5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8" name="Group 67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82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3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78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9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0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1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74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5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6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7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72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3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09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5658" y="1584664"/>
            <a:ext cx="6792684" cy="1772070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fa-IR" dirty="0" smtClean="0"/>
              <a:t>موضوع فصل 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02567" y="3575012"/>
            <a:ext cx="33886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/>
          <p:cNvGrpSpPr>
            <a:grpSpLocks/>
          </p:cNvGrpSpPr>
          <p:nvPr userDrawn="1"/>
        </p:nvGrpSpPr>
        <p:grpSpPr>
          <a:xfrm>
            <a:off x="1588" y="1351915"/>
            <a:ext cx="1247775" cy="2879725"/>
            <a:chOff x="4952858" y="1717675"/>
            <a:chExt cx="1016000" cy="2339975"/>
          </a:xfrm>
        </p:grpSpPr>
        <p:grpSp>
          <p:nvGrpSpPr>
            <p:cNvPr id="29" name="Group 28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58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9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0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1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56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7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54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5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2" name="Group 31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52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3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3" name="Group 32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50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1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4" name="Group 33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48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9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5" name="Group 34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44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5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6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7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6" name="Group 35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40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1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2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3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7" name="Group 36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38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9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  <p:grpSp>
        <p:nvGrpSpPr>
          <p:cNvPr id="62" name="Group 61"/>
          <p:cNvGrpSpPr>
            <a:grpSpLocks/>
          </p:cNvGrpSpPr>
          <p:nvPr userDrawn="1"/>
        </p:nvGrpSpPr>
        <p:grpSpPr>
          <a:xfrm flipH="1">
            <a:off x="7896225" y="1351915"/>
            <a:ext cx="1247775" cy="2879725"/>
            <a:chOff x="4952858" y="1717675"/>
            <a:chExt cx="1016000" cy="2339975"/>
          </a:xfrm>
        </p:grpSpPr>
        <p:grpSp>
          <p:nvGrpSpPr>
            <p:cNvPr id="63" name="Group 62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92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3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4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5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90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1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5" name="Group 64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88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9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86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7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84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5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8" name="Group 67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82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3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78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9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0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1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74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5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6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7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72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3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852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42"/>
          <p:cNvSpPr>
            <a:spLocks/>
          </p:cNvSpPr>
          <p:nvPr userDrawn="1"/>
        </p:nvSpPr>
        <p:spPr bwMode="auto">
          <a:xfrm>
            <a:off x="360363" y="358775"/>
            <a:ext cx="8423275" cy="6140450"/>
          </a:xfrm>
          <a:custGeom>
            <a:avLst/>
            <a:gdLst>
              <a:gd name="T0" fmla="*/ 2654 w 2654"/>
              <a:gd name="T1" fmla="*/ 1934 h 1934"/>
              <a:gd name="T2" fmla="*/ 114 w 2654"/>
              <a:gd name="T3" fmla="*/ 1934 h 1934"/>
              <a:gd name="T4" fmla="*/ 0 w 2654"/>
              <a:gd name="T5" fmla="*/ 1820 h 1934"/>
              <a:gd name="T6" fmla="*/ 0 w 2654"/>
              <a:gd name="T7" fmla="*/ 0 h 1934"/>
              <a:gd name="T8" fmla="*/ 2540 w 2654"/>
              <a:gd name="T9" fmla="*/ 0 h 1934"/>
              <a:gd name="T10" fmla="*/ 2654 w 2654"/>
              <a:gd name="T11" fmla="*/ 114 h 1934"/>
              <a:gd name="T12" fmla="*/ 2654 w 2654"/>
              <a:gd name="T13" fmla="*/ 1934 h 1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54" h="1934">
                <a:moveTo>
                  <a:pt x="2654" y="1934"/>
                </a:moveTo>
                <a:cubicBezTo>
                  <a:pt x="114" y="1934"/>
                  <a:pt x="114" y="1934"/>
                  <a:pt x="114" y="1934"/>
                </a:cubicBezTo>
                <a:cubicBezTo>
                  <a:pt x="69" y="1889"/>
                  <a:pt x="45" y="1865"/>
                  <a:pt x="0" y="1820"/>
                </a:cubicBezTo>
                <a:cubicBezTo>
                  <a:pt x="0" y="0"/>
                  <a:pt x="0" y="0"/>
                  <a:pt x="0" y="0"/>
                </a:cubicBezTo>
                <a:cubicBezTo>
                  <a:pt x="2540" y="0"/>
                  <a:pt x="2540" y="0"/>
                  <a:pt x="2540" y="0"/>
                </a:cubicBezTo>
                <a:cubicBezTo>
                  <a:pt x="2585" y="45"/>
                  <a:pt x="2609" y="69"/>
                  <a:pt x="2654" y="114"/>
                </a:cubicBezTo>
                <a:lnTo>
                  <a:pt x="2654" y="1934"/>
                </a:lnTo>
                <a:close/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31913" y="1332802"/>
            <a:ext cx="6480175" cy="593682"/>
          </a:xfr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fa-IR" dirty="0" smtClean="0"/>
              <a:t>مقدمه</a:t>
            </a:r>
            <a:endParaRPr lang="en-US" dirty="0"/>
          </a:p>
        </p:txBody>
      </p:sp>
      <p:cxnSp>
        <p:nvCxnSpPr>
          <p:cNvPr id="19" name="Straight Connector 18"/>
          <p:cNvCxnSpPr>
            <a:cxnSpLocks/>
          </p:cNvCxnSpPr>
          <p:nvPr userDrawn="1"/>
        </p:nvCxnSpPr>
        <p:spPr>
          <a:xfrm>
            <a:off x="1331913" y="2723033"/>
            <a:ext cx="6480175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1331913" y="1988984"/>
            <a:ext cx="6480175" cy="62443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aseline="0">
                <a:solidFill>
                  <a:schemeClr val="bg1">
                    <a:alpha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fa-IR" dirty="0" smtClean="0"/>
              <a:t>متن پیش نویس 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6714000"/>
            <a:ext cx="9144000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>
            <a:grpSpLocks/>
          </p:cNvGrpSpPr>
          <p:nvPr userDrawn="1"/>
        </p:nvGrpSpPr>
        <p:grpSpPr>
          <a:xfrm>
            <a:off x="1588" y="908050"/>
            <a:ext cx="790575" cy="1831975"/>
            <a:chOff x="4952858" y="1717675"/>
            <a:chExt cx="1016000" cy="2339975"/>
          </a:xfrm>
        </p:grpSpPr>
        <p:grpSp>
          <p:nvGrpSpPr>
            <p:cNvPr id="24" name="Group 23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61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2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3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4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59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60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4" name="Group 33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57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8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5" name="Group 34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55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6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6" name="Group 35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53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4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7" name="Group 36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51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2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8" name="Group 37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47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8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9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0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43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4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5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6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40" name="Group 39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41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2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  <p:grpSp>
        <p:nvGrpSpPr>
          <p:cNvPr id="67" name="Group 66"/>
          <p:cNvGrpSpPr>
            <a:grpSpLocks/>
          </p:cNvGrpSpPr>
          <p:nvPr userDrawn="1"/>
        </p:nvGrpSpPr>
        <p:grpSpPr>
          <a:xfrm flipH="1">
            <a:off x="8353425" y="908050"/>
            <a:ext cx="790575" cy="1831975"/>
            <a:chOff x="4952858" y="1717675"/>
            <a:chExt cx="1016000" cy="2339975"/>
          </a:xfrm>
        </p:grpSpPr>
        <p:grpSp>
          <p:nvGrpSpPr>
            <p:cNvPr id="68" name="Group 67"/>
            <p:cNvGrpSpPr/>
            <p:nvPr userDrawn="1"/>
          </p:nvGrpSpPr>
          <p:grpSpPr>
            <a:xfrm>
              <a:off x="4952858" y="3181350"/>
              <a:ext cx="1016000" cy="584200"/>
              <a:chOff x="3413126" y="3181350"/>
              <a:chExt cx="1016000" cy="584200"/>
            </a:xfrm>
          </p:grpSpPr>
          <p:sp>
            <p:nvSpPr>
              <p:cNvPr id="97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8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9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100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4952858" y="2889250"/>
              <a:ext cx="508000" cy="584200"/>
              <a:chOff x="3413126" y="2889250"/>
              <a:chExt cx="508000" cy="584200"/>
            </a:xfrm>
          </p:grpSpPr>
          <p:sp>
            <p:nvSpPr>
              <p:cNvPr id="95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6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4952858" y="2305050"/>
              <a:ext cx="508000" cy="584200"/>
              <a:chOff x="3413126" y="2305050"/>
              <a:chExt cx="508000" cy="584200"/>
            </a:xfrm>
          </p:grpSpPr>
          <p:sp>
            <p:nvSpPr>
              <p:cNvPr id="93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4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5460858" y="2889250"/>
              <a:ext cx="508000" cy="584200"/>
              <a:chOff x="3921126" y="2889250"/>
              <a:chExt cx="508000" cy="584200"/>
            </a:xfrm>
          </p:grpSpPr>
          <p:sp>
            <p:nvSpPr>
              <p:cNvPr id="91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2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2" name="Group 71"/>
            <p:cNvGrpSpPr/>
            <p:nvPr userDrawn="1"/>
          </p:nvGrpSpPr>
          <p:grpSpPr>
            <a:xfrm>
              <a:off x="4952858" y="3473450"/>
              <a:ext cx="508000" cy="584200"/>
              <a:chOff x="3413126" y="3473450"/>
              <a:chExt cx="508000" cy="584200"/>
            </a:xfrm>
          </p:grpSpPr>
          <p:sp>
            <p:nvSpPr>
              <p:cNvPr id="89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90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5460858" y="2305050"/>
              <a:ext cx="508000" cy="584200"/>
              <a:chOff x="3921126" y="2305050"/>
              <a:chExt cx="508000" cy="584200"/>
            </a:xfrm>
          </p:grpSpPr>
          <p:sp>
            <p:nvSpPr>
              <p:cNvPr id="87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8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4" name="Group 73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83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4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5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6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5" name="Group 74"/>
            <p:cNvGrpSpPr/>
            <p:nvPr userDrawn="1"/>
          </p:nvGrpSpPr>
          <p:grpSpPr>
            <a:xfrm>
              <a:off x="4952858" y="2012950"/>
              <a:ext cx="1016000" cy="584200"/>
              <a:chOff x="3413126" y="2012950"/>
              <a:chExt cx="1016000" cy="584200"/>
            </a:xfrm>
          </p:grpSpPr>
          <p:sp>
            <p:nvSpPr>
              <p:cNvPr id="79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0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1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82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76" name="Group 75"/>
            <p:cNvGrpSpPr/>
            <p:nvPr userDrawn="1"/>
          </p:nvGrpSpPr>
          <p:grpSpPr>
            <a:xfrm>
              <a:off x="4952858" y="1717675"/>
              <a:ext cx="508000" cy="587375"/>
              <a:chOff x="3413126" y="1717675"/>
              <a:chExt cx="508000" cy="587375"/>
            </a:xfrm>
          </p:grpSpPr>
          <p:sp>
            <p:nvSpPr>
              <p:cNvPr id="77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78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194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4921">
          <p15:clr>
            <a:srgbClr val="FBAE40"/>
          </p15:clr>
        </p15:guide>
        <p15:guide id="4" orient="horz" pos="572">
          <p15:clr>
            <a:srgbClr val="FBAE40"/>
          </p15:clr>
        </p15:guide>
        <p15:guide id="5" pos="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42"/>
          <p:cNvSpPr>
            <a:spLocks/>
          </p:cNvSpPr>
          <p:nvPr userDrawn="1"/>
        </p:nvSpPr>
        <p:spPr bwMode="auto">
          <a:xfrm>
            <a:off x="360363" y="358775"/>
            <a:ext cx="8423275" cy="6140450"/>
          </a:xfrm>
          <a:custGeom>
            <a:avLst/>
            <a:gdLst>
              <a:gd name="T0" fmla="*/ 2654 w 2654"/>
              <a:gd name="T1" fmla="*/ 1934 h 1934"/>
              <a:gd name="T2" fmla="*/ 114 w 2654"/>
              <a:gd name="T3" fmla="*/ 1934 h 1934"/>
              <a:gd name="T4" fmla="*/ 0 w 2654"/>
              <a:gd name="T5" fmla="*/ 1820 h 1934"/>
              <a:gd name="T6" fmla="*/ 0 w 2654"/>
              <a:gd name="T7" fmla="*/ 0 h 1934"/>
              <a:gd name="T8" fmla="*/ 2540 w 2654"/>
              <a:gd name="T9" fmla="*/ 0 h 1934"/>
              <a:gd name="T10" fmla="*/ 2654 w 2654"/>
              <a:gd name="T11" fmla="*/ 114 h 1934"/>
              <a:gd name="T12" fmla="*/ 2654 w 2654"/>
              <a:gd name="T13" fmla="*/ 1934 h 1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54" h="1934">
                <a:moveTo>
                  <a:pt x="2654" y="1934"/>
                </a:moveTo>
                <a:cubicBezTo>
                  <a:pt x="114" y="1934"/>
                  <a:pt x="114" y="1934"/>
                  <a:pt x="114" y="1934"/>
                </a:cubicBezTo>
                <a:cubicBezTo>
                  <a:pt x="69" y="1889"/>
                  <a:pt x="45" y="1865"/>
                  <a:pt x="0" y="1820"/>
                </a:cubicBezTo>
                <a:cubicBezTo>
                  <a:pt x="0" y="0"/>
                  <a:pt x="0" y="0"/>
                  <a:pt x="0" y="0"/>
                </a:cubicBezTo>
                <a:cubicBezTo>
                  <a:pt x="2540" y="0"/>
                  <a:pt x="2540" y="0"/>
                  <a:pt x="2540" y="0"/>
                </a:cubicBezTo>
                <a:cubicBezTo>
                  <a:pt x="2585" y="45"/>
                  <a:pt x="2609" y="69"/>
                  <a:pt x="2654" y="114"/>
                </a:cubicBezTo>
                <a:lnTo>
                  <a:pt x="2654" y="193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2" name="Group 21"/>
          <p:cNvGrpSpPr>
            <a:grpSpLocks/>
          </p:cNvGrpSpPr>
          <p:nvPr userDrawn="1"/>
        </p:nvGrpSpPr>
        <p:grpSpPr>
          <a:xfrm>
            <a:off x="1588" y="0"/>
            <a:ext cx="2159000" cy="2495550"/>
            <a:chOff x="1588" y="4134014"/>
            <a:chExt cx="1016000" cy="1168400"/>
          </a:xfrm>
        </p:grpSpPr>
        <p:grpSp>
          <p:nvGrpSpPr>
            <p:cNvPr id="42" name="Group 41"/>
            <p:cNvGrpSpPr/>
            <p:nvPr userDrawn="1"/>
          </p:nvGrpSpPr>
          <p:grpSpPr>
            <a:xfrm>
              <a:off x="1588" y="4426114"/>
              <a:ext cx="1016000" cy="584200"/>
              <a:chOff x="3413126" y="3181350"/>
              <a:chExt cx="1016000" cy="584200"/>
            </a:xfrm>
          </p:grpSpPr>
          <p:sp>
            <p:nvSpPr>
              <p:cNvPr id="54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5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6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7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43" name="Group 42"/>
            <p:cNvGrpSpPr/>
            <p:nvPr userDrawn="1"/>
          </p:nvGrpSpPr>
          <p:grpSpPr>
            <a:xfrm>
              <a:off x="1588" y="4134014"/>
              <a:ext cx="508000" cy="584200"/>
              <a:chOff x="3413126" y="2889250"/>
              <a:chExt cx="508000" cy="584200"/>
            </a:xfrm>
          </p:grpSpPr>
          <p:sp>
            <p:nvSpPr>
              <p:cNvPr id="52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3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>
              <a:off x="509588" y="4134014"/>
              <a:ext cx="508000" cy="584200"/>
              <a:chOff x="3921126" y="2889250"/>
              <a:chExt cx="508000" cy="584200"/>
            </a:xfrm>
          </p:grpSpPr>
          <p:sp>
            <p:nvSpPr>
              <p:cNvPr id="50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1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45" name="Group 44"/>
            <p:cNvGrpSpPr/>
            <p:nvPr userDrawn="1"/>
          </p:nvGrpSpPr>
          <p:grpSpPr>
            <a:xfrm>
              <a:off x="1588" y="4718214"/>
              <a:ext cx="508000" cy="584200"/>
              <a:chOff x="3413126" y="3473450"/>
              <a:chExt cx="508000" cy="584200"/>
            </a:xfrm>
          </p:grpSpPr>
          <p:sp>
            <p:nvSpPr>
              <p:cNvPr id="48" name="Freeform 5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9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sp>
          <p:nvSpPr>
            <p:cNvPr id="46" name="Freeform 59"/>
            <p:cNvSpPr>
              <a:spLocks/>
            </p:cNvSpPr>
            <p:nvPr userDrawn="1"/>
          </p:nvSpPr>
          <p:spPr bwMode="auto">
            <a:xfrm>
              <a:off x="509588" y="4134014"/>
              <a:ext cx="508000" cy="292100"/>
            </a:xfrm>
            <a:custGeom>
              <a:avLst/>
              <a:gdLst>
                <a:gd name="T0" fmla="*/ 0 w 320"/>
                <a:gd name="T1" fmla="*/ 184 h 184"/>
                <a:gd name="T2" fmla="*/ 0 w 320"/>
                <a:gd name="T3" fmla="*/ 184 h 184"/>
                <a:gd name="T4" fmla="*/ 320 w 320"/>
                <a:gd name="T5" fmla="*/ 0 h 184"/>
                <a:gd name="T6" fmla="*/ 0 w 320"/>
                <a:gd name="T7" fmla="*/ 0 h 184"/>
                <a:gd name="T8" fmla="*/ 0 w 320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84">
                  <a:moveTo>
                    <a:pt x="0" y="184"/>
                  </a:moveTo>
                  <a:lnTo>
                    <a:pt x="0" y="184"/>
                  </a:lnTo>
                  <a:lnTo>
                    <a:pt x="320" y="0"/>
                  </a:lnTo>
                  <a:lnTo>
                    <a:pt x="0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47" name="Freeform 60"/>
            <p:cNvSpPr>
              <a:spLocks/>
            </p:cNvSpPr>
            <p:nvPr userDrawn="1"/>
          </p:nvSpPr>
          <p:spPr bwMode="auto">
            <a:xfrm>
              <a:off x="1588" y="4134014"/>
              <a:ext cx="508000" cy="292100"/>
            </a:xfrm>
            <a:custGeom>
              <a:avLst/>
              <a:gdLst>
                <a:gd name="T0" fmla="*/ 78 w 320"/>
                <a:gd name="T1" fmla="*/ 44 h 184"/>
                <a:gd name="T2" fmla="*/ 320 w 320"/>
                <a:gd name="T3" fmla="*/ 184 h 184"/>
                <a:gd name="T4" fmla="*/ 320 w 320"/>
                <a:gd name="T5" fmla="*/ 0 h 184"/>
                <a:gd name="T6" fmla="*/ 0 w 320"/>
                <a:gd name="T7" fmla="*/ 0 h 184"/>
                <a:gd name="T8" fmla="*/ 78 w 320"/>
                <a:gd name="T9" fmla="*/ 4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84">
                  <a:moveTo>
                    <a:pt x="78" y="44"/>
                  </a:moveTo>
                  <a:lnTo>
                    <a:pt x="320" y="184"/>
                  </a:lnTo>
                  <a:lnTo>
                    <a:pt x="320" y="0"/>
                  </a:lnTo>
                  <a:lnTo>
                    <a:pt x="0" y="0"/>
                  </a:lnTo>
                  <a:lnTo>
                    <a:pt x="78" y="44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3" name="Group 22"/>
          <p:cNvGrpSpPr>
            <a:grpSpLocks/>
          </p:cNvGrpSpPr>
          <p:nvPr userDrawn="1"/>
        </p:nvGrpSpPr>
        <p:grpSpPr>
          <a:xfrm flipH="1">
            <a:off x="6985001" y="4362450"/>
            <a:ext cx="2159000" cy="2495550"/>
            <a:chOff x="1588" y="2962439"/>
            <a:chExt cx="1016000" cy="1171575"/>
          </a:xfrm>
        </p:grpSpPr>
        <p:grpSp>
          <p:nvGrpSpPr>
            <p:cNvPr id="24" name="Group 23"/>
            <p:cNvGrpSpPr/>
            <p:nvPr userDrawn="1"/>
          </p:nvGrpSpPr>
          <p:grpSpPr>
            <a:xfrm>
              <a:off x="1588" y="3549814"/>
              <a:ext cx="508000" cy="584200"/>
              <a:chOff x="3413126" y="2305050"/>
              <a:chExt cx="508000" cy="584200"/>
            </a:xfrm>
          </p:grpSpPr>
          <p:sp>
            <p:nvSpPr>
              <p:cNvPr id="40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1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25" name="Group 24"/>
            <p:cNvGrpSpPr/>
            <p:nvPr userDrawn="1"/>
          </p:nvGrpSpPr>
          <p:grpSpPr>
            <a:xfrm>
              <a:off x="509588" y="3549814"/>
              <a:ext cx="508000" cy="584200"/>
              <a:chOff x="3921126" y="2305050"/>
              <a:chExt cx="508000" cy="584200"/>
            </a:xfrm>
          </p:grpSpPr>
          <p:sp>
            <p:nvSpPr>
              <p:cNvPr id="36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8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sp>
          <p:nvSpPr>
            <p:cNvPr id="26" name="Freeform 58"/>
            <p:cNvSpPr>
              <a:spLocks/>
            </p:cNvSpPr>
            <p:nvPr userDrawn="1"/>
          </p:nvSpPr>
          <p:spPr bwMode="auto">
            <a:xfrm>
              <a:off x="1588" y="3841914"/>
              <a:ext cx="508000" cy="292100"/>
            </a:xfrm>
            <a:custGeom>
              <a:avLst/>
              <a:gdLst>
                <a:gd name="T0" fmla="*/ 0 w 320"/>
                <a:gd name="T1" fmla="*/ 184 h 184"/>
                <a:gd name="T2" fmla="*/ 0 w 320"/>
                <a:gd name="T3" fmla="*/ 184 h 184"/>
                <a:gd name="T4" fmla="*/ 320 w 320"/>
                <a:gd name="T5" fmla="*/ 184 h 184"/>
                <a:gd name="T6" fmla="*/ 320 w 320"/>
                <a:gd name="T7" fmla="*/ 0 h 184"/>
                <a:gd name="T8" fmla="*/ 320 w 320"/>
                <a:gd name="T9" fmla="*/ 0 h 184"/>
                <a:gd name="T10" fmla="*/ 0 w 320"/>
                <a:gd name="T11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184">
                  <a:moveTo>
                    <a:pt x="0" y="184"/>
                  </a:moveTo>
                  <a:lnTo>
                    <a:pt x="0" y="184"/>
                  </a:lnTo>
                  <a:lnTo>
                    <a:pt x="320" y="184"/>
                  </a:lnTo>
                  <a:lnTo>
                    <a:pt x="320" y="0"/>
                  </a:lnTo>
                  <a:lnTo>
                    <a:pt x="320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27" name="Freeform 62"/>
            <p:cNvSpPr>
              <a:spLocks/>
            </p:cNvSpPr>
            <p:nvPr userDrawn="1"/>
          </p:nvSpPr>
          <p:spPr bwMode="auto">
            <a:xfrm>
              <a:off x="509588" y="3841914"/>
              <a:ext cx="508000" cy="292100"/>
            </a:xfrm>
            <a:custGeom>
              <a:avLst/>
              <a:gdLst>
                <a:gd name="T0" fmla="*/ 0 w 320"/>
                <a:gd name="T1" fmla="*/ 0 h 184"/>
                <a:gd name="T2" fmla="*/ 0 w 320"/>
                <a:gd name="T3" fmla="*/ 184 h 184"/>
                <a:gd name="T4" fmla="*/ 320 w 320"/>
                <a:gd name="T5" fmla="*/ 184 h 184"/>
                <a:gd name="T6" fmla="*/ 320 w 320"/>
                <a:gd name="T7" fmla="*/ 184 h 184"/>
                <a:gd name="T8" fmla="*/ 0 w 320"/>
                <a:gd name="T9" fmla="*/ 0 h 184"/>
                <a:gd name="T10" fmla="*/ 0 w 320"/>
                <a:gd name="T11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184">
                  <a:moveTo>
                    <a:pt x="0" y="0"/>
                  </a:moveTo>
                  <a:lnTo>
                    <a:pt x="0" y="184"/>
                  </a:lnTo>
                  <a:lnTo>
                    <a:pt x="320" y="184"/>
                  </a:lnTo>
                  <a:lnTo>
                    <a:pt x="320" y="18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grpSp>
          <p:nvGrpSpPr>
            <p:cNvPr id="28" name="Group 27"/>
            <p:cNvGrpSpPr/>
            <p:nvPr userDrawn="1"/>
          </p:nvGrpSpPr>
          <p:grpSpPr>
            <a:xfrm>
              <a:off x="1588" y="3257714"/>
              <a:ext cx="1016000" cy="584200"/>
              <a:chOff x="3413126" y="2012950"/>
              <a:chExt cx="1016000" cy="584200"/>
            </a:xfrm>
          </p:grpSpPr>
          <p:sp>
            <p:nvSpPr>
              <p:cNvPr id="32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3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4" name="Freeform 67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320 w 320"/>
                  <a:gd name="T5" fmla="*/ 0 h 184"/>
                  <a:gd name="T6" fmla="*/ 216 w 320"/>
                  <a:gd name="T7" fmla="*/ 60 h 184"/>
                  <a:gd name="T8" fmla="*/ 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320" y="0"/>
                    </a:lnTo>
                    <a:lnTo>
                      <a:pt x="216" y="60"/>
                    </a:lnTo>
                    <a:lnTo>
                      <a:pt x="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5" name="Freeform 71"/>
              <p:cNvSpPr>
                <a:spLocks/>
              </p:cNvSpPr>
              <p:nvPr userDrawn="1"/>
            </p:nvSpPr>
            <p:spPr bwMode="auto">
              <a:xfrm>
                <a:off x="3921126" y="20129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29" name="Group 28"/>
            <p:cNvGrpSpPr/>
            <p:nvPr userDrawn="1"/>
          </p:nvGrpSpPr>
          <p:grpSpPr>
            <a:xfrm>
              <a:off x="1588" y="2962439"/>
              <a:ext cx="508000" cy="587375"/>
              <a:chOff x="3413126" y="1717675"/>
              <a:chExt cx="508000" cy="587375"/>
            </a:xfrm>
          </p:grpSpPr>
          <p:sp>
            <p:nvSpPr>
              <p:cNvPr id="30" name="Freeform 74"/>
              <p:cNvSpPr>
                <a:spLocks/>
              </p:cNvSpPr>
              <p:nvPr userDrawn="1"/>
            </p:nvSpPr>
            <p:spPr bwMode="auto">
              <a:xfrm>
                <a:off x="3413126" y="2012950"/>
                <a:ext cx="508000" cy="292100"/>
              </a:xfrm>
              <a:custGeom>
                <a:avLst/>
                <a:gdLst>
                  <a:gd name="T0" fmla="*/ 216 w 320"/>
                  <a:gd name="T1" fmla="*/ 60 h 184"/>
                  <a:gd name="T2" fmla="*/ 320 w 320"/>
                  <a:gd name="T3" fmla="*/ 0 h 184"/>
                  <a:gd name="T4" fmla="*/ 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  <a:gd name="T10" fmla="*/ 216 w 320"/>
                  <a:gd name="T11" fmla="*/ 6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216" y="60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16" y="6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1" name="Freeform 75"/>
              <p:cNvSpPr>
                <a:spLocks/>
              </p:cNvSpPr>
              <p:nvPr userDrawn="1"/>
            </p:nvSpPr>
            <p:spPr bwMode="auto">
              <a:xfrm>
                <a:off x="3413126" y="1717675"/>
                <a:ext cx="508000" cy="295275"/>
              </a:xfrm>
              <a:custGeom>
                <a:avLst/>
                <a:gdLst>
                  <a:gd name="T0" fmla="*/ 320 w 320"/>
                  <a:gd name="T1" fmla="*/ 186 h 186"/>
                  <a:gd name="T2" fmla="*/ 0 w 320"/>
                  <a:gd name="T3" fmla="*/ 0 h 186"/>
                  <a:gd name="T4" fmla="*/ 0 w 320"/>
                  <a:gd name="T5" fmla="*/ 186 h 186"/>
                  <a:gd name="T6" fmla="*/ 320 w 320"/>
                  <a:gd name="T7" fmla="*/ 186 h 186"/>
                  <a:gd name="T8" fmla="*/ 320 w 320"/>
                  <a:gd name="T9" fmla="*/ 18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6">
                    <a:moveTo>
                      <a:pt x="320" y="186"/>
                    </a:moveTo>
                    <a:lnTo>
                      <a:pt x="0" y="0"/>
                    </a:lnTo>
                    <a:lnTo>
                      <a:pt x="0" y="186"/>
                    </a:lnTo>
                    <a:lnTo>
                      <a:pt x="320" y="186"/>
                    </a:lnTo>
                    <a:lnTo>
                      <a:pt x="320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11188" y="1778356"/>
            <a:ext cx="7921625" cy="1664224"/>
          </a:xfrm>
        </p:spPr>
        <p:txBody>
          <a:bodyPr anchor="b"/>
          <a:lstStyle>
            <a:lvl1pPr algn="ctr">
              <a:lnSpc>
                <a:spcPts val="43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Insert Your</a:t>
            </a:r>
            <a:br>
              <a:rPr lang="en-US" dirty="0" smtClean="0"/>
            </a:br>
            <a:r>
              <a:rPr lang="en-US" dirty="0" smtClean="0"/>
              <a:t>Section Break Title</a:t>
            </a:r>
            <a:endParaRPr lang="en-US" dirty="0"/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4403492" y="3661031"/>
            <a:ext cx="33701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3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11188" y="3917306"/>
            <a:ext cx="7921625" cy="996950"/>
          </a:xfrm>
        </p:spPr>
        <p:txBody>
          <a:bodyPr lIns="0" tIns="0" rIns="0" bIns="0">
            <a:noAutofit/>
          </a:bodyPr>
          <a:lstStyle>
            <a:lvl1pPr marL="0" marR="0" indent="0" algn="ctr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100" kern="12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Insert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13614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188" y="214702"/>
            <a:ext cx="6662823" cy="593682"/>
          </a:xfrm>
        </p:spPr>
        <p:txBody>
          <a:bodyPr/>
          <a:lstStyle>
            <a:lvl1pPr>
              <a:defRPr sz="2000" baseline="0"/>
            </a:lvl1pPr>
          </a:lstStyle>
          <a:p>
            <a:r>
              <a:rPr lang="fa-IR" sz="3200" dirty="0" smtClean="0">
                <a:cs typeface="B Titr" panose="00000700000000000000" pitchFamily="2" charset="-78"/>
              </a:rPr>
              <a:t>موضوعات قابل ارائه درمورد ویدئو کنفرانس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3930-8964-4F2B-8987-9D77E9D58696}" type="datetime1">
              <a:rPr lang="en-US" smtClean="0"/>
              <a:t>12/17/2016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94983" y="6366933"/>
            <a:ext cx="2802467" cy="491068"/>
          </a:xfrm>
        </p:spPr>
        <p:txBody>
          <a:bodyPr/>
          <a:lstStyle/>
          <a:p>
            <a:r>
              <a:rPr lang="fa-IR" dirty="0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46533" y="6366933"/>
            <a:ext cx="429683" cy="491068"/>
          </a:xfrm>
        </p:spPr>
        <p:txBody>
          <a:bodyPr/>
          <a:lstStyle/>
          <a:p>
            <a:fld id="{8409FBBB-C588-4B8D-A7FF-E25C81CC24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 hasCustomPrompt="1"/>
          </p:nvPr>
        </p:nvSpPr>
        <p:spPr>
          <a:xfrm>
            <a:off x="611189" y="808384"/>
            <a:ext cx="6185028" cy="36089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200" indent="0" algn="ctr">
              <a:buNone/>
              <a:defRPr sz="11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100"/>
            </a:lvl4pPr>
            <a:lvl5pPr marL="1828800" indent="0" algn="ctr">
              <a:buNone/>
              <a:defRPr sz="1100"/>
            </a:lvl5pPr>
          </a:lstStyle>
          <a:p>
            <a:pPr algn="r"/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724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1497">
          <p15:clr>
            <a:srgbClr val="FBAE40"/>
          </p15:clr>
        </p15:guide>
        <p15:guide id="2" pos="1678">
          <p15:clr>
            <a:srgbClr val="FBAE40"/>
          </p15:clr>
        </p15:guide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  <p15:guide id="5" pos="4082">
          <p15:clr>
            <a:srgbClr val="FBAE40"/>
          </p15:clr>
        </p15:guide>
        <p15:guide id="6" pos="426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57CF-735D-42A3-AD09-83EE7AF00185}" type="datetimeFigureOut">
              <a:rPr lang="en-US" smtClean="0"/>
              <a:t>12/17/2016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4B43-E9D9-42FA-9E0E-082DE82D0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26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61"/>
          <p:cNvSpPr>
            <a:spLocks noChangeArrowheads="1"/>
          </p:cNvSpPr>
          <p:nvPr userDrawn="1"/>
        </p:nvSpPr>
        <p:spPr bwMode="auto">
          <a:xfrm>
            <a:off x="1588" y="0"/>
            <a:ext cx="9140825" cy="10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62"/>
          <p:cNvSpPr>
            <a:spLocks/>
          </p:cNvSpPr>
          <p:nvPr userDrawn="1"/>
        </p:nvSpPr>
        <p:spPr bwMode="auto">
          <a:xfrm>
            <a:off x="1588" y="0"/>
            <a:ext cx="9140825" cy="1260475"/>
          </a:xfrm>
          <a:custGeom>
            <a:avLst/>
            <a:gdLst>
              <a:gd name="T0" fmla="*/ 5758 w 5758"/>
              <a:gd name="T1" fmla="*/ 0 h 794"/>
              <a:gd name="T2" fmla="*/ 5758 w 5758"/>
              <a:gd name="T3" fmla="*/ 794 h 794"/>
              <a:gd name="T4" fmla="*/ 230 w 5758"/>
              <a:gd name="T5" fmla="*/ 794 h 794"/>
              <a:gd name="T6" fmla="*/ 0 w 5758"/>
              <a:gd name="T7" fmla="*/ 396 h 794"/>
              <a:gd name="T8" fmla="*/ 0 w 5758"/>
              <a:gd name="T9" fmla="*/ 0 h 794"/>
              <a:gd name="T10" fmla="*/ 5758 w 5758"/>
              <a:gd name="T11" fmla="*/ 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58" h="794">
                <a:moveTo>
                  <a:pt x="5758" y="0"/>
                </a:moveTo>
                <a:lnTo>
                  <a:pt x="5758" y="794"/>
                </a:lnTo>
                <a:lnTo>
                  <a:pt x="230" y="794"/>
                </a:lnTo>
                <a:lnTo>
                  <a:pt x="0" y="396"/>
                </a:lnTo>
                <a:lnTo>
                  <a:pt x="0" y="0"/>
                </a:lnTo>
                <a:lnTo>
                  <a:pt x="575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188" y="178063"/>
            <a:ext cx="7921625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 smtClean="0"/>
              <a:t>Insert Title Here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C534B-5F7E-4CF7-8EDB-478AC5BDFBC6}" type="datetime1">
              <a:rPr lang="en-US" smtClean="0"/>
              <a:t>12/17/2016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0266" y="6366933"/>
            <a:ext cx="2802467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</a:lstStyle>
          <a:p>
            <a:r>
              <a:rPr lang="fa-IR" dirty="0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6533" y="6366933"/>
            <a:ext cx="429683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 b="0">
                <a:solidFill>
                  <a:schemeClr val="bg2"/>
                </a:solidFill>
              </a:defRPr>
            </a:lvl1pPr>
          </a:lstStyle>
          <a:p>
            <a:fld id="{8409FBBB-C588-4B8D-A7FF-E25C81CC24C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6" name="Group 25"/>
          <p:cNvGrpSpPr>
            <a:grpSpLocks/>
          </p:cNvGrpSpPr>
          <p:nvPr userDrawn="1"/>
        </p:nvGrpSpPr>
        <p:grpSpPr>
          <a:xfrm rot="5400000">
            <a:off x="7420769" y="-459581"/>
            <a:ext cx="1262063" cy="2181225"/>
            <a:chOff x="4952858" y="2305049"/>
            <a:chExt cx="1016004" cy="1752601"/>
          </a:xfrm>
        </p:grpSpPr>
        <p:grpSp>
          <p:nvGrpSpPr>
            <p:cNvPr id="27" name="Group 26"/>
            <p:cNvGrpSpPr/>
            <p:nvPr userDrawn="1"/>
          </p:nvGrpSpPr>
          <p:grpSpPr>
            <a:xfrm>
              <a:off x="4952858" y="3181347"/>
              <a:ext cx="1016000" cy="584200"/>
              <a:chOff x="3413126" y="3181350"/>
              <a:chExt cx="1016000" cy="584200"/>
            </a:xfrm>
          </p:grpSpPr>
          <p:sp>
            <p:nvSpPr>
              <p:cNvPr id="56" name="Freeform 35"/>
              <p:cNvSpPr>
                <a:spLocks/>
              </p:cNvSpPr>
              <p:nvPr userDrawn="1"/>
            </p:nvSpPr>
            <p:spPr bwMode="auto">
              <a:xfrm>
                <a:off x="3921126" y="34734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7" name="Freeform 38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8" name="Freeform 39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222 w 320"/>
                  <a:gd name="T9" fmla="*/ 58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222" y="58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9" name="Freeform 41"/>
              <p:cNvSpPr>
                <a:spLocks/>
              </p:cNvSpPr>
              <p:nvPr userDrawn="1"/>
            </p:nvSpPr>
            <p:spPr bwMode="auto">
              <a:xfrm>
                <a:off x="3413126" y="3473450"/>
                <a:ext cx="508000" cy="292100"/>
              </a:xfrm>
              <a:custGeom>
                <a:avLst/>
                <a:gdLst>
                  <a:gd name="T0" fmla="*/ 260 w 320"/>
                  <a:gd name="T1" fmla="*/ 15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28" name="Group 27"/>
            <p:cNvGrpSpPr/>
            <p:nvPr userDrawn="1"/>
          </p:nvGrpSpPr>
          <p:grpSpPr>
            <a:xfrm>
              <a:off x="4952859" y="2889248"/>
              <a:ext cx="508001" cy="584199"/>
              <a:chOff x="3413126" y="2889250"/>
              <a:chExt cx="508000" cy="584200"/>
            </a:xfrm>
          </p:grpSpPr>
          <p:sp>
            <p:nvSpPr>
              <p:cNvPr id="54" name="Freeform 42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78 w 320"/>
                  <a:gd name="T3" fmla="*/ 44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78" y="44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5" name="Freeform 43"/>
              <p:cNvSpPr>
                <a:spLocks/>
              </p:cNvSpPr>
              <p:nvPr userDrawn="1"/>
            </p:nvSpPr>
            <p:spPr bwMode="auto">
              <a:xfrm>
                <a:off x="3413126" y="31813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184 h 184"/>
                  <a:gd name="T6" fmla="*/ 0 w 320"/>
                  <a:gd name="T7" fmla="*/ 184 h 184"/>
                  <a:gd name="T8" fmla="*/ 222 w 320"/>
                  <a:gd name="T9" fmla="*/ 58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0" y="184"/>
                    </a:lnTo>
                    <a:lnTo>
                      <a:pt x="222" y="58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29" name="Group 28"/>
            <p:cNvGrpSpPr/>
            <p:nvPr userDrawn="1"/>
          </p:nvGrpSpPr>
          <p:grpSpPr>
            <a:xfrm>
              <a:off x="4952859" y="2305049"/>
              <a:ext cx="508001" cy="584199"/>
              <a:chOff x="3413126" y="2305050"/>
              <a:chExt cx="508000" cy="584200"/>
            </a:xfrm>
          </p:grpSpPr>
          <p:sp>
            <p:nvSpPr>
              <p:cNvPr id="52" name="Freeform 47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256 w 320"/>
                  <a:gd name="T3" fmla="*/ 148 h 184"/>
                  <a:gd name="T4" fmla="*/ 0 w 320"/>
                  <a:gd name="T5" fmla="*/ 0 h 184"/>
                  <a:gd name="T6" fmla="*/ 0 w 320"/>
                  <a:gd name="T7" fmla="*/ 184 h 184"/>
                  <a:gd name="T8" fmla="*/ 320 w 320"/>
                  <a:gd name="T9" fmla="*/ 184 h 184"/>
                  <a:gd name="T10" fmla="*/ 32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256" y="148"/>
                    </a:ln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3" name="Freeform 4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5460858" y="2889248"/>
              <a:ext cx="508001" cy="584199"/>
              <a:chOff x="3921126" y="2889250"/>
              <a:chExt cx="508000" cy="584200"/>
            </a:xfrm>
          </p:grpSpPr>
          <p:sp>
            <p:nvSpPr>
              <p:cNvPr id="50" name="Freeform 49"/>
              <p:cNvSpPr>
                <a:spLocks/>
              </p:cNvSpPr>
              <p:nvPr userDrawn="1"/>
            </p:nvSpPr>
            <p:spPr bwMode="auto">
              <a:xfrm>
                <a:off x="3921126" y="3181350"/>
                <a:ext cx="508000" cy="292100"/>
              </a:xfrm>
              <a:custGeom>
                <a:avLst/>
                <a:gdLst>
                  <a:gd name="T0" fmla="*/ 320 w 320"/>
                  <a:gd name="T1" fmla="*/ 184 h 184"/>
                  <a:gd name="T2" fmla="*/ 320 w 320"/>
                  <a:gd name="T3" fmla="*/ 0 h 184"/>
                  <a:gd name="T4" fmla="*/ 0 w 320"/>
                  <a:gd name="T5" fmla="*/ 0 h 184"/>
                  <a:gd name="T6" fmla="*/ 320 w 320"/>
                  <a:gd name="T7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320" y="184"/>
                    </a:moveTo>
                    <a:lnTo>
                      <a:pt x="320" y="0"/>
                    </a:lnTo>
                    <a:lnTo>
                      <a:pt x="0" y="0"/>
                    </a:lnTo>
                    <a:lnTo>
                      <a:pt x="32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51" name="Freeform 50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1" name="Group 30"/>
            <p:cNvGrpSpPr/>
            <p:nvPr userDrawn="1"/>
          </p:nvGrpSpPr>
          <p:grpSpPr>
            <a:xfrm>
              <a:off x="4952858" y="3473448"/>
              <a:ext cx="508002" cy="584202"/>
              <a:chOff x="3413126" y="3473448"/>
              <a:chExt cx="508002" cy="584202"/>
            </a:xfrm>
          </p:grpSpPr>
          <p:sp>
            <p:nvSpPr>
              <p:cNvPr id="48" name="Freeform 51"/>
              <p:cNvSpPr>
                <a:spLocks/>
              </p:cNvSpPr>
              <p:nvPr userDrawn="1"/>
            </p:nvSpPr>
            <p:spPr bwMode="auto">
              <a:xfrm>
                <a:off x="3413127" y="3473448"/>
                <a:ext cx="508001" cy="292100"/>
              </a:xfrm>
              <a:custGeom>
                <a:avLst/>
                <a:gdLst>
                  <a:gd name="T0" fmla="*/ 260 w 320"/>
                  <a:gd name="T1" fmla="*/ 150 h 184"/>
                  <a:gd name="T2" fmla="*/ 0 w 320"/>
                  <a:gd name="T3" fmla="*/ 0 h 184"/>
                  <a:gd name="T4" fmla="*/ 0 w 320"/>
                  <a:gd name="T5" fmla="*/ 184 h 184"/>
                  <a:gd name="T6" fmla="*/ 320 w 320"/>
                  <a:gd name="T7" fmla="*/ 184 h 184"/>
                  <a:gd name="T8" fmla="*/ 260 w 320"/>
                  <a:gd name="T9" fmla="*/ 15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260" y="150"/>
                    </a:moveTo>
                    <a:lnTo>
                      <a:pt x="0" y="0"/>
                    </a:lnTo>
                    <a:lnTo>
                      <a:pt x="0" y="184"/>
                    </a:lnTo>
                    <a:lnTo>
                      <a:pt x="320" y="184"/>
                    </a:lnTo>
                    <a:lnTo>
                      <a:pt x="260" y="15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9" name="Freeform 52"/>
              <p:cNvSpPr>
                <a:spLocks/>
              </p:cNvSpPr>
              <p:nvPr userDrawn="1"/>
            </p:nvSpPr>
            <p:spPr bwMode="auto">
              <a:xfrm>
                <a:off x="3413126" y="37655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0 h 184"/>
                  <a:gd name="T6" fmla="*/ 320 w 320"/>
                  <a:gd name="T7" fmla="*/ 0 h 184"/>
                  <a:gd name="T8" fmla="*/ 0 w 320"/>
                  <a:gd name="T9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2" name="Group 31"/>
            <p:cNvGrpSpPr/>
            <p:nvPr userDrawn="1"/>
          </p:nvGrpSpPr>
          <p:grpSpPr>
            <a:xfrm>
              <a:off x="5460858" y="2305049"/>
              <a:ext cx="508001" cy="584199"/>
              <a:chOff x="3921126" y="2305050"/>
              <a:chExt cx="508000" cy="584200"/>
            </a:xfrm>
          </p:grpSpPr>
          <p:sp>
            <p:nvSpPr>
              <p:cNvPr id="46" name="Freeform 55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184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184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7" name="Freeform 56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3" name="Group 32"/>
            <p:cNvGrpSpPr/>
            <p:nvPr userDrawn="1"/>
          </p:nvGrpSpPr>
          <p:grpSpPr>
            <a:xfrm>
              <a:off x="4952858" y="2597150"/>
              <a:ext cx="1016000" cy="584200"/>
              <a:chOff x="3413126" y="2597150"/>
              <a:chExt cx="1016000" cy="584200"/>
            </a:xfrm>
          </p:grpSpPr>
          <p:sp>
            <p:nvSpPr>
              <p:cNvPr id="42" name="Freeform 58"/>
              <p:cNvSpPr>
                <a:spLocks/>
              </p:cNvSpPr>
              <p:nvPr userDrawn="1"/>
            </p:nvSpPr>
            <p:spPr bwMode="auto">
              <a:xfrm>
                <a:off x="3413126" y="25971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3" name="Freeform 59"/>
              <p:cNvSpPr>
                <a:spLocks/>
              </p:cNvSpPr>
              <p:nvPr userDrawn="1"/>
            </p:nvSpPr>
            <p:spPr bwMode="auto">
              <a:xfrm>
                <a:off x="3921126" y="28892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0 w 320"/>
                  <a:gd name="T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4" name="Freeform 60"/>
              <p:cNvSpPr>
                <a:spLocks/>
              </p:cNvSpPr>
              <p:nvPr userDrawn="1"/>
            </p:nvSpPr>
            <p:spPr bwMode="auto">
              <a:xfrm>
                <a:off x="3413126" y="2889250"/>
                <a:ext cx="508000" cy="292100"/>
              </a:xfrm>
              <a:custGeom>
                <a:avLst/>
                <a:gdLst>
                  <a:gd name="T0" fmla="*/ 78 w 320"/>
                  <a:gd name="T1" fmla="*/ 44 h 184"/>
                  <a:gd name="T2" fmla="*/ 320 w 320"/>
                  <a:gd name="T3" fmla="*/ 184 h 184"/>
                  <a:gd name="T4" fmla="*/ 320 w 320"/>
                  <a:gd name="T5" fmla="*/ 0 h 184"/>
                  <a:gd name="T6" fmla="*/ 0 w 320"/>
                  <a:gd name="T7" fmla="*/ 0 h 184"/>
                  <a:gd name="T8" fmla="*/ 78 w 320"/>
                  <a:gd name="T9" fmla="*/ 4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184">
                    <a:moveTo>
                      <a:pt x="78" y="44"/>
                    </a:moveTo>
                    <a:lnTo>
                      <a:pt x="320" y="184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78" y="44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45" name="Freeform 62"/>
              <p:cNvSpPr>
                <a:spLocks/>
              </p:cNvSpPr>
              <p:nvPr userDrawn="1"/>
            </p:nvSpPr>
            <p:spPr bwMode="auto">
              <a:xfrm>
                <a:off x="3921126" y="2597150"/>
                <a:ext cx="508000" cy="292100"/>
              </a:xfrm>
              <a:custGeom>
                <a:avLst/>
                <a:gdLst>
                  <a:gd name="T0" fmla="*/ 0 w 320"/>
                  <a:gd name="T1" fmla="*/ 0 h 184"/>
                  <a:gd name="T2" fmla="*/ 0 w 320"/>
                  <a:gd name="T3" fmla="*/ 184 h 184"/>
                  <a:gd name="T4" fmla="*/ 320 w 320"/>
                  <a:gd name="T5" fmla="*/ 184 h 184"/>
                  <a:gd name="T6" fmla="*/ 320 w 320"/>
                  <a:gd name="T7" fmla="*/ 184 h 184"/>
                  <a:gd name="T8" fmla="*/ 0 w 320"/>
                  <a:gd name="T9" fmla="*/ 0 h 184"/>
                  <a:gd name="T10" fmla="*/ 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320" y="184"/>
                    </a:lnTo>
                    <a:lnTo>
                      <a:pt x="320" y="18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  <p:grpSp>
          <p:nvGrpSpPr>
            <p:cNvPr id="34" name="Group 33"/>
            <p:cNvGrpSpPr/>
            <p:nvPr userDrawn="1"/>
          </p:nvGrpSpPr>
          <p:grpSpPr>
            <a:xfrm>
              <a:off x="4952861" y="2305051"/>
              <a:ext cx="1016001" cy="292100"/>
              <a:chOff x="3413126" y="2305050"/>
              <a:chExt cx="1016000" cy="292100"/>
            </a:xfrm>
          </p:grpSpPr>
          <p:sp>
            <p:nvSpPr>
              <p:cNvPr id="38" name="Freeform 65"/>
              <p:cNvSpPr>
                <a:spLocks/>
              </p:cNvSpPr>
              <p:nvPr userDrawn="1"/>
            </p:nvSpPr>
            <p:spPr bwMode="auto">
              <a:xfrm>
                <a:off x="3413126" y="2305050"/>
                <a:ext cx="508000" cy="292100"/>
              </a:xfrm>
              <a:custGeom>
                <a:avLst/>
                <a:gdLst>
                  <a:gd name="T0" fmla="*/ 320 w 320"/>
                  <a:gd name="T1" fmla="*/ 0 h 184"/>
                  <a:gd name="T2" fmla="*/ 0 w 320"/>
                  <a:gd name="T3" fmla="*/ 0 h 184"/>
                  <a:gd name="T4" fmla="*/ 0 w 320"/>
                  <a:gd name="T5" fmla="*/ 0 h 184"/>
                  <a:gd name="T6" fmla="*/ 256 w 320"/>
                  <a:gd name="T7" fmla="*/ 148 h 184"/>
                  <a:gd name="T8" fmla="*/ 320 w 320"/>
                  <a:gd name="T9" fmla="*/ 184 h 184"/>
                  <a:gd name="T10" fmla="*/ 320 w 320"/>
                  <a:gd name="T11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0" h="184">
                    <a:moveTo>
                      <a:pt x="32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56" y="148"/>
                    </a:lnTo>
                    <a:lnTo>
                      <a:pt x="320" y="184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39" name="Freeform 66"/>
              <p:cNvSpPr>
                <a:spLocks/>
              </p:cNvSpPr>
              <p:nvPr userDrawn="1"/>
            </p:nvSpPr>
            <p:spPr bwMode="auto">
              <a:xfrm>
                <a:off x="3921126" y="2305050"/>
                <a:ext cx="508000" cy="292100"/>
              </a:xfrm>
              <a:custGeom>
                <a:avLst/>
                <a:gdLst>
                  <a:gd name="T0" fmla="*/ 0 w 320"/>
                  <a:gd name="T1" fmla="*/ 184 h 184"/>
                  <a:gd name="T2" fmla="*/ 0 w 320"/>
                  <a:gd name="T3" fmla="*/ 184 h 184"/>
                  <a:gd name="T4" fmla="*/ 0 w 320"/>
                  <a:gd name="T5" fmla="*/ 184 h 184"/>
                  <a:gd name="T6" fmla="*/ 320 w 320"/>
                  <a:gd name="T7" fmla="*/ 0 h 184"/>
                  <a:gd name="T8" fmla="*/ 320 w 320"/>
                  <a:gd name="T9" fmla="*/ 0 h 184"/>
                  <a:gd name="T10" fmla="*/ 0 w 320"/>
                  <a:gd name="T11" fmla="*/ 0 h 184"/>
                  <a:gd name="T12" fmla="*/ 0 w 320"/>
                  <a:gd name="T1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0" h="184">
                    <a:moveTo>
                      <a:pt x="0" y="184"/>
                    </a:moveTo>
                    <a:lnTo>
                      <a:pt x="0" y="184"/>
                    </a:lnTo>
                    <a:lnTo>
                      <a:pt x="0" y="184"/>
                    </a:lnTo>
                    <a:lnTo>
                      <a:pt x="320" y="0"/>
                    </a:lnTo>
                    <a:lnTo>
                      <a:pt x="320" y="0"/>
                    </a:lnTo>
                    <a:lnTo>
                      <a:pt x="0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636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0" r:id="rId3"/>
    <p:sldLayoutId id="2147483671" r:id="rId4"/>
    <p:sldLayoutId id="2147483668" r:id="rId5"/>
    <p:sldLayoutId id="2147483673" r:id="rId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5375">
          <p15:clr>
            <a:srgbClr val="F26B43"/>
          </p15:clr>
        </p15:guide>
        <p15:guide id="3" pos="3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13" Type="http://schemas.openxmlformats.org/officeDocument/2006/relationships/image" Target="../media/image28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jpe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jpe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5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9463" y="1953917"/>
            <a:ext cx="4538749" cy="1510624"/>
          </a:xfrm>
        </p:spPr>
        <p:txBody>
          <a:bodyPr>
            <a:normAutofit fontScale="90000"/>
          </a:bodyPr>
          <a:lstStyle/>
          <a:p>
            <a:pPr rtl="1">
              <a:lnSpc>
                <a:spcPct val="150000"/>
              </a:lnSpc>
            </a:pPr>
            <a:r>
              <a:rPr lang="fa-IR" dirty="0" smtClean="0">
                <a:latin typeface=" BTITR"/>
                <a:cs typeface="B Titr" panose="00000700000000000000" pitchFamily="2" charset="-78"/>
              </a:rPr>
              <a:t>چگونه </a:t>
            </a:r>
            <a:r>
              <a:rPr lang="fa-IR" dirty="0">
                <a:latin typeface=" BTITR"/>
                <a:cs typeface="B Titr" panose="00000700000000000000" pitchFamily="2" charset="-78"/>
              </a:rPr>
              <a:t>از ویدئوکنفرانس به نفع سازمان خود استفاده کنیم</a:t>
            </a:r>
            <a:r>
              <a:rPr lang="fa-IR" dirty="0" smtClean="0">
                <a:latin typeface=" BTITR"/>
                <a:cs typeface="B Titr" panose="00000700000000000000" pitchFamily="2" charset="-78"/>
              </a:rPr>
              <a:t>؟</a:t>
            </a:r>
            <a:endParaRPr lang="ko-KR" altLang="en-US" b="0" dirty="0">
              <a:latin typeface=" BTITR"/>
              <a:cs typeface="B Titr" panose="00000700000000000000" pitchFamily="2" charset="-78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251509" y="6152410"/>
            <a:ext cx="8674653" cy="491068"/>
          </a:xfrm>
        </p:spPr>
        <p:txBody>
          <a:bodyPr/>
          <a:lstStyle/>
          <a:p>
            <a:pPr algn="r"/>
            <a:r>
              <a:rPr lang="fa-IR" sz="2000" dirty="0" smtClean="0">
                <a:solidFill>
                  <a:schemeClr val="accent1">
                    <a:lumMod val="75000"/>
                    <a:alpha val="70000"/>
                  </a:schemeClr>
                </a:solidFill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                                                                                                                              </a:t>
            </a:r>
            <a:r>
              <a:rPr lang="fa-IR" sz="2000" dirty="0" smtClean="0">
                <a:solidFill>
                  <a:schemeClr val="bg1">
                    <a:lumMod val="50000"/>
                    <a:alpha val="70000"/>
                  </a:schemeClr>
                </a:solidFill>
                <a:latin typeface="Abdo Rajab" panose="02000500030000020004" pitchFamily="2" charset="-78"/>
                <a:cs typeface="Abdo Rajab" panose="02000500030000020004" pitchFamily="2" charset="-78"/>
              </a:rPr>
              <a:t>اداره کل فناوری اطلاعات </a:t>
            </a:r>
            <a:endParaRPr lang="en-US" sz="2000" dirty="0">
              <a:solidFill>
                <a:schemeClr val="bg1">
                  <a:lumMod val="50000"/>
                  <a:alpha val="70000"/>
                </a:schemeClr>
              </a:solidFill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641301"/>
              </p:ext>
            </p:extLst>
          </p:nvPr>
        </p:nvGraphicFramePr>
        <p:xfrm>
          <a:off x="3588422" y="16322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CorelDRAW" r:id="rId3" imgW="1737765" imgH="1555740" progId="CorelDraw.Graphic.17">
                  <p:embed/>
                </p:oleObj>
              </mc:Choice>
              <mc:Fallback>
                <p:oleObj name="CorelDRAW" r:id="rId3" imgW="1737765" imgH="1555740" progId="CorelDraw.Graphic.1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8422" y="16322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1648226" y="3942076"/>
            <a:ext cx="5881218" cy="1587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50000"/>
              </a:lnSpc>
            </a:pPr>
            <a:r>
              <a:rPr lang="fa-IR" dirty="0">
                <a:solidFill>
                  <a:schemeClr val="tx2"/>
                </a:solidFill>
                <a:cs typeface="B Nazanin" panose="00000400000000000000" pitchFamily="2" charset="-78"/>
              </a:rPr>
              <a:t>طرح توجیهی </a:t>
            </a:r>
            <a:endParaRPr lang="fa-IR" dirty="0" smtClean="0">
              <a:solidFill>
                <a:schemeClr val="tx2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dirty="0" smtClean="0">
                <a:solidFill>
                  <a:schemeClr val="tx2"/>
                </a:solidFill>
                <a:cs typeface="B Nazanin" panose="00000400000000000000" pitchFamily="2" charset="-78"/>
              </a:rPr>
              <a:t>مزایا </a:t>
            </a:r>
          </a:p>
          <a:p>
            <a:pPr algn="ctr" rtl="1">
              <a:lnSpc>
                <a:spcPct val="150000"/>
              </a:lnSpc>
            </a:pPr>
            <a:r>
              <a:rPr lang="fa-IR" dirty="0" smtClean="0">
                <a:solidFill>
                  <a:schemeClr val="tx2"/>
                </a:solidFill>
                <a:cs typeface="B Nazanin" panose="00000400000000000000" pitchFamily="2" charset="-78"/>
              </a:rPr>
              <a:t>دستور </a:t>
            </a:r>
            <a:r>
              <a:rPr lang="fa-IR" dirty="0">
                <a:solidFill>
                  <a:schemeClr val="tx2"/>
                </a:solidFill>
                <a:cs typeface="B Nazanin" panose="00000400000000000000" pitchFamily="2" charset="-78"/>
              </a:rPr>
              <a:t>العمل </a:t>
            </a:r>
            <a:r>
              <a:rPr lang="fa-IR" dirty="0" smtClean="0">
                <a:solidFill>
                  <a:schemeClr val="tx2"/>
                </a:solidFill>
                <a:cs typeface="B Nazanin" panose="00000400000000000000" pitchFamily="2" charset="-78"/>
              </a:rPr>
              <a:t>استفاده</a:t>
            </a:r>
            <a:r>
              <a:rPr lang="fa-IR" dirty="0">
                <a:solidFill>
                  <a:schemeClr val="tx2"/>
                </a:solidFill>
                <a:cs typeface="B Nazanin" panose="00000400000000000000" pitchFamily="2" charset="-78"/>
              </a:rPr>
              <a:t> </a:t>
            </a:r>
            <a:r>
              <a:rPr lang="fa-IR" dirty="0" smtClean="0">
                <a:solidFill>
                  <a:schemeClr val="tx2"/>
                </a:solidFill>
                <a:cs typeface="B Nazanin" panose="00000400000000000000" pitchFamily="2" charset="-78"/>
              </a:rPr>
              <a:t>از </a:t>
            </a:r>
            <a:r>
              <a:rPr lang="fa-IR" dirty="0">
                <a:solidFill>
                  <a:schemeClr val="tx2"/>
                </a:solidFill>
                <a:cs typeface="B Nazanin" panose="00000400000000000000" pitchFamily="2" charset="-78"/>
              </a:rPr>
              <a:t>ویدئو کنفرانس و </a:t>
            </a:r>
            <a:endParaRPr lang="fa-IR" dirty="0" smtClean="0">
              <a:solidFill>
                <a:schemeClr val="tx2"/>
              </a:solidFill>
              <a:cs typeface="B Nazanin" panose="00000400000000000000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fa-IR" dirty="0" smtClean="0">
                <a:solidFill>
                  <a:schemeClr val="tx2"/>
                </a:solidFill>
                <a:cs typeface="B Nazanin" panose="00000400000000000000" pitchFamily="2" charset="-78"/>
              </a:rPr>
              <a:t>چشم </a:t>
            </a:r>
            <a:r>
              <a:rPr lang="fa-IR" dirty="0">
                <a:solidFill>
                  <a:schemeClr val="tx2"/>
                </a:solidFill>
                <a:cs typeface="B Nazanin" panose="00000400000000000000" pitchFamily="2" charset="-78"/>
              </a:rPr>
              <a:t>انداز این فناوری در سازمان فرهنگ و ارتباطات اسلامی</a:t>
            </a:r>
          </a:p>
        </p:txBody>
      </p:sp>
    </p:spTree>
    <p:extLst>
      <p:ext uri="{BB962C8B-B14F-4D97-AF65-F5344CB8AC3E}">
        <p14:creationId xmlns:p14="http://schemas.microsoft.com/office/powerpoint/2010/main" val="36405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latin typeface=" BTITR"/>
                <a:cs typeface="B Titr" panose="00000700000000000000" pitchFamily="2" charset="-78"/>
              </a:rPr>
              <a:t>مقدمه</a:t>
            </a:r>
            <a:endParaRPr lang="fa-IR" dirty="0">
              <a:latin typeface=" BTITR"/>
              <a:cs typeface="B Titr" panose="00000700000000000000" pitchFamily="2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31914" y="3075266"/>
            <a:ext cx="661193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کنفرانس ویدئویی در حال تغییر 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روش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های </a:t>
            </a:r>
            <a:endParaRPr lang="fa-IR" sz="1600" b="1" dirty="0" smtClean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تجارت و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ارتباطات است </a:t>
            </a:r>
            <a:endParaRPr lang="fa-IR" sz="1600" b="1" dirty="0" smtClean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endParaRPr lang="fa-IR" sz="1600" b="1" dirty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endParaRPr lang="fa-IR" sz="1600" b="1" dirty="0" smtClean="0">
              <a:solidFill>
                <a:schemeClr val="accent1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endParaRPr lang="fa-IR" sz="1600" b="1" dirty="0">
              <a:solidFill>
                <a:schemeClr val="accent1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ویدئو کنفرانس سیستمی که به واسطه آن و با کمک یک </a:t>
            </a:r>
            <a:endParaRPr lang="fa-IR" sz="1600" b="1" dirty="0" smtClean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بستر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مخابراتی مناسب ارتباط صوتی و تصویری بین دو </a:t>
            </a:r>
            <a:endParaRPr lang="fa-IR" sz="1600" b="1" dirty="0" smtClean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یا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چند نقطه 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بصورت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همزمان برقرار و اشخاص 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حاضر</a:t>
            </a:r>
          </a:p>
          <a:p>
            <a:pPr algn="r" rtl="1"/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در این نقاط می توانند 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صدا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و تصویر طرف مقابل 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خود</a:t>
            </a:r>
          </a:p>
          <a:p>
            <a:pPr algn="r" rtl="1"/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 </a:t>
            </a:r>
            <a:r>
              <a:rPr lang="fa-IR" sz="1600" b="1" dirty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را دریافت نمایید</a:t>
            </a:r>
            <a:r>
              <a:rPr lang="fa-IR" sz="1600" b="1" dirty="0" smtClean="0">
                <a:solidFill>
                  <a:schemeClr val="accent2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Titr" panose="00000700000000000000" pitchFamily="2" charset="-78"/>
              </a:rPr>
              <a:t>.</a:t>
            </a:r>
          </a:p>
          <a:p>
            <a:pPr algn="r" rtl="1"/>
            <a:endParaRPr lang="fa-IR" sz="1600" b="1" dirty="0">
              <a:solidFill>
                <a:schemeClr val="accent2"/>
              </a:solidFill>
              <a:latin typeface="B Yekan+" panose="02000503030000020004" pitchFamily="2" charset="-78"/>
              <a:ea typeface="Times New Roman" panose="02020603050405020304" pitchFamily="18" charset="0"/>
              <a:cs typeface="B Titr" panose="00000700000000000000" pitchFamily="2" charset="-78"/>
            </a:endParaRPr>
          </a:p>
          <a:p>
            <a:pPr algn="r" rtl="1"/>
            <a:r>
              <a:rPr lang="ar-SA" sz="1600" dirty="0" smtClean="0">
                <a:solidFill>
                  <a:srgbClr val="000000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Yekan+" panose="02000503030000020004" pitchFamily="2" charset="-78"/>
              </a:rPr>
              <a:t/>
            </a:r>
            <a:br>
              <a:rPr lang="ar-SA" sz="1600" dirty="0" smtClean="0">
                <a:solidFill>
                  <a:srgbClr val="000000"/>
                </a:solidFill>
                <a:latin typeface="B Yekan+" panose="02000503030000020004" pitchFamily="2" charset="-78"/>
                <a:ea typeface="Times New Roman" panose="02020603050405020304" pitchFamily="18" charset="0"/>
                <a:cs typeface="B Yekan+" panose="02000503030000020004" pitchFamily="2" charset="-78"/>
              </a:rPr>
            </a:br>
            <a:endParaRPr lang="fa-IR" sz="1600" dirty="0">
              <a:latin typeface="B Yekan+" panose="02000503030000020004" pitchFamily="2" charset="-78"/>
              <a:cs typeface="B Yekan+" panose="02000503030000020004" pitchFamily="2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76" y="432230"/>
            <a:ext cx="1677420" cy="11331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20" y="4422369"/>
            <a:ext cx="2747577" cy="15386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8" t="24541" r="28858" b="29780"/>
          <a:stretch/>
        </p:blipFill>
        <p:spPr>
          <a:xfrm>
            <a:off x="870820" y="2302625"/>
            <a:ext cx="3468348" cy="185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4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43841" y="4002579"/>
            <a:ext cx="3899852" cy="1272957"/>
          </a:xfrm>
        </p:spPr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موضوعات قابل ارائه در</a:t>
            </a:r>
            <a:br>
              <a:rPr lang="fa-IR" dirty="0" smtClean="0">
                <a:cs typeface="B Titr" panose="00000700000000000000" pitchFamily="2" charset="-78"/>
              </a:rPr>
            </a:br>
            <a:r>
              <a:rPr lang="fa-IR" dirty="0" smtClean="0">
                <a:cs typeface="B Titr" panose="00000700000000000000" pitchFamily="2" charset="-78"/>
              </a:rPr>
              <a:t> مورد ویدئو کنفرانس</a:t>
            </a:r>
            <a:endParaRPr lang="en-US" dirty="0">
              <a:cs typeface="B Titr" panose="00000700000000000000" pitchFamily="2" charset="-78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7736"/>
              </p:ext>
            </p:extLst>
          </p:nvPr>
        </p:nvGraphicFramePr>
        <p:xfrm>
          <a:off x="3593353" y="158054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CorelDRAW" r:id="rId3" imgW="1737765" imgH="1555740" progId="CorelDraw.Graphic.17">
                  <p:embed/>
                </p:oleObj>
              </mc:Choice>
              <mc:Fallback>
                <p:oleObj name="CorelDRAW" r:id="rId3" imgW="1737765" imgH="1555740" progId="CorelDraw.Graphic.17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3353" y="158054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59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Connector 108"/>
          <p:cNvCxnSpPr/>
          <p:nvPr/>
        </p:nvCxnSpPr>
        <p:spPr>
          <a:xfrm>
            <a:off x="2093913" y="3758543"/>
            <a:ext cx="0" cy="285007"/>
          </a:xfrm>
          <a:prstGeom prst="line">
            <a:avLst/>
          </a:prstGeom>
          <a:ln w="25400" cap="rnd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3351213" y="3758543"/>
            <a:ext cx="0" cy="285007"/>
          </a:xfrm>
          <a:prstGeom prst="line">
            <a:avLst/>
          </a:prstGeom>
          <a:ln w="254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4611689" y="3758543"/>
            <a:ext cx="0" cy="285007"/>
          </a:xfrm>
          <a:prstGeom prst="line">
            <a:avLst/>
          </a:prstGeom>
          <a:ln w="25400" cap="rnd">
            <a:gradFill>
              <a:gsLst>
                <a:gs pos="0">
                  <a:schemeClr val="accent4">
                    <a:lumMod val="8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5872164" y="3758543"/>
            <a:ext cx="0" cy="285007"/>
          </a:xfrm>
          <a:prstGeom prst="line">
            <a:avLst/>
          </a:prstGeom>
          <a:ln w="25400" cap="rnd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7124701" y="3758543"/>
            <a:ext cx="0" cy="285007"/>
          </a:xfrm>
          <a:prstGeom prst="line">
            <a:avLst/>
          </a:prstGeom>
          <a:ln w="25400" cap="rnd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Freeform 7"/>
          <p:cNvSpPr>
            <a:spLocks/>
          </p:cNvSpPr>
          <p:nvPr/>
        </p:nvSpPr>
        <p:spPr bwMode="auto">
          <a:xfrm>
            <a:off x="5905501" y="2219325"/>
            <a:ext cx="2420938" cy="1025525"/>
          </a:xfrm>
          <a:custGeom>
            <a:avLst/>
            <a:gdLst>
              <a:gd name="T0" fmla="*/ 394 w 763"/>
              <a:gd name="T1" fmla="*/ 0 h 323"/>
              <a:gd name="T2" fmla="*/ 14 w 763"/>
              <a:gd name="T3" fmla="*/ 0 h 323"/>
              <a:gd name="T4" fmla="*/ 4 w 763"/>
              <a:gd name="T5" fmla="*/ 4 h 323"/>
              <a:gd name="T6" fmla="*/ 0 w 763"/>
              <a:gd name="T7" fmla="*/ 14 h 323"/>
              <a:gd name="T8" fmla="*/ 14 w 763"/>
              <a:gd name="T9" fmla="*/ 28 h 323"/>
              <a:gd name="T10" fmla="*/ 394 w 763"/>
              <a:gd name="T11" fmla="*/ 28 h 323"/>
              <a:gd name="T12" fmla="*/ 736 w 763"/>
              <a:gd name="T13" fmla="*/ 323 h 323"/>
              <a:gd name="T14" fmla="*/ 743 w 763"/>
              <a:gd name="T15" fmla="*/ 317 h 323"/>
              <a:gd name="T16" fmla="*/ 754 w 763"/>
              <a:gd name="T17" fmla="*/ 312 h 323"/>
              <a:gd name="T18" fmla="*/ 763 w 763"/>
              <a:gd name="T19" fmla="*/ 316 h 323"/>
              <a:gd name="T20" fmla="*/ 394 w 763"/>
              <a:gd name="T21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63" h="323">
                <a:moveTo>
                  <a:pt x="394" y="0"/>
                </a:moveTo>
                <a:cubicBezTo>
                  <a:pt x="14" y="0"/>
                  <a:pt x="14" y="0"/>
                  <a:pt x="14" y="0"/>
                </a:cubicBezTo>
                <a:cubicBezTo>
                  <a:pt x="10" y="0"/>
                  <a:pt x="6" y="1"/>
                  <a:pt x="4" y="4"/>
                </a:cubicBezTo>
                <a:cubicBezTo>
                  <a:pt x="1" y="6"/>
                  <a:pt x="0" y="10"/>
                  <a:pt x="0" y="14"/>
                </a:cubicBezTo>
                <a:cubicBezTo>
                  <a:pt x="0" y="21"/>
                  <a:pt x="6" y="28"/>
                  <a:pt x="14" y="28"/>
                </a:cubicBezTo>
                <a:cubicBezTo>
                  <a:pt x="394" y="28"/>
                  <a:pt x="394" y="28"/>
                  <a:pt x="394" y="28"/>
                </a:cubicBezTo>
                <a:cubicBezTo>
                  <a:pt x="567" y="28"/>
                  <a:pt x="712" y="156"/>
                  <a:pt x="736" y="323"/>
                </a:cubicBezTo>
                <a:cubicBezTo>
                  <a:pt x="743" y="317"/>
                  <a:pt x="743" y="317"/>
                  <a:pt x="743" y="317"/>
                </a:cubicBezTo>
                <a:cubicBezTo>
                  <a:pt x="746" y="314"/>
                  <a:pt x="750" y="312"/>
                  <a:pt x="754" y="312"/>
                </a:cubicBezTo>
                <a:cubicBezTo>
                  <a:pt x="757" y="312"/>
                  <a:pt x="760" y="313"/>
                  <a:pt x="763" y="316"/>
                </a:cubicBezTo>
                <a:cubicBezTo>
                  <a:pt x="735" y="137"/>
                  <a:pt x="580" y="0"/>
                  <a:pt x="394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8"/>
          <p:cNvSpPr>
            <a:spLocks/>
          </p:cNvSpPr>
          <p:nvPr/>
        </p:nvSpPr>
        <p:spPr bwMode="auto">
          <a:xfrm>
            <a:off x="658813" y="2219325"/>
            <a:ext cx="2579688" cy="1320800"/>
          </a:xfrm>
          <a:custGeom>
            <a:avLst/>
            <a:gdLst>
              <a:gd name="T0" fmla="*/ 813 w 813"/>
              <a:gd name="T1" fmla="*/ 14 h 416"/>
              <a:gd name="T2" fmla="*/ 809 w 813"/>
              <a:gd name="T3" fmla="*/ 24 h 416"/>
              <a:gd name="T4" fmla="*/ 799 w 813"/>
              <a:gd name="T5" fmla="*/ 28 h 416"/>
              <a:gd name="T6" fmla="*/ 425 w 813"/>
              <a:gd name="T7" fmla="*/ 28 h 416"/>
              <a:gd name="T8" fmla="*/ 79 w 813"/>
              <a:gd name="T9" fmla="*/ 363 h 416"/>
              <a:gd name="T10" fmla="*/ 103 w 813"/>
              <a:gd name="T11" fmla="*/ 339 h 416"/>
              <a:gd name="T12" fmla="*/ 124 w 813"/>
              <a:gd name="T13" fmla="*/ 339 h 416"/>
              <a:gd name="T14" fmla="*/ 129 w 813"/>
              <a:gd name="T15" fmla="*/ 350 h 416"/>
              <a:gd name="T16" fmla="*/ 124 w 813"/>
              <a:gd name="T17" fmla="*/ 361 h 416"/>
              <a:gd name="T18" fmla="*/ 76 w 813"/>
              <a:gd name="T19" fmla="*/ 410 h 416"/>
              <a:gd name="T20" fmla="*/ 54 w 813"/>
              <a:gd name="T21" fmla="*/ 410 h 416"/>
              <a:gd name="T22" fmla="*/ 6 w 813"/>
              <a:gd name="T23" fmla="*/ 361 h 416"/>
              <a:gd name="T24" fmla="*/ 6 w 813"/>
              <a:gd name="T25" fmla="*/ 339 h 416"/>
              <a:gd name="T26" fmla="*/ 17 w 813"/>
              <a:gd name="T27" fmla="*/ 335 h 416"/>
              <a:gd name="T28" fmla="*/ 27 w 813"/>
              <a:gd name="T29" fmla="*/ 339 h 416"/>
              <a:gd name="T30" fmla="*/ 51 w 813"/>
              <a:gd name="T31" fmla="*/ 363 h 416"/>
              <a:gd name="T32" fmla="*/ 425 w 813"/>
              <a:gd name="T33" fmla="*/ 0 h 416"/>
              <a:gd name="T34" fmla="*/ 799 w 813"/>
              <a:gd name="T35" fmla="*/ 0 h 416"/>
              <a:gd name="T36" fmla="*/ 813 w 813"/>
              <a:gd name="T37" fmla="*/ 14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13" h="416">
                <a:moveTo>
                  <a:pt x="813" y="14"/>
                </a:moveTo>
                <a:cubicBezTo>
                  <a:pt x="813" y="18"/>
                  <a:pt x="812" y="21"/>
                  <a:pt x="809" y="24"/>
                </a:cubicBezTo>
                <a:cubicBezTo>
                  <a:pt x="807" y="26"/>
                  <a:pt x="803" y="28"/>
                  <a:pt x="799" y="28"/>
                </a:cubicBezTo>
                <a:cubicBezTo>
                  <a:pt x="425" y="28"/>
                  <a:pt x="425" y="28"/>
                  <a:pt x="425" y="28"/>
                </a:cubicBezTo>
                <a:cubicBezTo>
                  <a:pt x="238" y="28"/>
                  <a:pt x="85" y="177"/>
                  <a:pt x="79" y="363"/>
                </a:cubicBezTo>
                <a:cubicBezTo>
                  <a:pt x="103" y="339"/>
                  <a:pt x="103" y="339"/>
                  <a:pt x="103" y="339"/>
                </a:cubicBezTo>
                <a:cubicBezTo>
                  <a:pt x="109" y="333"/>
                  <a:pt x="118" y="333"/>
                  <a:pt x="124" y="339"/>
                </a:cubicBezTo>
                <a:cubicBezTo>
                  <a:pt x="127" y="343"/>
                  <a:pt x="129" y="346"/>
                  <a:pt x="129" y="350"/>
                </a:cubicBezTo>
                <a:cubicBezTo>
                  <a:pt x="129" y="354"/>
                  <a:pt x="127" y="358"/>
                  <a:pt x="124" y="361"/>
                </a:cubicBezTo>
                <a:cubicBezTo>
                  <a:pt x="76" y="410"/>
                  <a:pt x="76" y="410"/>
                  <a:pt x="76" y="410"/>
                </a:cubicBezTo>
                <a:cubicBezTo>
                  <a:pt x="70" y="416"/>
                  <a:pt x="60" y="416"/>
                  <a:pt x="54" y="410"/>
                </a:cubicBezTo>
                <a:cubicBezTo>
                  <a:pt x="6" y="361"/>
                  <a:pt x="6" y="361"/>
                  <a:pt x="6" y="361"/>
                </a:cubicBezTo>
                <a:cubicBezTo>
                  <a:pt x="0" y="355"/>
                  <a:pt x="0" y="346"/>
                  <a:pt x="6" y="339"/>
                </a:cubicBezTo>
                <a:cubicBezTo>
                  <a:pt x="9" y="336"/>
                  <a:pt x="13" y="335"/>
                  <a:pt x="17" y="335"/>
                </a:cubicBezTo>
                <a:cubicBezTo>
                  <a:pt x="21" y="335"/>
                  <a:pt x="24" y="336"/>
                  <a:pt x="27" y="339"/>
                </a:cubicBezTo>
                <a:cubicBezTo>
                  <a:pt x="51" y="363"/>
                  <a:pt x="51" y="363"/>
                  <a:pt x="51" y="363"/>
                </a:cubicBezTo>
                <a:cubicBezTo>
                  <a:pt x="57" y="162"/>
                  <a:pt x="222" y="0"/>
                  <a:pt x="425" y="0"/>
                </a:cubicBezTo>
                <a:cubicBezTo>
                  <a:pt x="799" y="0"/>
                  <a:pt x="799" y="0"/>
                  <a:pt x="799" y="0"/>
                </a:cubicBezTo>
                <a:cubicBezTo>
                  <a:pt x="807" y="0"/>
                  <a:pt x="813" y="6"/>
                  <a:pt x="813" y="14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27"/>
          <p:cNvSpPr>
            <a:spLocks/>
          </p:cNvSpPr>
          <p:nvPr/>
        </p:nvSpPr>
        <p:spPr bwMode="auto">
          <a:xfrm>
            <a:off x="6502401" y="2740025"/>
            <a:ext cx="1258888" cy="1270000"/>
          </a:xfrm>
          <a:custGeom>
            <a:avLst/>
            <a:gdLst>
              <a:gd name="T0" fmla="*/ 423 w 793"/>
              <a:gd name="T1" fmla="*/ 800 h 800"/>
              <a:gd name="T2" fmla="*/ 423 w 793"/>
              <a:gd name="T3" fmla="*/ 650 h 800"/>
              <a:gd name="T4" fmla="*/ 0 w 793"/>
              <a:gd name="T5" fmla="*/ 650 h 800"/>
              <a:gd name="T6" fmla="*/ 0 w 793"/>
              <a:gd name="T7" fmla="*/ 148 h 800"/>
              <a:gd name="T8" fmla="*/ 423 w 793"/>
              <a:gd name="T9" fmla="*/ 148 h 800"/>
              <a:gd name="T10" fmla="*/ 423 w 793"/>
              <a:gd name="T11" fmla="*/ 0 h 800"/>
              <a:gd name="T12" fmla="*/ 793 w 793"/>
              <a:gd name="T13" fmla="*/ 400 h 800"/>
              <a:gd name="T14" fmla="*/ 423 w 793"/>
              <a:gd name="T15" fmla="*/ 80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93" h="800">
                <a:moveTo>
                  <a:pt x="423" y="800"/>
                </a:moveTo>
                <a:lnTo>
                  <a:pt x="423" y="650"/>
                </a:lnTo>
                <a:lnTo>
                  <a:pt x="0" y="650"/>
                </a:lnTo>
                <a:lnTo>
                  <a:pt x="0" y="148"/>
                </a:lnTo>
                <a:lnTo>
                  <a:pt x="423" y="148"/>
                </a:lnTo>
                <a:lnTo>
                  <a:pt x="423" y="0"/>
                </a:lnTo>
                <a:lnTo>
                  <a:pt x="793" y="400"/>
                </a:lnTo>
                <a:lnTo>
                  <a:pt x="423" y="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>
            <a:off x="1465263" y="2974975"/>
            <a:ext cx="1258888" cy="796925"/>
          </a:xfrm>
          <a:custGeom>
            <a:avLst/>
            <a:gdLst>
              <a:gd name="T0" fmla="*/ 397 w 397"/>
              <a:gd name="T1" fmla="*/ 251 h 251"/>
              <a:gd name="T2" fmla="*/ 126 w 397"/>
              <a:gd name="T3" fmla="*/ 251 h 251"/>
              <a:gd name="T4" fmla="*/ 0 w 397"/>
              <a:gd name="T5" fmla="*/ 126 h 251"/>
              <a:gd name="T6" fmla="*/ 0 w 397"/>
              <a:gd name="T7" fmla="*/ 126 h 251"/>
              <a:gd name="T8" fmla="*/ 126 w 397"/>
              <a:gd name="T9" fmla="*/ 0 h 251"/>
              <a:gd name="T10" fmla="*/ 397 w 397"/>
              <a:gd name="T11" fmla="*/ 0 h 251"/>
              <a:gd name="T12" fmla="*/ 397 w 397"/>
              <a:gd name="T13" fmla="*/ 251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7" h="251">
                <a:moveTo>
                  <a:pt x="397" y="251"/>
                </a:moveTo>
                <a:cubicBezTo>
                  <a:pt x="126" y="251"/>
                  <a:pt x="126" y="251"/>
                  <a:pt x="126" y="251"/>
                </a:cubicBezTo>
                <a:cubicBezTo>
                  <a:pt x="56" y="251"/>
                  <a:pt x="0" y="19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56"/>
                  <a:pt x="56" y="0"/>
                  <a:pt x="126" y="0"/>
                </a:cubicBezTo>
                <a:cubicBezTo>
                  <a:pt x="397" y="0"/>
                  <a:pt x="397" y="0"/>
                  <a:pt x="397" y="0"/>
                </a:cubicBezTo>
                <a:lnTo>
                  <a:pt x="397" y="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2724151" y="2974975"/>
            <a:ext cx="1260475" cy="796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3984626" y="2974975"/>
            <a:ext cx="1260475" cy="796925"/>
          </a:xfrm>
          <a:prstGeom prst="rect">
            <a:avLst/>
          </a:prstGeom>
          <a:gradFill>
            <a:gsLst>
              <a:gs pos="0">
                <a:schemeClr val="accent4">
                  <a:lumMod val="8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81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31"/>
          <p:cNvSpPr>
            <a:spLocks noChangeArrowheads="1"/>
          </p:cNvSpPr>
          <p:nvPr/>
        </p:nvSpPr>
        <p:spPr bwMode="auto">
          <a:xfrm>
            <a:off x="5245101" y="2974975"/>
            <a:ext cx="1257300" cy="796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Title 6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2000" dirty="0">
                <a:cs typeface="B Titr" panose="00000700000000000000" pitchFamily="2" charset="-78"/>
              </a:rPr>
              <a:t>موضوعات قابل ارائه </a:t>
            </a:r>
            <a:r>
              <a:rPr lang="fa-IR" sz="2000" dirty="0" smtClean="0">
                <a:cs typeface="B Titr" panose="00000700000000000000" pitchFamily="2" charset="-78"/>
              </a:rPr>
              <a:t>درمورد </a:t>
            </a:r>
            <a:r>
              <a:rPr lang="fa-IR" sz="2000" dirty="0">
                <a:cs typeface="B Titr" panose="00000700000000000000" pitchFamily="2" charset="-78"/>
              </a:rPr>
              <a:t>ویدئو کنفرانس</a:t>
            </a:r>
            <a:endParaRPr lang="en-US" sz="2000" dirty="0"/>
          </a:p>
        </p:txBody>
      </p:sp>
      <p:sp>
        <p:nvSpPr>
          <p:cNvPr id="66" name="Footer Placeholder 6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67" name="Slide Number Placeholder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4</a:t>
            </a:fld>
            <a:endParaRPr lang="en-US"/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3"/>
          </p:nvPr>
        </p:nvSpPr>
        <p:spPr>
          <a:xfrm>
            <a:off x="731838" y="808780"/>
            <a:ext cx="3767138" cy="360892"/>
          </a:xfrm>
        </p:spPr>
        <p:txBody>
          <a:bodyPr/>
          <a:lstStyle/>
          <a:p>
            <a:pPr algn="r"/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</a:t>
            </a:r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 </a:t>
            </a:r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7011988" y="4035425"/>
            <a:ext cx="225425" cy="279400"/>
          </a:xfrm>
          <a:custGeom>
            <a:avLst/>
            <a:gdLst>
              <a:gd name="T0" fmla="*/ 71 w 71"/>
              <a:gd name="T1" fmla="*/ 35 h 88"/>
              <a:gd name="T2" fmla="*/ 69 w 71"/>
              <a:gd name="T3" fmla="*/ 29 h 88"/>
              <a:gd name="T4" fmla="*/ 43 w 71"/>
              <a:gd name="T5" fmla="*/ 3 h 88"/>
              <a:gd name="T6" fmla="*/ 43 w 71"/>
              <a:gd name="T7" fmla="*/ 4 h 88"/>
              <a:gd name="T8" fmla="*/ 42 w 71"/>
              <a:gd name="T9" fmla="*/ 2 h 88"/>
              <a:gd name="T10" fmla="*/ 41 w 71"/>
              <a:gd name="T11" fmla="*/ 2 h 88"/>
              <a:gd name="T12" fmla="*/ 41 w 71"/>
              <a:gd name="T13" fmla="*/ 1 h 88"/>
              <a:gd name="T14" fmla="*/ 40 w 71"/>
              <a:gd name="T15" fmla="*/ 1 h 88"/>
              <a:gd name="T16" fmla="*/ 39 w 71"/>
              <a:gd name="T17" fmla="*/ 1 h 88"/>
              <a:gd name="T18" fmla="*/ 39 w 71"/>
              <a:gd name="T19" fmla="*/ 1 h 88"/>
              <a:gd name="T20" fmla="*/ 39 w 71"/>
              <a:gd name="T21" fmla="*/ 0 h 88"/>
              <a:gd name="T22" fmla="*/ 36 w 71"/>
              <a:gd name="T23" fmla="*/ 0 h 88"/>
              <a:gd name="T24" fmla="*/ 33 w 71"/>
              <a:gd name="T25" fmla="*/ 1 h 88"/>
              <a:gd name="T26" fmla="*/ 32 w 71"/>
              <a:gd name="T27" fmla="*/ 1 h 88"/>
              <a:gd name="T28" fmla="*/ 31 w 71"/>
              <a:gd name="T29" fmla="*/ 2 h 88"/>
              <a:gd name="T30" fmla="*/ 30 w 71"/>
              <a:gd name="T31" fmla="*/ 2 h 88"/>
              <a:gd name="T32" fmla="*/ 3 w 71"/>
              <a:gd name="T33" fmla="*/ 29 h 88"/>
              <a:gd name="T34" fmla="*/ 3 w 71"/>
              <a:gd name="T35" fmla="*/ 41 h 88"/>
              <a:gd name="T36" fmla="*/ 9 w 71"/>
              <a:gd name="T37" fmla="*/ 44 h 88"/>
              <a:gd name="T38" fmla="*/ 16 w 71"/>
              <a:gd name="T39" fmla="*/ 41 h 88"/>
              <a:gd name="T40" fmla="*/ 28 w 71"/>
              <a:gd name="T41" fmla="*/ 29 h 88"/>
              <a:gd name="T42" fmla="*/ 28 w 71"/>
              <a:gd name="T43" fmla="*/ 79 h 88"/>
              <a:gd name="T44" fmla="*/ 36 w 71"/>
              <a:gd name="T45" fmla="*/ 88 h 88"/>
              <a:gd name="T46" fmla="*/ 42 w 71"/>
              <a:gd name="T47" fmla="*/ 85 h 88"/>
              <a:gd name="T48" fmla="*/ 45 w 71"/>
              <a:gd name="T49" fmla="*/ 79 h 88"/>
              <a:gd name="T50" fmla="*/ 45 w 71"/>
              <a:gd name="T51" fmla="*/ 29 h 88"/>
              <a:gd name="T52" fmla="*/ 57 w 71"/>
              <a:gd name="T53" fmla="*/ 41 h 88"/>
              <a:gd name="T54" fmla="*/ 69 w 71"/>
              <a:gd name="T55" fmla="*/ 41 h 88"/>
              <a:gd name="T56" fmla="*/ 71 w 71"/>
              <a:gd name="T57" fmla="*/ 3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71" h="88">
                <a:moveTo>
                  <a:pt x="71" y="35"/>
                </a:moveTo>
                <a:cubicBezTo>
                  <a:pt x="71" y="33"/>
                  <a:pt x="70" y="31"/>
                  <a:pt x="69" y="29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4"/>
                  <a:pt x="43" y="4"/>
                  <a:pt x="43" y="4"/>
                </a:cubicBezTo>
                <a:cubicBezTo>
                  <a:pt x="43" y="3"/>
                  <a:pt x="43" y="3"/>
                  <a:pt x="42" y="2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1"/>
                  <a:pt x="41" y="1"/>
                  <a:pt x="41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39" y="0"/>
                  <a:pt x="39" y="0"/>
                  <a:pt x="39" y="0"/>
                </a:cubicBezTo>
                <a:cubicBezTo>
                  <a:pt x="38" y="0"/>
                  <a:pt x="37" y="0"/>
                  <a:pt x="36" y="0"/>
                </a:cubicBezTo>
                <a:cubicBezTo>
                  <a:pt x="35" y="0"/>
                  <a:pt x="34" y="0"/>
                  <a:pt x="33" y="1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1"/>
                  <a:pt x="31" y="1"/>
                  <a:pt x="31" y="2"/>
                </a:cubicBezTo>
                <a:cubicBezTo>
                  <a:pt x="30" y="2"/>
                  <a:pt x="30" y="2"/>
                  <a:pt x="30" y="2"/>
                </a:cubicBezTo>
                <a:cubicBezTo>
                  <a:pt x="3" y="29"/>
                  <a:pt x="3" y="29"/>
                  <a:pt x="3" y="29"/>
                </a:cubicBezTo>
                <a:cubicBezTo>
                  <a:pt x="0" y="32"/>
                  <a:pt x="0" y="38"/>
                  <a:pt x="3" y="41"/>
                </a:cubicBezTo>
                <a:cubicBezTo>
                  <a:pt x="5" y="43"/>
                  <a:pt x="7" y="44"/>
                  <a:pt x="9" y="44"/>
                </a:cubicBezTo>
                <a:cubicBezTo>
                  <a:pt x="12" y="44"/>
                  <a:pt x="14" y="43"/>
                  <a:pt x="16" y="41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84"/>
                  <a:pt x="31" y="88"/>
                  <a:pt x="36" y="88"/>
                </a:cubicBezTo>
                <a:cubicBezTo>
                  <a:pt x="38" y="88"/>
                  <a:pt x="41" y="87"/>
                  <a:pt x="42" y="85"/>
                </a:cubicBezTo>
                <a:cubicBezTo>
                  <a:pt x="44" y="84"/>
                  <a:pt x="45" y="82"/>
                  <a:pt x="45" y="79"/>
                </a:cubicBezTo>
                <a:cubicBezTo>
                  <a:pt x="45" y="29"/>
                  <a:pt x="45" y="29"/>
                  <a:pt x="45" y="29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4"/>
                  <a:pt x="65" y="44"/>
                  <a:pt x="69" y="41"/>
                </a:cubicBezTo>
                <a:cubicBezTo>
                  <a:pt x="70" y="39"/>
                  <a:pt x="71" y="37"/>
                  <a:pt x="71" y="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3238501" y="4035425"/>
            <a:ext cx="225425" cy="279400"/>
          </a:xfrm>
          <a:custGeom>
            <a:avLst/>
            <a:gdLst>
              <a:gd name="T0" fmla="*/ 71 w 71"/>
              <a:gd name="T1" fmla="*/ 35 h 88"/>
              <a:gd name="T2" fmla="*/ 69 w 71"/>
              <a:gd name="T3" fmla="*/ 29 h 88"/>
              <a:gd name="T4" fmla="*/ 42 w 71"/>
              <a:gd name="T5" fmla="*/ 2 h 88"/>
              <a:gd name="T6" fmla="*/ 41 w 71"/>
              <a:gd name="T7" fmla="*/ 1 h 88"/>
              <a:gd name="T8" fmla="*/ 40 w 71"/>
              <a:gd name="T9" fmla="*/ 1 h 88"/>
              <a:gd name="T10" fmla="*/ 39 w 71"/>
              <a:gd name="T11" fmla="*/ 0 h 88"/>
              <a:gd name="T12" fmla="*/ 36 w 71"/>
              <a:gd name="T13" fmla="*/ 0 h 88"/>
              <a:gd name="T14" fmla="*/ 36 w 71"/>
              <a:gd name="T15" fmla="*/ 0 h 88"/>
              <a:gd name="T16" fmla="*/ 35 w 71"/>
              <a:gd name="T17" fmla="*/ 0 h 88"/>
              <a:gd name="T18" fmla="*/ 34 w 71"/>
              <a:gd name="T19" fmla="*/ 0 h 88"/>
              <a:gd name="T20" fmla="*/ 33 w 71"/>
              <a:gd name="T21" fmla="*/ 1 h 88"/>
              <a:gd name="T22" fmla="*/ 30 w 71"/>
              <a:gd name="T23" fmla="*/ 2 h 88"/>
              <a:gd name="T24" fmla="*/ 4 w 71"/>
              <a:gd name="T25" fmla="*/ 29 h 88"/>
              <a:gd name="T26" fmla="*/ 4 w 71"/>
              <a:gd name="T27" fmla="*/ 41 h 88"/>
              <a:gd name="T28" fmla="*/ 10 w 71"/>
              <a:gd name="T29" fmla="*/ 44 h 88"/>
              <a:gd name="T30" fmla="*/ 16 w 71"/>
              <a:gd name="T31" fmla="*/ 41 h 88"/>
              <a:gd name="T32" fmla="*/ 28 w 71"/>
              <a:gd name="T33" fmla="*/ 29 h 88"/>
              <a:gd name="T34" fmla="*/ 28 w 71"/>
              <a:gd name="T35" fmla="*/ 79 h 88"/>
              <a:gd name="T36" fmla="*/ 36 w 71"/>
              <a:gd name="T37" fmla="*/ 88 h 88"/>
              <a:gd name="T38" fmla="*/ 42 w 71"/>
              <a:gd name="T39" fmla="*/ 85 h 88"/>
              <a:gd name="T40" fmla="*/ 45 w 71"/>
              <a:gd name="T41" fmla="*/ 79 h 88"/>
              <a:gd name="T42" fmla="*/ 45 w 71"/>
              <a:gd name="T43" fmla="*/ 29 h 88"/>
              <a:gd name="T44" fmla="*/ 57 w 71"/>
              <a:gd name="T45" fmla="*/ 41 h 88"/>
              <a:gd name="T46" fmla="*/ 69 w 71"/>
              <a:gd name="T47" fmla="*/ 41 h 88"/>
              <a:gd name="T48" fmla="*/ 71 w 71"/>
              <a:gd name="T49" fmla="*/ 3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1" h="88">
                <a:moveTo>
                  <a:pt x="71" y="35"/>
                </a:moveTo>
                <a:cubicBezTo>
                  <a:pt x="71" y="33"/>
                  <a:pt x="71" y="31"/>
                  <a:pt x="69" y="29"/>
                </a:cubicBezTo>
                <a:cubicBezTo>
                  <a:pt x="42" y="2"/>
                  <a:pt x="42" y="2"/>
                  <a:pt x="42" y="2"/>
                </a:cubicBezTo>
                <a:cubicBezTo>
                  <a:pt x="42" y="2"/>
                  <a:pt x="41" y="2"/>
                  <a:pt x="41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39" y="0"/>
                  <a:pt x="39" y="0"/>
                </a:cubicBezTo>
                <a:cubicBezTo>
                  <a:pt x="38" y="0"/>
                  <a:pt x="37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3" y="1"/>
                  <a:pt x="33" y="1"/>
                  <a:pt x="33" y="1"/>
                </a:cubicBezTo>
                <a:cubicBezTo>
                  <a:pt x="32" y="1"/>
                  <a:pt x="31" y="2"/>
                  <a:pt x="30" y="2"/>
                </a:cubicBezTo>
                <a:cubicBezTo>
                  <a:pt x="4" y="29"/>
                  <a:pt x="4" y="29"/>
                  <a:pt x="4" y="29"/>
                </a:cubicBezTo>
                <a:cubicBezTo>
                  <a:pt x="0" y="32"/>
                  <a:pt x="0" y="38"/>
                  <a:pt x="4" y="41"/>
                </a:cubicBezTo>
                <a:cubicBezTo>
                  <a:pt x="5" y="43"/>
                  <a:pt x="7" y="44"/>
                  <a:pt x="10" y="44"/>
                </a:cubicBezTo>
                <a:cubicBezTo>
                  <a:pt x="12" y="44"/>
                  <a:pt x="14" y="43"/>
                  <a:pt x="16" y="41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84"/>
                  <a:pt x="32" y="88"/>
                  <a:pt x="36" y="88"/>
                </a:cubicBezTo>
                <a:cubicBezTo>
                  <a:pt x="39" y="88"/>
                  <a:pt x="41" y="87"/>
                  <a:pt x="42" y="85"/>
                </a:cubicBezTo>
                <a:cubicBezTo>
                  <a:pt x="44" y="84"/>
                  <a:pt x="45" y="82"/>
                  <a:pt x="45" y="79"/>
                </a:cubicBezTo>
                <a:cubicBezTo>
                  <a:pt x="45" y="29"/>
                  <a:pt x="45" y="29"/>
                  <a:pt x="45" y="29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4"/>
                  <a:pt x="66" y="44"/>
                  <a:pt x="69" y="41"/>
                </a:cubicBezTo>
                <a:cubicBezTo>
                  <a:pt x="71" y="39"/>
                  <a:pt x="71" y="37"/>
                  <a:pt x="71" y="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3"/>
          <p:cNvSpPr>
            <a:spLocks/>
          </p:cNvSpPr>
          <p:nvPr/>
        </p:nvSpPr>
        <p:spPr bwMode="auto">
          <a:xfrm>
            <a:off x="1979613" y="4035425"/>
            <a:ext cx="228600" cy="279400"/>
          </a:xfrm>
          <a:custGeom>
            <a:avLst/>
            <a:gdLst>
              <a:gd name="T0" fmla="*/ 72 w 72"/>
              <a:gd name="T1" fmla="*/ 35 h 88"/>
              <a:gd name="T2" fmla="*/ 69 w 72"/>
              <a:gd name="T3" fmla="*/ 29 h 88"/>
              <a:gd name="T4" fmla="*/ 42 w 72"/>
              <a:gd name="T5" fmla="*/ 2 h 88"/>
              <a:gd name="T6" fmla="*/ 39 w 72"/>
              <a:gd name="T7" fmla="*/ 0 h 88"/>
              <a:gd name="T8" fmla="*/ 33 w 72"/>
              <a:gd name="T9" fmla="*/ 1 h 88"/>
              <a:gd name="T10" fmla="*/ 33 w 72"/>
              <a:gd name="T11" fmla="*/ 1 h 88"/>
              <a:gd name="T12" fmla="*/ 31 w 72"/>
              <a:gd name="T13" fmla="*/ 2 h 88"/>
              <a:gd name="T14" fmla="*/ 30 w 72"/>
              <a:gd name="T15" fmla="*/ 2 h 88"/>
              <a:gd name="T16" fmla="*/ 4 w 72"/>
              <a:gd name="T17" fmla="*/ 29 h 88"/>
              <a:gd name="T18" fmla="*/ 4 w 72"/>
              <a:gd name="T19" fmla="*/ 41 h 88"/>
              <a:gd name="T20" fmla="*/ 10 w 72"/>
              <a:gd name="T21" fmla="*/ 44 h 88"/>
              <a:gd name="T22" fmla="*/ 16 w 72"/>
              <a:gd name="T23" fmla="*/ 41 h 88"/>
              <a:gd name="T24" fmla="*/ 28 w 72"/>
              <a:gd name="T25" fmla="*/ 29 h 88"/>
              <a:gd name="T26" fmla="*/ 28 w 72"/>
              <a:gd name="T27" fmla="*/ 79 h 88"/>
              <a:gd name="T28" fmla="*/ 36 w 72"/>
              <a:gd name="T29" fmla="*/ 88 h 88"/>
              <a:gd name="T30" fmla="*/ 42 w 72"/>
              <a:gd name="T31" fmla="*/ 85 h 88"/>
              <a:gd name="T32" fmla="*/ 45 w 72"/>
              <a:gd name="T33" fmla="*/ 79 h 88"/>
              <a:gd name="T34" fmla="*/ 45 w 72"/>
              <a:gd name="T35" fmla="*/ 29 h 88"/>
              <a:gd name="T36" fmla="*/ 57 w 72"/>
              <a:gd name="T37" fmla="*/ 41 h 88"/>
              <a:gd name="T38" fmla="*/ 69 w 72"/>
              <a:gd name="T39" fmla="*/ 41 h 88"/>
              <a:gd name="T40" fmla="*/ 72 w 72"/>
              <a:gd name="T41" fmla="*/ 3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2" h="88">
                <a:moveTo>
                  <a:pt x="72" y="35"/>
                </a:moveTo>
                <a:cubicBezTo>
                  <a:pt x="72" y="33"/>
                  <a:pt x="71" y="31"/>
                  <a:pt x="69" y="29"/>
                </a:cubicBezTo>
                <a:cubicBezTo>
                  <a:pt x="42" y="2"/>
                  <a:pt x="42" y="2"/>
                  <a:pt x="42" y="2"/>
                </a:cubicBezTo>
                <a:cubicBezTo>
                  <a:pt x="41" y="1"/>
                  <a:pt x="40" y="1"/>
                  <a:pt x="39" y="0"/>
                </a:cubicBezTo>
                <a:cubicBezTo>
                  <a:pt x="37" y="0"/>
                  <a:pt x="35" y="0"/>
                  <a:pt x="33" y="1"/>
                </a:cubicBezTo>
                <a:cubicBezTo>
                  <a:pt x="33" y="1"/>
                  <a:pt x="33" y="1"/>
                  <a:pt x="33" y="1"/>
                </a:cubicBezTo>
                <a:cubicBezTo>
                  <a:pt x="32" y="1"/>
                  <a:pt x="32" y="1"/>
                  <a:pt x="31" y="2"/>
                </a:cubicBezTo>
                <a:cubicBezTo>
                  <a:pt x="30" y="2"/>
                  <a:pt x="30" y="2"/>
                  <a:pt x="30" y="2"/>
                </a:cubicBezTo>
                <a:cubicBezTo>
                  <a:pt x="4" y="29"/>
                  <a:pt x="4" y="29"/>
                  <a:pt x="4" y="29"/>
                </a:cubicBezTo>
                <a:cubicBezTo>
                  <a:pt x="0" y="32"/>
                  <a:pt x="0" y="38"/>
                  <a:pt x="4" y="41"/>
                </a:cubicBezTo>
                <a:cubicBezTo>
                  <a:pt x="5" y="43"/>
                  <a:pt x="8" y="44"/>
                  <a:pt x="10" y="44"/>
                </a:cubicBezTo>
                <a:cubicBezTo>
                  <a:pt x="12" y="44"/>
                  <a:pt x="14" y="43"/>
                  <a:pt x="16" y="41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84"/>
                  <a:pt x="32" y="88"/>
                  <a:pt x="36" y="88"/>
                </a:cubicBezTo>
                <a:cubicBezTo>
                  <a:pt x="39" y="88"/>
                  <a:pt x="41" y="87"/>
                  <a:pt x="42" y="85"/>
                </a:cubicBezTo>
                <a:cubicBezTo>
                  <a:pt x="44" y="84"/>
                  <a:pt x="45" y="82"/>
                  <a:pt x="45" y="79"/>
                </a:cubicBezTo>
                <a:cubicBezTo>
                  <a:pt x="45" y="29"/>
                  <a:pt x="45" y="29"/>
                  <a:pt x="45" y="29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4"/>
                  <a:pt x="66" y="44"/>
                  <a:pt x="69" y="41"/>
                </a:cubicBezTo>
                <a:cubicBezTo>
                  <a:pt x="71" y="39"/>
                  <a:pt x="72" y="37"/>
                  <a:pt x="72" y="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5"/>
          <p:cNvSpPr>
            <a:spLocks/>
          </p:cNvSpPr>
          <p:nvPr/>
        </p:nvSpPr>
        <p:spPr bwMode="auto">
          <a:xfrm>
            <a:off x="4498976" y="4035425"/>
            <a:ext cx="225425" cy="279400"/>
          </a:xfrm>
          <a:custGeom>
            <a:avLst/>
            <a:gdLst>
              <a:gd name="T0" fmla="*/ 71 w 71"/>
              <a:gd name="T1" fmla="*/ 35 h 88"/>
              <a:gd name="T2" fmla="*/ 69 w 71"/>
              <a:gd name="T3" fmla="*/ 29 h 88"/>
              <a:gd name="T4" fmla="*/ 42 w 71"/>
              <a:gd name="T5" fmla="*/ 2 h 88"/>
              <a:gd name="T6" fmla="*/ 39 w 71"/>
              <a:gd name="T7" fmla="*/ 1 h 88"/>
              <a:gd name="T8" fmla="*/ 38 w 71"/>
              <a:gd name="T9" fmla="*/ 0 h 88"/>
              <a:gd name="T10" fmla="*/ 38 w 71"/>
              <a:gd name="T11" fmla="*/ 0 h 88"/>
              <a:gd name="T12" fmla="*/ 37 w 71"/>
              <a:gd name="T13" fmla="*/ 0 h 88"/>
              <a:gd name="T14" fmla="*/ 37 w 71"/>
              <a:gd name="T15" fmla="*/ 0 h 88"/>
              <a:gd name="T16" fmla="*/ 36 w 71"/>
              <a:gd name="T17" fmla="*/ 0 h 88"/>
              <a:gd name="T18" fmla="*/ 34 w 71"/>
              <a:gd name="T19" fmla="*/ 0 h 88"/>
              <a:gd name="T20" fmla="*/ 32 w 71"/>
              <a:gd name="T21" fmla="*/ 1 h 88"/>
              <a:gd name="T22" fmla="*/ 31 w 71"/>
              <a:gd name="T23" fmla="*/ 1 h 88"/>
              <a:gd name="T24" fmla="*/ 30 w 71"/>
              <a:gd name="T25" fmla="*/ 2 h 88"/>
              <a:gd name="T26" fmla="*/ 3 w 71"/>
              <a:gd name="T27" fmla="*/ 29 h 88"/>
              <a:gd name="T28" fmla="*/ 3 w 71"/>
              <a:gd name="T29" fmla="*/ 41 h 88"/>
              <a:gd name="T30" fmla="*/ 10 w 71"/>
              <a:gd name="T31" fmla="*/ 44 h 88"/>
              <a:gd name="T32" fmla="*/ 16 w 71"/>
              <a:gd name="T33" fmla="*/ 41 h 88"/>
              <a:gd name="T34" fmla="*/ 28 w 71"/>
              <a:gd name="T35" fmla="*/ 29 h 88"/>
              <a:gd name="T36" fmla="*/ 28 w 71"/>
              <a:gd name="T37" fmla="*/ 79 h 88"/>
              <a:gd name="T38" fmla="*/ 36 w 71"/>
              <a:gd name="T39" fmla="*/ 88 h 88"/>
              <a:gd name="T40" fmla="*/ 42 w 71"/>
              <a:gd name="T41" fmla="*/ 85 h 88"/>
              <a:gd name="T42" fmla="*/ 45 w 71"/>
              <a:gd name="T43" fmla="*/ 79 h 88"/>
              <a:gd name="T44" fmla="*/ 45 w 71"/>
              <a:gd name="T45" fmla="*/ 29 h 88"/>
              <a:gd name="T46" fmla="*/ 57 w 71"/>
              <a:gd name="T47" fmla="*/ 41 h 88"/>
              <a:gd name="T48" fmla="*/ 69 w 71"/>
              <a:gd name="T49" fmla="*/ 41 h 88"/>
              <a:gd name="T50" fmla="*/ 71 w 71"/>
              <a:gd name="T51" fmla="*/ 3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1" h="88">
                <a:moveTo>
                  <a:pt x="71" y="35"/>
                </a:moveTo>
                <a:cubicBezTo>
                  <a:pt x="71" y="33"/>
                  <a:pt x="70" y="31"/>
                  <a:pt x="69" y="29"/>
                </a:cubicBezTo>
                <a:cubicBezTo>
                  <a:pt x="42" y="2"/>
                  <a:pt x="42" y="2"/>
                  <a:pt x="42" y="2"/>
                </a:cubicBezTo>
                <a:cubicBezTo>
                  <a:pt x="41" y="2"/>
                  <a:pt x="40" y="1"/>
                  <a:pt x="39" y="1"/>
                </a:cubicBezTo>
                <a:cubicBezTo>
                  <a:pt x="39" y="0"/>
                  <a:pt x="39" y="0"/>
                  <a:pt x="38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5" y="0"/>
                  <a:pt x="34" y="0"/>
                  <a:pt x="34" y="0"/>
                </a:cubicBezTo>
                <a:cubicBezTo>
                  <a:pt x="33" y="0"/>
                  <a:pt x="33" y="1"/>
                  <a:pt x="32" y="1"/>
                </a:cubicBezTo>
                <a:cubicBezTo>
                  <a:pt x="31" y="1"/>
                  <a:pt x="31" y="1"/>
                  <a:pt x="31" y="1"/>
                </a:cubicBezTo>
                <a:cubicBezTo>
                  <a:pt x="31" y="2"/>
                  <a:pt x="31" y="2"/>
                  <a:pt x="30" y="2"/>
                </a:cubicBezTo>
                <a:cubicBezTo>
                  <a:pt x="3" y="29"/>
                  <a:pt x="3" y="29"/>
                  <a:pt x="3" y="29"/>
                </a:cubicBezTo>
                <a:cubicBezTo>
                  <a:pt x="0" y="32"/>
                  <a:pt x="0" y="38"/>
                  <a:pt x="3" y="41"/>
                </a:cubicBezTo>
                <a:cubicBezTo>
                  <a:pt x="5" y="43"/>
                  <a:pt x="7" y="44"/>
                  <a:pt x="10" y="44"/>
                </a:cubicBezTo>
                <a:cubicBezTo>
                  <a:pt x="12" y="44"/>
                  <a:pt x="14" y="43"/>
                  <a:pt x="16" y="41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79"/>
                  <a:pt x="28" y="79"/>
                  <a:pt x="28" y="79"/>
                </a:cubicBezTo>
                <a:cubicBezTo>
                  <a:pt x="28" y="84"/>
                  <a:pt x="31" y="88"/>
                  <a:pt x="36" y="88"/>
                </a:cubicBezTo>
                <a:cubicBezTo>
                  <a:pt x="39" y="88"/>
                  <a:pt x="41" y="87"/>
                  <a:pt x="42" y="85"/>
                </a:cubicBezTo>
                <a:cubicBezTo>
                  <a:pt x="44" y="84"/>
                  <a:pt x="45" y="82"/>
                  <a:pt x="45" y="79"/>
                </a:cubicBezTo>
                <a:cubicBezTo>
                  <a:pt x="45" y="29"/>
                  <a:pt x="45" y="29"/>
                  <a:pt x="45" y="29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4"/>
                  <a:pt x="65" y="44"/>
                  <a:pt x="69" y="41"/>
                </a:cubicBezTo>
                <a:cubicBezTo>
                  <a:pt x="70" y="39"/>
                  <a:pt x="71" y="37"/>
                  <a:pt x="71" y="35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85000"/>
                </a:schemeClr>
              </a:gs>
              <a:gs pos="100000">
                <a:schemeClr val="accent4">
                  <a:lumMod val="85000"/>
                </a:schemeClr>
              </a:gs>
            </a:gsLst>
            <a:lin ang="81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>
            <a:off x="5759451" y="4035425"/>
            <a:ext cx="225425" cy="279400"/>
          </a:xfrm>
          <a:custGeom>
            <a:avLst/>
            <a:gdLst>
              <a:gd name="T0" fmla="*/ 71 w 71"/>
              <a:gd name="T1" fmla="*/ 35 h 88"/>
              <a:gd name="T2" fmla="*/ 69 w 71"/>
              <a:gd name="T3" fmla="*/ 29 h 88"/>
              <a:gd name="T4" fmla="*/ 42 w 71"/>
              <a:gd name="T5" fmla="*/ 2 h 88"/>
              <a:gd name="T6" fmla="*/ 41 w 71"/>
              <a:gd name="T7" fmla="*/ 2 h 88"/>
              <a:gd name="T8" fmla="*/ 40 w 71"/>
              <a:gd name="T9" fmla="*/ 1 h 88"/>
              <a:gd name="T10" fmla="*/ 39 w 71"/>
              <a:gd name="T11" fmla="*/ 1 h 88"/>
              <a:gd name="T12" fmla="*/ 38 w 71"/>
              <a:gd name="T13" fmla="*/ 0 h 88"/>
              <a:gd name="T14" fmla="*/ 37 w 71"/>
              <a:gd name="T15" fmla="*/ 0 h 88"/>
              <a:gd name="T16" fmla="*/ 36 w 71"/>
              <a:gd name="T17" fmla="*/ 0 h 88"/>
              <a:gd name="T18" fmla="*/ 36 w 71"/>
              <a:gd name="T19" fmla="*/ 0 h 88"/>
              <a:gd name="T20" fmla="*/ 35 w 71"/>
              <a:gd name="T21" fmla="*/ 0 h 88"/>
              <a:gd name="T22" fmla="*/ 34 w 71"/>
              <a:gd name="T23" fmla="*/ 0 h 88"/>
              <a:gd name="T24" fmla="*/ 34 w 71"/>
              <a:gd name="T25" fmla="*/ 0 h 88"/>
              <a:gd name="T26" fmla="*/ 33 w 71"/>
              <a:gd name="T27" fmla="*/ 1 h 88"/>
              <a:gd name="T28" fmla="*/ 32 w 71"/>
              <a:gd name="T29" fmla="*/ 1 h 88"/>
              <a:gd name="T30" fmla="*/ 31 w 71"/>
              <a:gd name="T31" fmla="*/ 2 h 88"/>
              <a:gd name="T32" fmla="*/ 30 w 71"/>
              <a:gd name="T33" fmla="*/ 2 h 88"/>
              <a:gd name="T34" fmla="*/ 3 w 71"/>
              <a:gd name="T35" fmla="*/ 29 h 88"/>
              <a:gd name="T36" fmla="*/ 3 w 71"/>
              <a:gd name="T37" fmla="*/ 41 h 88"/>
              <a:gd name="T38" fmla="*/ 9 w 71"/>
              <a:gd name="T39" fmla="*/ 44 h 88"/>
              <a:gd name="T40" fmla="*/ 15 w 71"/>
              <a:gd name="T41" fmla="*/ 41 h 88"/>
              <a:gd name="T42" fmla="*/ 27 w 71"/>
              <a:gd name="T43" fmla="*/ 29 h 88"/>
              <a:gd name="T44" fmla="*/ 27 w 71"/>
              <a:gd name="T45" fmla="*/ 79 h 88"/>
              <a:gd name="T46" fmla="*/ 36 w 71"/>
              <a:gd name="T47" fmla="*/ 88 h 88"/>
              <a:gd name="T48" fmla="*/ 42 w 71"/>
              <a:gd name="T49" fmla="*/ 85 h 88"/>
              <a:gd name="T50" fmla="*/ 44 w 71"/>
              <a:gd name="T51" fmla="*/ 79 h 88"/>
              <a:gd name="T52" fmla="*/ 44 w 71"/>
              <a:gd name="T53" fmla="*/ 29 h 88"/>
              <a:gd name="T54" fmla="*/ 57 w 71"/>
              <a:gd name="T55" fmla="*/ 41 h 88"/>
              <a:gd name="T56" fmla="*/ 69 w 71"/>
              <a:gd name="T57" fmla="*/ 41 h 88"/>
              <a:gd name="T58" fmla="*/ 71 w 71"/>
              <a:gd name="T59" fmla="*/ 3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71" h="88">
                <a:moveTo>
                  <a:pt x="71" y="35"/>
                </a:moveTo>
                <a:cubicBezTo>
                  <a:pt x="71" y="33"/>
                  <a:pt x="70" y="31"/>
                  <a:pt x="69" y="29"/>
                </a:cubicBezTo>
                <a:cubicBezTo>
                  <a:pt x="42" y="2"/>
                  <a:pt x="42" y="2"/>
                  <a:pt x="42" y="2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1"/>
                  <a:pt x="40" y="1"/>
                  <a:pt x="40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39" y="0"/>
                  <a:pt x="38" y="0"/>
                  <a:pt x="38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3" y="1"/>
                  <a:pt x="33" y="1"/>
                  <a:pt x="33" y="1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1"/>
                  <a:pt x="31" y="1"/>
                  <a:pt x="31" y="2"/>
                </a:cubicBezTo>
                <a:cubicBezTo>
                  <a:pt x="30" y="2"/>
                  <a:pt x="30" y="2"/>
                  <a:pt x="30" y="2"/>
                </a:cubicBezTo>
                <a:cubicBezTo>
                  <a:pt x="3" y="29"/>
                  <a:pt x="3" y="29"/>
                  <a:pt x="3" y="29"/>
                </a:cubicBezTo>
                <a:cubicBezTo>
                  <a:pt x="0" y="32"/>
                  <a:pt x="0" y="38"/>
                  <a:pt x="3" y="41"/>
                </a:cubicBezTo>
                <a:cubicBezTo>
                  <a:pt x="5" y="43"/>
                  <a:pt x="7" y="44"/>
                  <a:pt x="9" y="44"/>
                </a:cubicBezTo>
                <a:cubicBezTo>
                  <a:pt x="12" y="44"/>
                  <a:pt x="14" y="43"/>
                  <a:pt x="15" y="41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79"/>
                  <a:pt x="27" y="79"/>
                  <a:pt x="27" y="79"/>
                </a:cubicBezTo>
                <a:cubicBezTo>
                  <a:pt x="27" y="84"/>
                  <a:pt x="31" y="88"/>
                  <a:pt x="36" y="88"/>
                </a:cubicBezTo>
                <a:cubicBezTo>
                  <a:pt x="38" y="88"/>
                  <a:pt x="40" y="87"/>
                  <a:pt x="42" y="85"/>
                </a:cubicBezTo>
                <a:cubicBezTo>
                  <a:pt x="44" y="84"/>
                  <a:pt x="44" y="82"/>
                  <a:pt x="44" y="79"/>
                </a:cubicBezTo>
                <a:cubicBezTo>
                  <a:pt x="44" y="29"/>
                  <a:pt x="44" y="29"/>
                  <a:pt x="44" y="29"/>
                </a:cubicBezTo>
                <a:cubicBezTo>
                  <a:pt x="57" y="41"/>
                  <a:pt x="57" y="41"/>
                  <a:pt x="57" y="41"/>
                </a:cubicBezTo>
                <a:cubicBezTo>
                  <a:pt x="60" y="44"/>
                  <a:pt x="65" y="44"/>
                  <a:pt x="69" y="41"/>
                </a:cubicBezTo>
                <a:cubicBezTo>
                  <a:pt x="70" y="39"/>
                  <a:pt x="71" y="37"/>
                  <a:pt x="71" y="3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7"/>
          <p:cNvSpPr>
            <a:spLocks/>
          </p:cNvSpPr>
          <p:nvPr/>
        </p:nvSpPr>
        <p:spPr bwMode="auto">
          <a:xfrm>
            <a:off x="836613" y="3568700"/>
            <a:ext cx="1257300" cy="1025525"/>
          </a:xfrm>
          <a:custGeom>
            <a:avLst/>
            <a:gdLst>
              <a:gd name="T0" fmla="*/ 27 w 396"/>
              <a:gd name="T1" fmla="*/ 0 h 323"/>
              <a:gd name="T2" fmla="*/ 20 w 396"/>
              <a:gd name="T3" fmla="*/ 7 h 323"/>
              <a:gd name="T4" fmla="*/ 9 w 396"/>
              <a:gd name="T5" fmla="*/ 12 h 323"/>
              <a:gd name="T6" fmla="*/ 0 w 396"/>
              <a:gd name="T7" fmla="*/ 9 h 323"/>
              <a:gd name="T8" fmla="*/ 369 w 396"/>
              <a:gd name="T9" fmla="*/ 323 h 323"/>
              <a:gd name="T10" fmla="*/ 396 w 396"/>
              <a:gd name="T11" fmla="*/ 323 h 323"/>
              <a:gd name="T12" fmla="*/ 396 w 396"/>
              <a:gd name="T13" fmla="*/ 295 h 323"/>
              <a:gd name="T14" fmla="*/ 369 w 396"/>
              <a:gd name="T15" fmla="*/ 295 h 323"/>
              <a:gd name="T16" fmla="*/ 27 w 396"/>
              <a:gd name="T17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6" h="323">
                <a:moveTo>
                  <a:pt x="27" y="0"/>
                </a:moveTo>
                <a:cubicBezTo>
                  <a:pt x="20" y="7"/>
                  <a:pt x="20" y="7"/>
                  <a:pt x="20" y="7"/>
                </a:cubicBezTo>
                <a:cubicBezTo>
                  <a:pt x="17" y="10"/>
                  <a:pt x="13" y="12"/>
                  <a:pt x="9" y="12"/>
                </a:cubicBezTo>
                <a:cubicBezTo>
                  <a:pt x="6" y="12"/>
                  <a:pt x="3" y="11"/>
                  <a:pt x="0" y="9"/>
                </a:cubicBezTo>
                <a:cubicBezTo>
                  <a:pt x="29" y="187"/>
                  <a:pt x="183" y="323"/>
                  <a:pt x="369" y="323"/>
                </a:cubicBezTo>
                <a:cubicBezTo>
                  <a:pt x="396" y="323"/>
                  <a:pt x="396" y="323"/>
                  <a:pt x="396" y="323"/>
                </a:cubicBezTo>
                <a:cubicBezTo>
                  <a:pt x="396" y="295"/>
                  <a:pt x="396" y="295"/>
                  <a:pt x="396" y="295"/>
                </a:cubicBezTo>
                <a:cubicBezTo>
                  <a:pt x="369" y="295"/>
                  <a:pt x="369" y="295"/>
                  <a:pt x="369" y="295"/>
                </a:cubicBezTo>
                <a:cubicBezTo>
                  <a:pt x="196" y="295"/>
                  <a:pt x="52" y="167"/>
                  <a:pt x="27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>
            <a:off x="2895601" y="4505325"/>
            <a:ext cx="457200" cy="88900"/>
          </a:xfrm>
          <a:custGeom>
            <a:avLst/>
            <a:gdLst>
              <a:gd name="T0" fmla="*/ 144 w 144"/>
              <a:gd name="T1" fmla="*/ 0 h 28"/>
              <a:gd name="T2" fmla="*/ 0 w 144"/>
              <a:gd name="T3" fmla="*/ 0 h 28"/>
              <a:gd name="T4" fmla="*/ 4 w 144"/>
              <a:gd name="T5" fmla="*/ 3 h 28"/>
              <a:gd name="T6" fmla="*/ 4 w 144"/>
              <a:gd name="T7" fmla="*/ 3 h 28"/>
              <a:gd name="T8" fmla="*/ 4 w 144"/>
              <a:gd name="T9" fmla="*/ 25 h 28"/>
              <a:gd name="T10" fmla="*/ 1 w 144"/>
              <a:gd name="T11" fmla="*/ 28 h 28"/>
              <a:gd name="T12" fmla="*/ 144 w 144"/>
              <a:gd name="T13" fmla="*/ 28 h 28"/>
              <a:gd name="T14" fmla="*/ 144 w 144"/>
              <a:gd name="T15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4" h="28">
                <a:moveTo>
                  <a:pt x="144" y="0"/>
                </a:moveTo>
                <a:cubicBezTo>
                  <a:pt x="0" y="0"/>
                  <a:pt x="0" y="0"/>
                  <a:pt x="0" y="0"/>
                </a:cubicBezTo>
                <a:cubicBezTo>
                  <a:pt x="4" y="3"/>
                  <a:pt x="4" y="3"/>
                  <a:pt x="4" y="3"/>
                </a:cubicBezTo>
                <a:cubicBezTo>
                  <a:pt x="4" y="3"/>
                  <a:pt x="4" y="3"/>
                  <a:pt x="4" y="3"/>
                </a:cubicBezTo>
                <a:cubicBezTo>
                  <a:pt x="10" y="9"/>
                  <a:pt x="10" y="19"/>
                  <a:pt x="4" y="25"/>
                </a:cubicBezTo>
                <a:cubicBezTo>
                  <a:pt x="1" y="28"/>
                  <a:pt x="1" y="28"/>
                  <a:pt x="1" y="28"/>
                </a:cubicBezTo>
                <a:cubicBezTo>
                  <a:pt x="144" y="28"/>
                  <a:pt x="144" y="28"/>
                  <a:pt x="144" y="28"/>
                </a:cubicBezTo>
                <a:cubicBezTo>
                  <a:pt x="144" y="0"/>
                  <a:pt x="144" y="0"/>
                  <a:pt x="144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21"/>
          <p:cNvSpPr>
            <a:spLocks/>
          </p:cNvSpPr>
          <p:nvPr/>
        </p:nvSpPr>
        <p:spPr bwMode="auto">
          <a:xfrm>
            <a:off x="6677026" y="4505325"/>
            <a:ext cx="449263" cy="88900"/>
          </a:xfrm>
          <a:custGeom>
            <a:avLst/>
            <a:gdLst>
              <a:gd name="T0" fmla="*/ 142 w 142"/>
              <a:gd name="T1" fmla="*/ 0 h 28"/>
              <a:gd name="T2" fmla="*/ 0 w 142"/>
              <a:gd name="T3" fmla="*/ 0 h 28"/>
              <a:gd name="T4" fmla="*/ 3 w 142"/>
              <a:gd name="T5" fmla="*/ 3 h 28"/>
              <a:gd name="T6" fmla="*/ 3 w 142"/>
              <a:gd name="T7" fmla="*/ 25 h 28"/>
              <a:gd name="T8" fmla="*/ 1 w 142"/>
              <a:gd name="T9" fmla="*/ 28 h 28"/>
              <a:gd name="T10" fmla="*/ 142 w 142"/>
              <a:gd name="T11" fmla="*/ 28 h 28"/>
              <a:gd name="T12" fmla="*/ 142 w 142"/>
              <a:gd name="T13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" h="28">
                <a:moveTo>
                  <a:pt x="142" y="0"/>
                </a:moveTo>
                <a:cubicBezTo>
                  <a:pt x="0" y="0"/>
                  <a:pt x="0" y="0"/>
                  <a:pt x="0" y="0"/>
                </a:cubicBezTo>
                <a:cubicBezTo>
                  <a:pt x="3" y="3"/>
                  <a:pt x="3" y="3"/>
                  <a:pt x="3" y="3"/>
                </a:cubicBezTo>
                <a:cubicBezTo>
                  <a:pt x="9" y="9"/>
                  <a:pt x="9" y="19"/>
                  <a:pt x="3" y="25"/>
                </a:cubicBezTo>
                <a:cubicBezTo>
                  <a:pt x="1" y="28"/>
                  <a:pt x="1" y="28"/>
                  <a:pt x="1" y="28"/>
                </a:cubicBezTo>
                <a:cubicBezTo>
                  <a:pt x="142" y="28"/>
                  <a:pt x="142" y="28"/>
                  <a:pt x="142" y="28"/>
                </a:cubicBezTo>
                <a:cubicBezTo>
                  <a:pt x="142" y="0"/>
                  <a:pt x="142" y="0"/>
                  <a:pt x="142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>
            <a:off x="4156076" y="4505325"/>
            <a:ext cx="454025" cy="88900"/>
          </a:xfrm>
          <a:custGeom>
            <a:avLst/>
            <a:gdLst>
              <a:gd name="T0" fmla="*/ 143 w 143"/>
              <a:gd name="T1" fmla="*/ 0 h 28"/>
              <a:gd name="T2" fmla="*/ 0 w 143"/>
              <a:gd name="T3" fmla="*/ 0 h 28"/>
              <a:gd name="T4" fmla="*/ 4 w 143"/>
              <a:gd name="T5" fmla="*/ 3 h 28"/>
              <a:gd name="T6" fmla="*/ 4 w 143"/>
              <a:gd name="T7" fmla="*/ 3 h 28"/>
              <a:gd name="T8" fmla="*/ 4 w 143"/>
              <a:gd name="T9" fmla="*/ 25 h 28"/>
              <a:gd name="T10" fmla="*/ 1 w 143"/>
              <a:gd name="T11" fmla="*/ 28 h 28"/>
              <a:gd name="T12" fmla="*/ 143 w 143"/>
              <a:gd name="T13" fmla="*/ 28 h 28"/>
              <a:gd name="T14" fmla="*/ 143 w 143"/>
              <a:gd name="T15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3" h="28">
                <a:moveTo>
                  <a:pt x="143" y="0"/>
                </a:moveTo>
                <a:cubicBezTo>
                  <a:pt x="0" y="0"/>
                  <a:pt x="0" y="0"/>
                  <a:pt x="0" y="0"/>
                </a:cubicBezTo>
                <a:cubicBezTo>
                  <a:pt x="4" y="3"/>
                  <a:pt x="4" y="3"/>
                  <a:pt x="4" y="3"/>
                </a:cubicBezTo>
                <a:cubicBezTo>
                  <a:pt x="4" y="3"/>
                  <a:pt x="4" y="3"/>
                  <a:pt x="4" y="3"/>
                </a:cubicBezTo>
                <a:cubicBezTo>
                  <a:pt x="10" y="9"/>
                  <a:pt x="10" y="19"/>
                  <a:pt x="4" y="25"/>
                </a:cubicBezTo>
                <a:cubicBezTo>
                  <a:pt x="1" y="28"/>
                  <a:pt x="1" y="28"/>
                  <a:pt x="1" y="28"/>
                </a:cubicBezTo>
                <a:cubicBezTo>
                  <a:pt x="143" y="28"/>
                  <a:pt x="143" y="28"/>
                  <a:pt x="143" y="28"/>
                </a:cubicBezTo>
                <a:cubicBezTo>
                  <a:pt x="143" y="0"/>
                  <a:pt x="143" y="0"/>
                  <a:pt x="143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23"/>
          <p:cNvSpPr>
            <a:spLocks/>
          </p:cNvSpPr>
          <p:nvPr/>
        </p:nvSpPr>
        <p:spPr bwMode="auto">
          <a:xfrm>
            <a:off x="5410201" y="4505325"/>
            <a:ext cx="460375" cy="88900"/>
          </a:xfrm>
          <a:custGeom>
            <a:avLst/>
            <a:gdLst>
              <a:gd name="T0" fmla="*/ 145 w 145"/>
              <a:gd name="T1" fmla="*/ 0 h 28"/>
              <a:gd name="T2" fmla="*/ 0 w 145"/>
              <a:gd name="T3" fmla="*/ 0 h 28"/>
              <a:gd name="T4" fmla="*/ 3 w 145"/>
              <a:gd name="T5" fmla="*/ 3 h 28"/>
              <a:gd name="T6" fmla="*/ 3 w 145"/>
              <a:gd name="T7" fmla="*/ 3 h 28"/>
              <a:gd name="T8" fmla="*/ 3 w 145"/>
              <a:gd name="T9" fmla="*/ 25 h 28"/>
              <a:gd name="T10" fmla="*/ 1 w 145"/>
              <a:gd name="T11" fmla="*/ 28 h 28"/>
              <a:gd name="T12" fmla="*/ 145 w 145"/>
              <a:gd name="T13" fmla="*/ 28 h 28"/>
              <a:gd name="T14" fmla="*/ 145 w 145"/>
              <a:gd name="T15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" h="28">
                <a:moveTo>
                  <a:pt x="145" y="0"/>
                </a:moveTo>
                <a:cubicBezTo>
                  <a:pt x="0" y="0"/>
                  <a:pt x="0" y="0"/>
                  <a:pt x="0" y="0"/>
                </a:cubicBez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cubicBezTo>
                  <a:pt x="9" y="9"/>
                  <a:pt x="9" y="19"/>
                  <a:pt x="3" y="25"/>
                </a:cubicBezTo>
                <a:cubicBezTo>
                  <a:pt x="1" y="28"/>
                  <a:pt x="1" y="28"/>
                  <a:pt x="1" y="28"/>
                </a:cubicBezTo>
                <a:cubicBezTo>
                  <a:pt x="145" y="28"/>
                  <a:pt x="145" y="28"/>
                  <a:pt x="145" y="28"/>
                </a:cubicBezTo>
                <a:cubicBezTo>
                  <a:pt x="145" y="0"/>
                  <a:pt x="145" y="0"/>
                  <a:pt x="145" y="0"/>
                </a:cubicBezTo>
              </a:path>
            </a:pathLst>
          </a:custGeom>
          <a:solidFill>
            <a:srgbClr val="D2D2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2093913" y="4343400"/>
            <a:ext cx="760413" cy="409575"/>
          </a:xfrm>
          <a:custGeom>
            <a:avLst/>
            <a:gdLst>
              <a:gd name="T0" fmla="*/ 234 w 240"/>
              <a:gd name="T1" fmla="*/ 76 h 129"/>
              <a:gd name="T2" fmla="*/ 186 w 240"/>
              <a:gd name="T3" fmla="*/ 125 h 129"/>
              <a:gd name="T4" fmla="*/ 175 w 240"/>
              <a:gd name="T5" fmla="*/ 129 h 129"/>
              <a:gd name="T6" fmla="*/ 164 w 240"/>
              <a:gd name="T7" fmla="*/ 125 h 129"/>
              <a:gd name="T8" fmla="*/ 164 w 240"/>
              <a:gd name="T9" fmla="*/ 103 h 129"/>
              <a:gd name="T10" fmla="*/ 188 w 240"/>
              <a:gd name="T11" fmla="*/ 79 h 129"/>
              <a:gd name="T12" fmla="*/ 0 w 240"/>
              <a:gd name="T13" fmla="*/ 79 h 129"/>
              <a:gd name="T14" fmla="*/ 0 w 240"/>
              <a:gd name="T15" fmla="*/ 51 h 129"/>
              <a:gd name="T16" fmla="*/ 187 w 240"/>
              <a:gd name="T17" fmla="*/ 51 h 129"/>
              <a:gd name="T18" fmla="*/ 164 w 240"/>
              <a:gd name="T19" fmla="*/ 28 h 129"/>
              <a:gd name="T20" fmla="*/ 159 w 240"/>
              <a:gd name="T21" fmla="*/ 17 h 129"/>
              <a:gd name="T22" fmla="*/ 164 w 240"/>
              <a:gd name="T23" fmla="*/ 6 h 129"/>
              <a:gd name="T24" fmla="*/ 186 w 240"/>
              <a:gd name="T25" fmla="*/ 6 h 129"/>
              <a:gd name="T26" fmla="*/ 234 w 240"/>
              <a:gd name="T27" fmla="*/ 54 h 129"/>
              <a:gd name="T28" fmla="*/ 234 w 240"/>
              <a:gd name="T29" fmla="*/ 54 h 129"/>
              <a:gd name="T30" fmla="*/ 234 w 240"/>
              <a:gd name="T31" fmla="*/ 76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0" h="129">
                <a:moveTo>
                  <a:pt x="234" y="76"/>
                </a:moveTo>
                <a:cubicBezTo>
                  <a:pt x="186" y="125"/>
                  <a:pt x="186" y="125"/>
                  <a:pt x="186" y="125"/>
                </a:cubicBezTo>
                <a:cubicBezTo>
                  <a:pt x="183" y="128"/>
                  <a:pt x="179" y="129"/>
                  <a:pt x="175" y="129"/>
                </a:cubicBezTo>
                <a:cubicBezTo>
                  <a:pt x="171" y="129"/>
                  <a:pt x="167" y="128"/>
                  <a:pt x="164" y="125"/>
                </a:cubicBezTo>
                <a:cubicBezTo>
                  <a:pt x="158" y="118"/>
                  <a:pt x="158" y="109"/>
                  <a:pt x="164" y="103"/>
                </a:cubicBezTo>
                <a:cubicBezTo>
                  <a:pt x="188" y="79"/>
                  <a:pt x="188" y="79"/>
                  <a:pt x="188" y="7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187" y="51"/>
                  <a:pt x="187" y="51"/>
                  <a:pt x="187" y="51"/>
                </a:cubicBezTo>
                <a:cubicBezTo>
                  <a:pt x="164" y="28"/>
                  <a:pt x="164" y="28"/>
                  <a:pt x="164" y="28"/>
                </a:cubicBezTo>
                <a:cubicBezTo>
                  <a:pt x="161" y="25"/>
                  <a:pt x="159" y="21"/>
                  <a:pt x="159" y="17"/>
                </a:cubicBezTo>
                <a:cubicBezTo>
                  <a:pt x="159" y="13"/>
                  <a:pt x="161" y="9"/>
                  <a:pt x="164" y="6"/>
                </a:cubicBezTo>
                <a:cubicBezTo>
                  <a:pt x="170" y="0"/>
                  <a:pt x="180" y="0"/>
                  <a:pt x="186" y="6"/>
                </a:cubicBezTo>
                <a:cubicBezTo>
                  <a:pt x="234" y="54"/>
                  <a:pt x="234" y="54"/>
                  <a:pt x="234" y="54"/>
                </a:cubicBezTo>
                <a:cubicBezTo>
                  <a:pt x="234" y="54"/>
                  <a:pt x="234" y="54"/>
                  <a:pt x="234" y="54"/>
                </a:cubicBezTo>
                <a:cubicBezTo>
                  <a:pt x="240" y="60"/>
                  <a:pt x="240" y="70"/>
                  <a:pt x="234" y="76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25"/>
          <p:cNvSpPr>
            <a:spLocks/>
          </p:cNvSpPr>
          <p:nvPr/>
        </p:nvSpPr>
        <p:spPr bwMode="auto">
          <a:xfrm>
            <a:off x="3352801" y="4343400"/>
            <a:ext cx="762000" cy="409575"/>
          </a:xfrm>
          <a:custGeom>
            <a:avLst/>
            <a:gdLst>
              <a:gd name="T0" fmla="*/ 234 w 240"/>
              <a:gd name="T1" fmla="*/ 76 h 129"/>
              <a:gd name="T2" fmla="*/ 185 w 240"/>
              <a:gd name="T3" fmla="*/ 125 h 129"/>
              <a:gd name="T4" fmla="*/ 175 w 240"/>
              <a:gd name="T5" fmla="*/ 129 h 129"/>
              <a:gd name="T6" fmla="*/ 164 w 240"/>
              <a:gd name="T7" fmla="*/ 125 h 129"/>
              <a:gd name="T8" fmla="*/ 164 w 240"/>
              <a:gd name="T9" fmla="*/ 103 h 129"/>
              <a:gd name="T10" fmla="*/ 188 w 240"/>
              <a:gd name="T11" fmla="*/ 79 h 129"/>
              <a:gd name="T12" fmla="*/ 0 w 240"/>
              <a:gd name="T13" fmla="*/ 79 h 129"/>
              <a:gd name="T14" fmla="*/ 0 w 240"/>
              <a:gd name="T15" fmla="*/ 51 h 129"/>
              <a:gd name="T16" fmla="*/ 187 w 240"/>
              <a:gd name="T17" fmla="*/ 51 h 129"/>
              <a:gd name="T18" fmla="*/ 164 w 240"/>
              <a:gd name="T19" fmla="*/ 28 h 129"/>
              <a:gd name="T20" fmla="*/ 159 w 240"/>
              <a:gd name="T21" fmla="*/ 17 h 129"/>
              <a:gd name="T22" fmla="*/ 164 w 240"/>
              <a:gd name="T23" fmla="*/ 6 h 129"/>
              <a:gd name="T24" fmla="*/ 185 w 240"/>
              <a:gd name="T25" fmla="*/ 6 h 129"/>
              <a:gd name="T26" fmla="*/ 234 w 240"/>
              <a:gd name="T27" fmla="*/ 54 h 129"/>
              <a:gd name="T28" fmla="*/ 234 w 240"/>
              <a:gd name="T29" fmla="*/ 54 h 129"/>
              <a:gd name="T30" fmla="*/ 234 w 240"/>
              <a:gd name="T31" fmla="*/ 76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0" h="129">
                <a:moveTo>
                  <a:pt x="234" y="76"/>
                </a:moveTo>
                <a:cubicBezTo>
                  <a:pt x="185" y="125"/>
                  <a:pt x="185" y="125"/>
                  <a:pt x="185" y="125"/>
                </a:cubicBezTo>
                <a:cubicBezTo>
                  <a:pt x="182" y="128"/>
                  <a:pt x="178" y="129"/>
                  <a:pt x="175" y="129"/>
                </a:cubicBezTo>
                <a:cubicBezTo>
                  <a:pt x="171" y="129"/>
                  <a:pt x="167" y="128"/>
                  <a:pt x="164" y="125"/>
                </a:cubicBezTo>
                <a:cubicBezTo>
                  <a:pt x="158" y="118"/>
                  <a:pt x="158" y="109"/>
                  <a:pt x="164" y="103"/>
                </a:cubicBezTo>
                <a:cubicBezTo>
                  <a:pt x="188" y="79"/>
                  <a:pt x="188" y="79"/>
                  <a:pt x="188" y="7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187" y="51"/>
                  <a:pt x="187" y="51"/>
                  <a:pt x="187" y="51"/>
                </a:cubicBezTo>
                <a:cubicBezTo>
                  <a:pt x="164" y="28"/>
                  <a:pt x="164" y="28"/>
                  <a:pt x="164" y="28"/>
                </a:cubicBezTo>
                <a:cubicBezTo>
                  <a:pt x="161" y="25"/>
                  <a:pt x="159" y="21"/>
                  <a:pt x="159" y="17"/>
                </a:cubicBezTo>
                <a:cubicBezTo>
                  <a:pt x="159" y="13"/>
                  <a:pt x="161" y="9"/>
                  <a:pt x="164" y="6"/>
                </a:cubicBezTo>
                <a:cubicBezTo>
                  <a:pt x="170" y="0"/>
                  <a:pt x="179" y="0"/>
                  <a:pt x="185" y="6"/>
                </a:cubicBezTo>
                <a:cubicBezTo>
                  <a:pt x="234" y="54"/>
                  <a:pt x="234" y="54"/>
                  <a:pt x="234" y="54"/>
                </a:cubicBezTo>
                <a:cubicBezTo>
                  <a:pt x="234" y="54"/>
                  <a:pt x="234" y="54"/>
                  <a:pt x="234" y="54"/>
                </a:cubicBezTo>
                <a:cubicBezTo>
                  <a:pt x="240" y="60"/>
                  <a:pt x="240" y="70"/>
                  <a:pt x="234" y="76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>
            <a:off x="5870576" y="4343400"/>
            <a:ext cx="765175" cy="409575"/>
          </a:xfrm>
          <a:custGeom>
            <a:avLst/>
            <a:gdLst>
              <a:gd name="T0" fmla="*/ 235 w 241"/>
              <a:gd name="T1" fmla="*/ 76 h 129"/>
              <a:gd name="T2" fmla="*/ 186 w 241"/>
              <a:gd name="T3" fmla="*/ 125 h 129"/>
              <a:gd name="T4" fmla="*/ 175 w 241"/>
              <a:gd name="T5" fmla="*/ 129 h 129"/>
              <a:gd name="T6" fmla="*/ 164 w 241"/>
              <a:gd name="T7" fmla="*/ 125 h 129"/>
              <a:gd name="T8" fmla="*/ 164 w 241"/>
              <a:gd name="T9" fmla="*/ 103 h 129"/>
              <a:gd name="T10" fmla="*/ 188 w 241"/>
              <a:gd name="T11" fmla="*/ 79 h 129"/>
              <a:gd name="T12" fmla="*/ 0 w 241"/>
              <a:gd name="T13" fmla="*/ 79 h 129"/>
              <a:gd name="T14" fmla="*/ 0 w 241"/>
              <a:gd name="T15" fmla="*/ 51 h 129"/>
              <a:gd name="T16" fmla="*/ 187 w 241"/>
              <a:gd name="T17" fmla="*/ 51 h 129"/>
              <a:gd name="T18" fmla="*/ 164 w 241"/>
              <a:gd name="T19" fmla="*/ 28 h 129"/>
              <a:gd name="T20" fmla="*/ 160 w 241"/>
              <a:gd name="T21" fmla="*/ 17 h 129"/>
              <a:gd name="T22" fmla="*/ 164 w 241"/>
              <a:gd name="T23" fmla="*/ 6 h 129"/>
              <a:gd name="T24" fmla="*/ 186 w 241"/>
              <a:gd name="T25" fmla="*/ 6 h 129"/>
              <a:gd name="T26" fmla="*/ 235 w 241"/>
              <a:gd name="T27" fmla="*/ 54 h 129"/>
              <a:gd name="T28" fmla="*/ 235 w 241"/>
              <a:gd name="T29" fmla="*/ 54 h 129"/>
              <a:gd name="T30" fmla="*/ 235 w 241"/>
              <a:gd name="T31" fmla="*/ 76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" h="129">
                <a:moveTo>
                  <a:pt x="235" y="76"/>
                </a:moveTo>
                <a:cubicBezTo>
                  <a:pt x="186" y="125"/>
                  <a:pt x="186" y="125"/>
                  <a:pt x="186" y="125"/>
                </a:cubicBezTo>
                <a:cubicBezTo>
                  <a:pt x="183" y="128"/>
                  <a:pt x="179" y="129"/>
                  <a:pt x="175" y="129"/>
                </a:cubicBezTo>
                <a:cubicBezTo>
                  <a:pt x="171" y="129"/>
                  <a:pt x="167" y="128"/>
                  <a:pt x="164" y="125"/>
                </a:cubicBezTo>
                <a:cubicBezTo>
                  <a:pt x="158" y="118"/>
                  <a:pt x="158" y="109"/>
                  <a:pt x="164" y="103"/>
                </a:cubicBezTo>
                <a:cubicBezTo>
                  <a:pt x="188" y="79"/>
                  <a:pt x="188" y="79"/>
                  <a:pt x="188" y="7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187" y="51"/>
                  <a:pt x="187" y="51"/>
                  <a:pt x="187" y="51"/>
                </a:cubicBezTo>
                <a:cubicBezTo>
                  <a:pt x="164" y="28"/>
                  <a:pt x="164" y="28"/>
                  <a:pt x="164" y="28"/>
                </a:cubicBezTo>
                <a:cubicBezTo>
                  <a:pt x="161" y="25"/>
                  <a:pt x="160" y="21"/>
                  <a:pt x="160" y="17"/>
                </a:cubicBezTo>
                <a:cubicBezTo>
                  <a:pt x="160" y="13"/>
                  <a:pt x="161" y="9"/>
                  <a:pt x="164" y="6"/>
                </a:cubicBezTo>
                <a:cubicBezTo>
                  <a:pt x="170" y="0"/>
                  <a:pt x="180" y="0"/>
                  <a:pt x="186" y="6"/>
                </a:cubicBezTo>
                <a:cubicBezTo>
                  <a:pt x="235" y="54"/>
                  <a:pt x="235" y="54"/>
                  <a:pt x="235" y="54"/>
                </a:cubicBezTo>
                <a:cubicBezTo>
                  <a:pt x="235" y="54"/>
                  <a:pt x="235" y="54"/>
                  <a:pt x="235" y="54"/>
                </a:cubicBezTo>
                <a:cubicBezTo>
                  <a:pt x="241" y="60"/>
                  <a:pt x="241" y="70"/>
                  <a:pt x="235" y="76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32"/>
          <p:cNvSpPr>
            <a:spLocks/>
          </p:cNvSpPr>
          <p:nvPr/>
        </p:nvSpPr>
        <p:spPr bwMode="auto">
          <a:xfrm>
            <a:off x="7126288" y="3276600"/>
            <a:ext cx="1371600" cy="1317625"/>
          </a:xfrm>
          <a:custGeom>
            <a:avLst/>
            <a:gdLst>
              <a:gd name="T0" fmla="*/ 432 w 432"/>
              <a:gd name="T1" fmla="*/ 66 h 415"/>
              <a:gd name="T2" fmla="*/ 428 w 432"/>
              <a:gd name="T3" fmla="*/ 77 h 415"/>
              <a:gd name="T4" fmla="*/ 406 w 432"/>
              <a:gd name="T5" fmla="*/ 77 h 415"/>
              <a:gd name="T6" fmla="*/ 382 w 432"/>
              <a:gd name="T7" fmla="*/ 53 h 415"/>
              <a:gd name="T8" fmla="*/ 9 w 432"/>
              <a:gd name="T9" fmla="*/ 415 h 415"/>
              <a:gd name="T10" fmla="*/ 0 w 432"/>
              <a:gd name="T11" fmla="*/ 415 h 415"/>
              <a:gd name="T12" fmla="*/ 0 w 432"/>
              <a:gd name="T13" fmla="*/ 387 h 415"/>
              <a:gd name="T14" fmla="*/ 9 w 432"/>
              <a:gd name="T15" fmla="*/ 387 h 415"/>
              <a:gd name="T16" fmla="*/ 354 w 432"/>
              <a:gd name="T17" fmla="*/ 54 h 415"/>
              <a:gd name="T18" fmla="*/ 331 w 432"/>
              <a:gd name="T19" fmla="*/ 77 h 415"/>
              <a:gd name="T20" fmla="*/ 320 w 432"/>
              <a:gd name="T21" fmla="*/ 81 h 415"/>
              <a:gd name="T22" fmla="*/ 309 w 432"/>
              <a:gd name="T23" fmla="*/ 77 h 415"/>
              <a:gd name="T24" fmla="*/ 309 w 432"/>
              <a:gd name="T25" fmla="*/ 55 h 415"/>
              <a:gd name="T26" fmla="*/ 358 w 432"/>
              <a:gd name="T27" fmla="*/ 6 h 415"/>
              <a:gd name="T28" fmla="*/ 379 w 432"/>
              <a:gd name="T29" fmla="*/ 6 h 415"/>
              <a:gd name="T30" fmla="*/ 428 w 432"/>
              <a:gd name="T31" fmla="*/ 55 h 415"/>
              <a:gd name="T32" fmla="*/ 432 w 432"/>
              <a:gd name="T33" fmla="*/ 66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2" h="415">
                <a:moveTo>
                  <a:pt x="432" y="66"/>
                </a:moveTo>
                <a:cubicBezTo>
                  <a:pt x="432" y="70"/>
                  <a:pt x="431" y="74"/>
                  <a:pt x="428" y="77"/>
                </a:cubicBezTo>
                <a:cubicBezTo>
                  <a:pt x="422" y="83"/>
                  <a:pt x="412" y="83"/>
                  <a:pt x="406" y="77"/>
                </a:cubicBezTo>
                <a:cubicBezTo>
                  <a:pt x="382" y="53"/>
                  <a:pt x="382" y="53"/>
                  <a:pt x="382" y="53"/>
                </a:cubicBezTo>
                <a:cubicBezTo>
                  <a:pt x="376" y="254"/>
                  <a:pt x="211" y="415"/>
                  <a:pt x="9" y="415"/>
                </a:cubicBezTo>
                <a:cubicBezTo>
                  <a:pt x="0" y="415"/>
                  <a:pt x="0" y="415"/>
                  <a:pt x="0" y="415"/>
                </a:cubicBezTo>
                <a:cubicBezTo>
                  <a:pt x="0" y="387"/>
                  <a:pt x="0" y="387"/>
                  <a:pt x="0" y="387"/>
                </a:cubicBezTo>
                <a:cubicBezTo>
                  <a:pt x="9" y="387"/>
                  <a:pt x="9" y="387"/>
                  <a:pt x="9" y="387"/>
                </a:cubicBezTo>
                <a:cubicBezTo>
                  <a:pt x="195" y="387"/>
                  <a:pt x="348" y="238"/>
                  <a:pt x="354" y="54"/>
                </a:cubicBezTo>
                <a:cubicBezTo>
                  <a:pt x="331" y="77"/>
                  <a:pt x="331" y="77"/>
                  <a:pt x="331" y="77"/>
                </a:cubicBezTo>
                <a:cubicBezTo>
                  <a:pt x="328" y="80"/>
                  <a:pt x="324" y="81"/>
                  <a:pt x="320" y="81"/>
                </a:cubicBezTo>
                <a:cubicBezTo>
                  <a:pt x="316" y="81"/>
                  <a:pt x="312" y="80"/>
                  <a:pt x="309" y="77"/>
                </a:cubicBezTo>
                <a:cubicBezTo>
                  <a:pt x="303" y="71"/>
                  <a:pt x="303" y="61"/>
                  <a:pt x="309" y="55"/>
                </a:cubicBezTo>
                <a:cubicBezTo>
                  <a:pt x="358" y="6"/>
                  <a:pt x="358" y="6"/>
                  <a:pt x="358" y="6"/>
                </a:cubicBezTo>
                <a:cubicBezTo>
                  <a:pt x="364" y="0"/>
                  <a:pt x="373" y="0"/>
                  <a:pt x="379" y="6"/>
                </a:cubicBezTo>
                <a:cubicBezTo>
                  <a:pt x="428" y="55"/>
                  <a:pt x="428" y="55"/>
                  <a:pt x="428" y="55"/>
                </a:cubicBezTo>
                <a:cubicBezTo>
                  <a:pt x="431" y="58"/>
                  <a:pt x="432" y="62"/>
                  <a:pt x="432" y="66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34"/>
          <p:cNvSpPr>
            <a:spLocks/>
          </p:cNvSpPr>
          <p:nvPr/>
        </p:nvSpPr>
        <p:spPr bwMode="auto">
          <a:xfrm>
            <a:off x="4610101" y="4343400"/>
            <a:ext cx="758825" cy="409575"/>
          </a:xfrm>
          <a:custGeom>
            <a:avLst/>
            <a:gdLst>
              <a:gd name="T0" fmla="*/ 233 w 239"/>
              <a:gd name="T1" fmla="*/ 76 h 129"/>
              <a:gd name="T2" fmla="*/ 184 w 239"/>
              <a:gd name="T3" fmla="*/ 125 h 129"/>
              <a:gd name="T4" fmla="*/ 173 w 239"/>
              <a:gd name="T5" fmla="*/ 129 h 129"/>
              <a:gd name="T6" fmla="*/ 162 w 239"/>
              <a:gd name="T7" fmla="*/ 125 h 129"/>
              <a:gd name="T8" fmla="*/ 162 w 239"/>
              <a:gd name="T9" fmla="*/ 103 h 129"/>
              <a:gd name="T10" fmla="*/ 186 w 239"/>
              <a:gd name="T11" fmla="*/ 79 h 129"/>
              <a:gd name="T12" fmla="*/ 0 w 239"/>
              <a:gd name="T13" fmla="*/ 79 h 129"/>
              <a:gd name="T14" fmla="*/ 0 w 239"/>
              <a:gd name="T15" fmla="*/ 51 h 129"/>
              <a:gd name="T16" fmla="*/ 185 w 239"/>
              <a:gd name="T17" fmla="*/ 51 h 129"/>
              <a:gd name="T18" fmla="*/ 162 w 239"/>
              <a:gd name="T19" fmla="*/ 28 h 129"/>
              <a:gd name="T20" fmla="*/ 158 w 239"/>
              <a:gd name="T21" fmla="*/ 17 h 129"/>
              <a:gd name="T22" fmla="*/ 162 w 239"/>
              <a:gd name="T23" fmla="*/ 6 h 129"/>
              <a:gd name="T24" fmla="*/ 184 w 239"/>
              <a:gd name="T25" fmla="*/ 6 h 129"/>
              <a:gd name="T26" fmla="*/ 233 w 239"/>
              <a:gd name="T27" fmla="*/ 54 h 129"/>
              <a:gd name="T28" fmla="*/ 233 w 239"/>
              <a:gd name="T29" fmla="*/ 54 h 129"/>
              <a:gd name="T30" fmla="*/ 233 w 239"/>
              <a:gd name="T31" fmla="*/ 76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9" h="129">
                <a:moveTo>
                  <a:pt x="233" y="76"/>
                </a:moveTo>
                <a:cubicBezTo>
                  <a:pt x="184" y="125"/>
                  <a:pt x="184" y="125"/>
                  <a:pt x="184" y="125"/>
                </a:cubicBezTo>
                <a:cubicBezTo>
                  <a:pt x="181" y="128"/>
                  <a:pt x="177" y="129"/>
                  <a:pt x="173" y="129"/>
                </a:cubicBezTo>
                <a:cubicBezTo>
                  <a:pt x="169" y="129"/>
                  <a:pt x="165" y="128"/>
                  <a:pt x="162" y="125"/>
                </a:cubicBezTo>
                <a:cubicBezTo>
                  <a:pt x="156" y="118"/>
                  <a:pt x="156" y="109"/>
                  <a:pt x="162" y="103"/>
                </a:cubicBezTo>
                <a:cubicBezTo>
                  <a:pt x="186" y="79"/>
                  <a:pt x="186" y="79"/>
                  <a:pt x="186" y="7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51"/>
                  <a:pt x="0" y="51"/>
                  <a:pt x="0" y="51"/>
                </a:cubicBezTo>
                <a:cubicBezTo>
                  <a:pt x="185" y="51"/>
                  <a:pt x="185" y="51"/>
                  <a:pt x="185" y="51"/>
                </a:cubicBezTo>
                <a:cubicBezTo>
                  <a:pt x="162" y="28"/>
                  <a:pt x="162" y="28"/>
                  <a:pt x="162" y="28"/>
                </a:cubicBezTo>
                <a:cubicBezTo>
                  <a:pt x="159" y="25"/>
                  <a:pt x="158" y="21"/>
                  <a:pt x="158" y="17"/>
                </a:cubicBezTo>
                <a:cubicBezTo>
                  <a:pt x="158" y="13"/>
                  <a:pt x="159" y="9"/>
                  <a:pt x="162" y="6"/>
                </a:cubicBezTo>
                <a:cubicBezTo>
                  <a:pt x="168" y="0"/>
                  <a:pt x="178" y="0"/>
                  <a:pt x="184" y="6"/>
                </a:cubicBezTo>
                <a:cubicBezTo>
                  <a:pt x="233" y="54"/>
                  <a:pt x="233" y="54"/>
                  <a:pt x="233" y="54"/>
                </a:cubicBezTo>
                <a:cubicBezTo>
                  <a:pt x="233" y="54"/>
                  <a:pt x="233" y="54"/>
                  <a:pt x="233" y="54"/>
                </a:cubicBezTo>
                <a:cubicBezTo>
                  <a:pt x="239" y="60"/>
                  <a:pt x="239" y="70"/>
                  <a:pt x="233" y="76"/>
                </a:cubicBez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Oval 45"/>
          <p:cNvSpPr>
            <a:spLocks noChangeArrowheads="1"/>
          </p:cNvSpPr>
          <p:nvPr/>
        </p:nvSpPr>
        <p:spPr bwMode="auto">
          <a:xfrm>
            <a:off x="6829426" y="4251325"/>
            <a:ext cx="595313" cy="5969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1798638" y="4251325"/>
            <a:ext cx="593725" cy="5969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Oval 47"/>
          <p:cNvSpPr>
            <a:spLocks noChangeArrowheads="1"/>
          </p:cNvSpPr>
          <p:nvPr/>
        </p:nvSpPr>
        <p:spPr bwMode="auto">
          <a:xfrm>
            <a:off x="3057526" y="4251325"/>
            <a:ext cx="593725" cy="5969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Oval 48"/>
          <p:cNvSpPr>
            <a:spLocks noChangeArrowheads="1"/>
          </p:cNvSpPr>
          <p:nvPr/>
        </p:nvSpPr>
        <p:spPr bwMode="auto">
          <a:xfrm>
            <a:off x="4314826" y="4251325"/>
            <a:ext cx="596900" cy="5969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Oval 49"/>
          <p:cNvSpPr>
            <a:spLocks noChangeArrowheads="1"/>
          </p:cNvSpPr>
          <p:nvPr/>
        </p:nvSpPr>
        <p:spPr bwMode="auto">
          <a:xfrm>
            <a:off x="5575301" y="4251325"/>
            <a:ext cx="596900" cy="5969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1862138" y="4314825"/>
            <a:ext cx="466725" cy="469900"/>
            <a:chOff x="1862138" y="4314825"/>
            <a:chExt cx="466725" cy="469900"/>
          </a:xfrm>
        </p:grpSpPr>
        <p:sp>
          <p:nvSpPr>
            <p:cNvPr id="55" name="Oval 51"/>
            <p:cNvSpPr>
              <a:spLocks noChangeArrowheads="1"/>
            </p:cNvSpPr>
            <p:nvPr/>
          </p:nvSpPr>
          <p:spPr bwMode="auto">
            <a:xfrm>
              <a:off x="1862138" y="4314825"/>
              <a:ext cx="466725" cy="46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5"/>
            <p:cNvSpPr>
              <a:spLocks noEditPoints="1"/>
            </p:cNvSpPr>
            <p:nvPr/>
          </p:nvSpPr>
          <p:spPr bwMode="auto">
            <a:xfrm>
              <a:off x="1985963" y="4400550"/>
              <a:ext cx="219075" cy="317500"/>
            </a:xfrm>
            <a:custGeom>
              <a:avLst/>
              <a:gdLst>
                <a:gd name="T0" fmla="*/ 34 w 69"/>
                <a:gd name="T1" fmla="*/ 0 h 100"/>
                <a:gd name="T2" fmla="*/ 0 w 69"/>
                <a:gd name="T3" fmla="*/ 34 h 100"/>
                <a:gd name="T4" fmla="*/ 16 w 69"/>
                <a:gd name="T5" fmla="*/ 64 h 100"/>
                <a:gd name="T6" fmla="*/ 17 w 69"/>
                <a:gd name="T7" fmla="*/ 72 h 100"/>
                <a:gd name="T8" fmla="*/ 34 w 69"/>
                <a:gd name="T9" fmla="*/ 76 h 100"/>
                <a:gd name="T10" fmla="*/ 51 w 69"/>
                <a:gd name="T11" fmla="*/ 72 h 100"/>
                <a:gd name="T12" fmla="*/ 52 w 69"/>
                <a:gd name="T13" fmla="*/ 64 h 100"/>
                <a:gd name="T14" fmla="*/ 69 w 69"/>
                <a:gd name="T15" fmla="*/ 34 h 100"/>
                <a:gd name="T16" fmla="*/ 34 w 69"/>
                <a:gd name="T17" fmla="*/ 0 h 100"/>
                <a:gd name="T18" fmla="*/ 47 w 69"/>
                <a:gd name="T19" fmla="*/ 60 h 100"/>
                <a:gd name="T20" fmla="*/ 46 w 69"/>
                <a:gd name="T21" fmla="*/ 68 h 100"/>
                <a:gd name="T22" fmla="*/ 34 w 69"/>
                <a:gd name="T23" fmla="*/ 70 h 100"/>
                <a:gd name="T24" fmla="*/ 22 w 69"/>
                <a:gd name="T25" fmla="*/ 68 h 100"/>
                <a:gd name="T26" fmla="*/ 21 w 69"/>
                <a:gd name="T27" fmla="*/ 60 h 100"/>
                <a:gd name="T28" fmla="*/ 6 w 69"/>
                <a:gd name="T29" fmla="*/ 34 h 100"/>
                <a:gd name="T30" fmla="*/ 34 w 69"/>
                <a:gd name="T31" fmla="*/ 6 h 100"/>
                <a:gd name="T32" fmla="*/ 63 w 69"/>
                <a:gd name="T33" fmla="*/ 34 h 100"/>
                <a:gd name="T34" fmla="*/ 47 w 69"/>
                <a:gd name="T35" fmla="*/ 60 h 100"/>
                <a:gd name="T36" fmla="*/ 20 w 69"/>
                <a:gd name="T37" fmla="*/ 87 h 100"/>
                <a:gd name="T38" fmla="*/ 20 w 69"/>
                <a:gd name="T39" fmla="*/ 92 h 100"/>
                <a:gd name="T40" fmla="*/ 25 w 69"/>
                <a:gd name="T41" fmla="*/ 95 h 100"/>
                <a:gd name="T42" fmla="*/ 25 w 69"/>
                <a:gd name="T43" fmla="*/ 98 h 100"/>
                <a:gd name="T44" fmla="*/ 34 w 69"/>
                <a:gd name="T45" fmla="*/ 100 h 100"/>
                <a:gd name="T46" fmla="*/ 43 w 69"/>
                <a:gd name="T47" fmla="*/ 98 h 100"/>
                <a:gd name="T48" fmla="*/ 43 w 69"/>
                <a:gd name="T49" fmla="*/ 95 h 100"/>
                <a:gd name="T50" fmla="*/ 48 w 69"/>
                <a:gd name="T51" fmla="*/ 92 h 100"/>
                <a:gd name="T52" fmla="*/ 49 w 69"/>
                <a:gd name="T53" fmla="*/ 87 h 100"/>
                <a:gd name="T54" fmla="*/ 34 w 69"/>
                <a:gd name="T55" fmla="*/ 89 h 100"/>
                <a:gd name="T56" fmla="*/ 20 w 69"/>
                <a:gd name="T57" fmla="*/ 87 h 100"/>
                <a:gd name="T58" fmla="*/ 18 w 69"/>
                <a:gd name="T59" fmla="*/ 77 h 100"/>
                <a:gd name="T60" fmla="*/ 19 w 69"/>
                <a:gd name="T61" fmla="*/ 82 h 100"/>
                <a:gd name="T62" fmla="*/ 34 w 69"/>
                <a:gd name="T63" fmla="*/ 85 h 100"/>
                <a:gd name="T64" fmla="*/ 49 w 69"/>
                <a:gd name="T65" fmla="*/ 82 h 100"/>
                <a:gd name="T66" fmla="*/ 50 w 69"/>
                <a:gd name="T67" fmla="*/ 77 h 100"/>
                <a:gd name="T68" fmla="*/ 34 w 69"/>
                <a:gd name="T69" fmla="*/ 80 h 100"/>
                <a:gd name="T70" fmla="*/ 18 w 69"/>
                <a:gd name="T71" fmla="*/ 77 h 100"/>
                <a:gd name="T72" fmla="*/ 34 w 69"/>
                <a:gd name="T73" fmla="*/ 14 h 100"/>
                <a:gd name="T74" fmla="*/ 36 w 69"/>
                <a:gd name="T75" fmla="*/ 12 h 100"/>
                <a:gd name="T76" fmla="*/ 34 w 69"/>
                <a:gd name="T77" fmla="*/ 10 h 100"/>
                <a:gd name="T78" fmla="*/ 10 w 69"/>
                <a:gd name="T79" fmla="*/ 34 h 100"/>
                <a:gd name="T80" fmla="*/ 12 w 69"/>
                <a:gd name="T81" fmla="*/ 36 h 100"/>
                <a:gd name="T82" fmla="*/ 14 w 69"/>
                <a:gd name="T83" fmla="*/ 34 h 100"/>
                <a:gd name="T84" fmla="*/ 34 w 69"/>
                <a:gd name="T85" fmla="*/ 14 h 100"/>
                <a:gd name="T86" fmla="*/ 42 w 69"/>
                <a:gd name="T87" fmla="*/ 47 h 100"/>
                <a:gd name="T88" fmla="*/ 34 w 69"/>
                <a:gd name="T89" fmla="*/ 33 h 100"/>
                <a:gd name="T90" fmla="*/ 26 w 69"/>
                <a:gd name="T91" fmla="*/ 47 h 100"/>
                <a:gd name="T92" fmla="*/ 23 w 69"/>
                <a:gd name="T93" fmla="*/ 40 h 100"/>
                <a:gd name="T94" fmla="*/ 18 w 69"/>
                <a:gd name="T95" fmla="*/ 43 h 100"/>
                <a:gd name="T96" fmla="*/ 26 w 69"/>
                <a:gd name="T97" fmla="*/ 59 h 100"/>
                <a:gd name="T98" fmla="*/ 34 w 69"/>
                <a:gd name="T99" fmla="*/ 44 h 100"/>
                <a:gd name="T100" fmla="*/ 42 w 69"/>
                <a:gd name="T101" fmla="*/ 59 h 100"/>
                <a:gd name="T102" fmla="*/ 50 w 69"/>
                <a:gd name="T103" fmla="*/ 43 h 100"/>
                <a:gd name="T104" fmla="*/ 45 w 69"/>
                <a:gd name="T105" fmla="*/ 40 h 100"/>
                <a:gd name="T106" fmla="*/ 42 w 69"/>
                <a:gd name="T107" fmla="*/ 4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9" h="100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47"/>
                    <a:pt x="6" y="58"/>
                    <a:pt x="16" y="6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22" y="75"/>
                    <a:pt x="28" y="76"/>
                    <a:pt x="34" y="76"/>
                  </a:cubicBezTo>
                  <a:cubicBezTo>
                    <a:pt x="40" y="76"/>
                    <a:pt x="46" y="75"/>
                    <a:pt x="51" y="72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62" y="58"/>
                    <a:pt x="69" y="47"/>
                    <a:pt x="69" y="34"/>
                  </a:cubicBezTo>
                  <a:cubicBezTo>
                    <a:pt x="69" y="15"/>
                    <a:pt x="53" y="0"/>
                    <a:pt x="34" y="0"/>
                  </a:cubicBezTo>
                  <a:close/>
                  <a:moveTo>
                    <a:pt x="47" y="60"/>
                  </a:moveTo>
                  <a:cubicBezTo>
                    <a:pt x="46" y="68"/>
                    <a:pt x="46" y="68"/>
                    <a:pt x="46" y="68"/>
                  </a:cubicBezTo>
                  <a:cubicBezTo>
                    <a:pt x="46" y="68"/>
                    <a:pt x="43" y="70"/>
                    <a:pt x="34" y="70"/>
                  </a:cubicBezTo>
                  <a:cubicBezTo>
                    <a:pt x="25" y="70"/>
                    <a:pt x="22" y="68"/>
                    <a:pt x="22" y="68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2" y="55"/>
                    <a:pt x="6" y="45"/>
                    <a:pt x="6" y="34"/>
                  </a:cubicBezTo>
                  <a:cubicBezTo>
                    <a:pt x="6" y="19"/>
                    <a:pt x="18" y="6"/>
                    <a:pt x="34" y="6"/>
                  </a:cubicBezTo>
                  <a:cubicBezTo>
                    <a:pt x="50" y="6"/>
                    <a:pt x="63" y="19"/>
                    <a:pt x="63" y="34"/>
                  </a:cubicBezTo>
                  <a:cubicBezTo>
                    <a:pt x="63" y="45"/>
                    <a:pt x="56" y="55"/>
                    <a:pt x="47" y="60"/>
                  </a:cubicBezTo>
                  <a:close/>
                  <a:moveTo>
                    <a:pt x="20" y="87"/>
                  </a:moveTo>
                  <a:cubicBezTo>
                    <a:pt x="20" y="92"/>
                    <a:pt x="20" y="92"/>
                    <a:pt x="20" y="92"/>
                  </a:cubicBezTo>
                  <a:cubicBezTo>
                    <a:pt x="20" y="92"/>
                    <a:pt x="21" y="94"/>
                    <a:pt x="25" y="95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5" y="98"/>
                    <a:pt x="27" y="100"/>
                    <a:pt x="34" y="100"/>
                  </a:cubicBezTo>
                  <a:cubicBezTo>
                    <a:pt x="41" y="100"/>
                    <a:pt x="43" y="98"/>
                    <a:pt x="43" y="98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7" y="94"/>
                    <a:pt x="48" y="92"/>
                    <a:pt x="48" y="92"/>
                  </a:cubicBezTo>
                  <a:cubicBezTo>
                    <a:pt x="49" y="87"/>
                    <a:pt x="49" y="87"/>
                    <a:pt x="49" y="87"/>
                  </a:cubicBezTo>
                  <a:cubicBezTo>
                    <a:pt x="44" y="88"/>
                    <a:pt x="39" y="89"/>
                    <a:pt x="34" y="89"/>
                  </a:cubicBezTo>
                  <a:cubicBezTo>
                    <a:pt x="29" y="89"/>
                    <a:pt x="24" y="88"/>
                    <a:pt x="20" y="87"/>
                  </a:cubicBezTo>
                  <a:close/>
                  <a:moveTo>
                    <a:pt x="18" y="77"/>
                  </a:moveTo>
                  <a:cubicBezTo>
                    <a:pt x="19" y="82"/>
                    <a:pt x="19" y="82"/>
                    <a:pt x="19" y="82"/>
                  </a:cubicBezTo>
                  <a:cubicBezTo>
                    <a:pt x="23" y="84"/>
                    <a:pt x="29" y="85"/>
                    <a:pt x="34" y="85"/>
                  </a:cubicBezTo>
                  <a:cubicBezTo>
                    <a:pt x="40" y="85"/>
                    <a:pt x="45" y="84"/>
                    <a:pt x="49" y="82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45" y="79"/>
                    <a:pt x="40" y="80"/>
                    <a:pt x="34" y="80"/>
                  </a:cubicBezTo>
                  <a:cubicBezTo>
                    <a:pt x="28" y="80"/>
                    <a:pt x="23" y="79"/>
                    <a:pt x="18" y="77"/>
                  </a:cubicBezTo>
                  <a:close/>
                  <a:moveTo>
                    <a:pt x="34" y="14"/>
                  </a:moveTo>
                  <a:cubicBezTo>
                    <a:pt x="35" y="14"/>
                    <a:pt x="36" y="13"/>
                    <a:pt x="36" y="12"/>
                  </a:cubicBezTo>
                  <a:cubicBezTo>
                    <a:pt x="36" y="11"/>
                    <a:pt x="35" y="10"/>
                    <a:pt x="34" y="10"/>
                  </a:cubicBezTo>
                  <a:cubicBezTo>
                    <a:pt x="21" y="10"/>
                    <a:pt x="10" y="21"/>
                    <a:pt x="10" y="34"/>
                  </a:cubicBezTo>
                  <a:cubicBezTo>
                    <a:pt x="10" y="35"/>
                    <a:pt x="11" y="36"/>
                    <a:pt x="12" y="36"/>
                  </a:cubicBezTo>
                  <a:cubicBezTo>
                    <a:pt x="13" y="36"/>
                    <a:pt x="14" y="35"/>
                    <a:pt x="14" y="34"/>
                  </a:cubicBezTo>
                  <a:cubicBezTo>
                    <a:pt x="14" y="23"/>
                    <a:pt x="23" y="14"/>
                    <a:pt x="34" y="14"/>
                  </a:cubicBezTo>
                  <a:close/>
                  <a:moveTo>
                    <a:pt x="42" y="47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5" y="40"/>
                    <a:pt x="45" y="40"/>
                    <a:pt x="45" y="40"/>
                  </a:cubicBezTo>
                  <a:lnTo>
                    <a:pt x="42" y="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638801" y="4314825"/>
            <a:ext cx="469900" cy="469900"/>
            <a:chOff x="5638801" y="4314825"/>
            <a:chExt cx="469900" cy="469900"/>
          </a:xfrm>
        </p:grpSpPr>
        <p:sp>
          <p:nvSpPr>
            <p:cNvPr id="58" name="Oval 54"/>
            <p:cNvSpPr>
              <a:spLocks noChangeArrowheads="1"/>
            </p:cNvSpPr>
            <p:nvPr/>
          </p:nvSpPr>
          <p:spPr bwMode="auto">
            <a:xfrm>
              <a:off x="5638801" y="4314825"/>
              <a:ext cx="469900" cy="469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6"/>
            <p:cNvSpPr>
              <a:spLocks noEditPoints="1"/>
            </p:cNvSpPr>
            <p:nvPr/>
          </p:nvSpPr>
          <p:spPr bwMode="auto">
            <a:xfrm>
              <a:off x="5721351" y="4378325"/>
              <a:ext cx="330200" cy="330200"/>
            </a:xfrm>
            <a:custGeom>
              <a:avLst/>
              <a:gdLst>
                <a:gd name="T0" fmla="*/ 90 w 104"/>
                <a:gd name="T1" fmla="*/ 15 h 104"/>
                <a:gd name="T2" fmla="*/ 37 w 104"/>
                <a:gd name="T3" fmla="*/ 15 h 104"/>
                <a:gd name="T4" fmla="*/ 32 w 104"/>
                <a:gd name="T5" fmla="*/ 61 h 104"/>
                <a:gd name="T6" fmla="*/ 5 w 104"/>
                <a:gd name="T7" fmla="*/ 88 h 104"/>
                <a:gd name="T8" fmla="*/ 7 w 104"/>
                <a:gd name="T9" fmla="*/ 97 h 104"/>
                <a:gd name="T10" fmla="*/ 16 w 104"/>
                <a:gd name="T11" fmla="*/ 100 h 104"/>
                <a:gd name="T12" fmla="*/ 44 w 104"/>
                <a:gd name="T13" fmla="*/ 73 h 104"/>
                <a:gd name="T14" fmla="*/ 90 w 104"/>
                <a:gd name="T15" fmla="*/ 67 h 104"/>
                <a:gd name="T16" fmla="*/ 90 w 104"/>
                <a:gd name="T17" fmla="*/ 15 h 104"/>
                <a:gd name="T18" fmla="*/ 85 w 104"/>
                <a:gd name="T19" fmla="*/ 63 h 104"/>
                <a:gd name="T20" fmla="*/ 42 w 104"/>
                <a:gd name="T21" fmla="*/ 63 h 104"/>
                <a:gd name="T22" fmla="*/ 42 w 104"/>
                <a:gd name="T23" fmla="*/ 19 h 104"/>
                <a:gd name="T24" fmla="*/ 85 w 104"/>
                <a:gd name="T25" fmla="*/ 19 h 104"/>
                <a:gd name="T26" fmla="*/ 85 w 104"/>
                <a:gd name="T27" fmla="*/ 63 h 104"/>
                <a:gd name="T28" fmla="*/ 82 w 104"/>
                <a:gd name="T29" fmla="*/ 23 h 104"/>
                <a:gd name="T30" fmla="*/ 79 w 104"/>
                <a:gd name="T31" fmla="*/ 23 h 104"/>
                <a:gd name="T32" fmla="*/ 79 w 104"/>
                <a:gd name="T33" fmla="*/ 26 h 104"/>
                <a:gd name="T34" fmla="*/ 79 w 104"/>
                <a:gd name="T35" fmla="*/ 56 h 104"/>
                <a:gd name="T36" fmla="*/ 79 w 104"/>
                <a:gd name="T37" fmla="*/ 60 h 104"/>
                <a:gd name="T38" fmla="*/ 82 w 104"/>
                <a:gd name="T39" fmla="*/ 60 h 104"/>
                <a:gd name="T40" fmla="*/ 82 w 104"/>
                <a:gd name="T41" fmla="*/ 2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4" h="104">
                  <a:moveTo>
                    <a:pt x="90" y="15"/>
                  </a:moveTo>
                  <a:cubicBezTo>
                    <a:pt x="75" y="0"/>
                    <a:pt x="52" y="0"/>
                    <a:pt x="37" y="15"/>
                  </a:cubicBezTo>
                  <a:cubicBezTo>
                    <a:pt x="25" y="27"/>
                    <a:pt x="23" y="46"/>
                    <a:pt x="32" y="61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0" y="91"/>
                    <a:pt x="7" y="97"/>
                  </a:cubicBezTo>
                  <a:cubicBezTo>
                    <a:pt x="14" y="104"/>
                    <a:pt x="16" y="100"/>
                    <a:pt x="16" y="100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58" y="82"/>
                    <a:pt x="77" y="80"/>
                    <a:pt x="90" y="67"/>
                  </a:cubicBezTo>
                  <a:cubicBezTo>
                    <a:pt x="104" y="53"/>
                    <a:pt x="104" y="29"/>
                    <a:pt x="90" y="15"/>
                  </a:cubicBezTo>
                  <a:close/>
                  <a:moveTo>
                    <a:pt x="85" y="63"/>
                  </a:moveTo>
                  <a:cubicBezTo>
                    <a:pt x="73" y="75"/>
                    <a:pt x="54" y="75"/>
                    <a:pt x="42" y="63"/>
                  </a:cubicBezTo>
                  <a:cubicBezTo>
                    <a:pt x="30" y="51"/>
                    <a:pt x="30" y="31"/>
                    <a:pt x="42" y="19"/>
                  </a:cubicBezTo>
                  <a:cubicBezTo>
                    <a:pt x="54" y="8"/>
                    <a:pt x="73" y="8"/>
                    <a:pt x="85" y="19"/>
                  </a:cubicBezTo>
                  <a:cubicBezTo>
                    <a:pt x="97" y="31"/>
                    <a:pt x="97" y="51"/>
                    <a:pt x="85" y="63"/>
                  </a:cubicBezTo>
                  <a:close/>
                  <a:moveTo>
                    <a:pt x="82" y="23"/>
                  </a:moveTo>
                  <a:cubicBezTo>
                    <a:pt x="81" y="22"/>
                    <a:pt x="80" y="22"/>
                    <a:pt x="79" y="23"/>
                  </a:cubicBezTo>
                  <a:cubicBezTo>
                    <a:pt x="78" y="24"/>
                    <a:pt x="78" y="25"/>
                    <a:pt x="79" y="26"/>
                  </a:cubicBezTo>
                  <a:cubicBezTo>
                    <a:pt x="87" y="34"/>
                    <a:pt x="87" y="48"/>
                    <a:pt x="79" y="56"/>
                  </a:cubicBezTo>
                  <a:cubicBezTo>
                    <a:pt x="78" y="57"/>
                    <a:pt x="78" y="59"/>
                    <a:pt x="79" y="60"/>
                  </a:cubicBezTo>
                  <a:cubicBezTo>
                    <a:pt x="80" y="60"/>
                    <a:pt x="81" y="60"/>
                    <a:pt x="82" y="60"/>
                  </a:cubicBezTo>
                  <a:cubicBezTo>
                    <a:pt x="92" y="49"/>
                    <a:pt x="92" y="33"/>
                    <a:pt x="8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892926" y="4314825"/>
            <a:ext cx="468313" cy="469900"/>
            <a:chOff x="6892926" y="4314825"/>
            <a:chExt cx="468313" cy="469900"/>
          </a:xfrm>
        </p:grpSpPr>
        <p:sp>
          <p:nvSpPr>
            <p:cNvPr id="54" name="Oval 50"/>
            <p:cNvSpPr>
              <a:spLocks noChangeArrowheads="1"/>
            </p:cNvSpPr>
            <p:nvPr/>
          </p:nvSpPr>
          <p:spPr bwMode="auto">
            <a:xfrm>
              <a:off x="6892926" y="4314825"/>
              <a:ext cx="468313" cy="469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7"/>
            <p:cNvSpPr>
              <a:spLocks noEditPoints="1"/>
            </p:cNvSpPr>
            <p:nvPr/>
          </p:nvSpPr>
          <p:spPr bwMode="auto">
            <a:xfrm>
              <a:off x="7005638" y="4410075"/>
              <a:ext cx="241300" cy="304800"/>
            </a:xfrm>
            <a:custGeom>
              <a:avLst/>
              <a:gdLst>
                <a:gd name="T0" fmla="*/ 41 w 76"/>
                <a:gd name="T1" fmla="*/ 57 h 96"/>
                <a:gd name="T2" fmla="*/ 38 w 76"/>
                <a:gd name="T3" fmla="*/ 57 h 96"/>
                <a:gd name="T4" fmla="*/ 32 w 76"/>
                <a:gd name="T5" fmla="*/ 60 h 96"/>
                <a:gd name="T6" fmla="*/ 32 w 76"/>
                <a:gd name="T7" fmla="*/ 64 h 96"/>
                <a:gd name="T8" fmla="*/ 37 w 76"/>
                <a:gd name="T9" fmla="*/ 64 h 96"/>
                <a:gd name="T10" fmla="*/ 37 w 76"/>
                <a:gd name="T11" fmla="*/ 77 h 96"/>
                <a:gd name="T12" fmla="*/ 34 w 76"/>
                <a:gd name="T13" fmla="*/ 77 h 96"/>
                <a:gd name="T14" fmla="*/ 34 w 76"/>
                <a:gd name="T15" fmla="*/ 80 h 96"/>
                <a:gd name="T16" fmla="*/ 44 w 76"/>
                <a:gd name="T17" fmla="*/ 80 h 96"/>
                <a:gd name="T18" fmla="*/ 44 w 76"/>
                <a:gd name="T19" fmla="*/ 77 h 96"/>
                <a:gd name="T20" fmla="*/ 41 w 76"/>
                <a:gd name="T21" fmla="*/ 77 h 96"/>
                <a:gd name="T22" fmla="*/ 41 w 76"/>
                <a:gd name="T23" fmla="*/ 57 h 96"/>
                <a:gd name="T24" fmla="*/ 76 w 76"/>
                <a:gd name="T25" fmla="*/ 15 h 96"/>
                <a:gd name="T26" fmla="*/ 71 w 76"/>
                <a:gd name="T27" fmla="*/ 10 h 96"/>
                <a:gd name="T28" fmla="*/ 54 w 76"/>
                <a:gd name="T29" fmla="*/ 46 h 96"/>
                <a:gd name="T30" fmla="*/ 48 w 76"/>
                <a:gd name="T31" fmla="*/ 43 h 96"/>
                <a:gd name="T32" fmla="*/ 66 w 76"/>
                <a:gd name="T33" fmla="*/ 5 h 96"/>
                <a:gd name="T34" fmla="*/ 61 w 76"/>
                <a:gd name="T35" fmla="*/ 0 h 96"/>
                <a:gd name="T36" fmla="*/ 15 w 76"/>
                <a:gd name="T37" fmla="*/ 0 h 96"/>
                <a:gd name="T38" fmla="*/ 10 w 76"/>
                <a:gd name="T39" fmla="*/ 5 h 96"/>
                <a:gd name="T40" fmla="*/ 28 w 76"/>
                <a:gd name="T41" fmla="*/ 43 h 96"/>
                <a:gd name="T42" fmla="*/ 23 w 76"/>
                <a:gd name="T43" fmla="*/ 46 h 96"/>
                <a:gd name="T44" fmla="*/ 5 w 76"/>
                <a:gd name="T45" fmla="*/ 10 h 96"/>
                <a:gd name="T46" fmla="*/ 0 w 76"/>
                <a:gd name="T47" fmla="*/ 15 h 96"/>
                <a:gd name="T48" fmla="*/ 17 w 76"/>
                <a:gd name="T49" fmla="*/ 51 h 96"/>
                <a:gd name="T50" fmla="*/ 11 w 76"/>
                <a:gd name="T51" fmla="*/ 68 h 96"/>
                <a:gd name="T52" fmla="*/ 38 w 76"/>
                <a:gd name="T53" fmla="*/ 96 h 96"/>
                <a:gd name="T54" fmla="*/ 66 w 76"/>
                <a:gd name="T55" fmla="*/ 68 h 96"/>
                <a:gd name="T56" fmla="*/ 59 w 76"/>
                <a:gd name="T57" fmla="*/ 51 h 96"/>
                <a:gd name="T58" fmla="*/ 76 w 76"/>
                <a:gd name="T59" fmla="*/ 15 h 96"/>
                <a:gd name="T60" fmla="*/ 18 w 76"/>
                <a:gd name="T61" fmla="*/ 7 h 96"/>
                <a:gd name="T62" fmla="*/ 58 w 76"/>
                <a:gd name="T63" fmla="*/ 7 h 96"/>
                <a:gd name="T64" fmla="*/ 55 w 76"/>
                <a:gd name="T65" fmla="*/ 14 h 96"/>
                <a:gd name="T66" fmla="*/ 22 w 76"/>
                <a:gd name="T67" fmla="*/ 14 h 96"/>
                <a:gd name="T68" fmla="*/ 18 w 76"/>
                <a:gd name="T69" fmla="*/ 7 h 96"/>
                <a:gd name="T70" fmla="*/ 25 w 76"/>
                <a:gd name="T71" fmla="*/ 20 h 96"/>
                <a:gd name="T72" fmla="*/ 51 w 76"/>
                <a:gd name="T73" fmla="*/ 20 h 96"/>
                <a:gd name="T74" fmla="*/ 41 w 76"/>
                <a:gd name="T75" fmla="*/ 41 h 96"/>
                <a:gd name="T76" fmla="*/ 38 w 76"/>
                <a:gd name="T77" fmla="*/ 41 h 96"/>
                <a:gd name="T78" fmla="*/ 35 w 76"/>
                <a:gd name="T79" fmla="*/ 41 h 96"/>
                <a:gd name="T80" fmla="*/ 25 w 76"/>
                <a:gd name="T81" fmla="*/ 20 h 96"/>
                <a:gd name="T82" fmla="*/ 60 w 76"/>
                <a:gd name="T83" fmla="*/ 68 h 96"/>
                <a:gd name="T84" fmla="*/ 38 w 76"/>
                <a:gd name="T85" fmla="*/ 90 h 96"/>
                <a:gd name="T86" fmla="*/ 17 w 76"/>
                <a:gd name="T87" fmla="*/ 68 h 96"/>
                <a:gd name="T88" fmla="*/ 38 w 76"/>
                <a:gd name="T89" fmla="*/ 47 h 96"/>
                <a:gd name="T90" fmla="*/ 60 w 76"/>
                <a:gd name="T91" fmla="*/ 68 h 96"/>
                <a:gd name="T92" fmla="*/ 38 w 76"/>
                <a:gd name="T93" fmla="*/ 49 h 96"/>
                <a:gd name="T94" fmla="*/ 18 w 76"/>
                <a:gd name="T95" fmla="*/ 68 h 96"/>
                <a:gd name="T96" fmla="*/ 38 w 76"/>
                <a:gd name="T97" fmla="*/ 88 h 96"/>
                <a:gd name="T98" fmla="*/ 58 w 76"/>
                <a:gd name="T99" fmla="*/ 68 h 96"/>
                <a:gd name="T100" fmla="*/ 38 w 76"/>
                <a:gd name="T101" fmla="*/ 49 h 96"/>
                <a:gd name="T102" fmla="*/ 38 w 76"/>
                <a:gd name="T103" fmla="*/ 86 h 96"/>
                <a:gd name="T104" fmla="*/ 21 w 76"/>
                <a:gd name="T105" fmla="*/ 68 h 96"/>
                <a:gd name="T106" fmla="*/ 38 w 76"/>
                <a:gd name="T107" fmla="*/ 51 h 96"/>
                <a:gd name="T108" fmla="*/ 56 w 76"/>
                <a:gd name="T109" fmla="*/ 68 h 96"/>
                <a:gd name="T110" fmla="*/ 38 w 76"/>
                <a:gd name="T111" fmla="*/ 8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6" h="96">
                  <a:moveTo>
                    <a:pt x="41" y="57"/>
                  </a:moveTo>
                  <a:cubicBezTo>
                    <a:pt x="38" y="57"/>
                    <a:pt x="38" y="57"/>
                    <a:pt x="38" y="57"/>
                  </a:cubicBezTo>
                  <a:cubicBezTo>
                    <a:pt x="38" y="57"/>
                    <a:pt x="37" y="60"/>
                    <a:pt x="32" y="60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1" y="77"/>
                    <a:pt x="41" y="77"/>
                    <a:pt x="41" y="77"/>
                  </a:cubicBezTo>
                  <a:lnTo>
                    <a:pt x="41" y="57"/>
                  </a:lnTo>
                  <a:close/>
                  <a:moveTo>
                    <a:pt x="76" y="15"/>
                  </a:moveTo>
                  <a:cubicBezTo>
                    <a:pt x="71" y="10"/>
                    <a:pt x="71" y="10"/>
                    <a:pt x="71" y="10"/>
                  </a:cubicBezTo>
                  <a:cubicBezTo>
                    <a:pt x="54" y="46"/>
                    <a:pt x="54" y="46"/>
                    <a:pt x="54" y="46"/>
                  </a:cubicBezTo>
                  <a:cubicBezTo>
                    <a:pt x="52" y="45"/>
                    <a:pt x="50" y="44"/>
                    <a:pt x="48" y="43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6" y="44"/>
                    <a:pt x="24" y="45"/>
                    <a:pt x="23" y="46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55"/>
                    <a:pt x="11" y="62"/>
                    <a:pt x="11" y="68"/>
                  </a:cubicBezTo>
                  <a:cubicBezTo>
                    <a:pt x="11" y="84"/>
                    <a:pt x="23" y="96"/>
                    <a:pt x="38" y="96"/>
                  </a:cubicBezTo>
                  <a:cubicBezTo>
                    <a:pt x="53" y="96"/>
                    <a:pt x="66" y="84"/>
                    <a:pt x="66" y="68"/>
                  </a:cubicBezTo>
                  <a:cubicBezTo>
                    <a:pt x="66" y="62"/>
                    <a:pt x="63" y="55"/>
                    <a:pt x="59" y="51"/>
                  </a:cubicBezTo>
                  <a:lnTo>
                    <a:pt x="76" y="15"/>
                  </a:lnTo>
                  <a:close/>
                  <a:moveTo>
                    <a:pt x="18" y="7"/>
                  </a:moveTo>
                  <a:cubicBezTo>
                    <a:pt x="58" y="7"/>
                    <a:pt x="58" y="7"/>
                    <a:pt x="58" y="7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18" y="7"/>
                  </a:lnTo>
                  <a:close/>
                  <a:moveTo>
                    <a:pt x="25" y="2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0" y="41"/>
                    <a:pt x="39" y="41"/>
                    <a:pt x="38" y="41"/>
                  </a:cubicBezTo>
                  <a:cubicBezTo>
                    <a:pt x="37" y="41"/>
                    <a:pt x="36" y="41"/>
                    <a:pt x="35" y="41"/>
                  </a:cubicBezTo>
                  <a:lnTo>
                    <a:pt x="25" y="20"/>
                  </a:lnTo>
                  <a:close/>
                  <a:moveTo>
                    <a:pt x="60" y="68"/>
                  </a:moveTo>
                  <a:cubicBezTo>
                    <a:pt x="60" y="80"/>
                    <a:pt x="50" y="90"/>
                    <a:pt x="38" y="90"/>
                  </a:cubicBezTo>
                  <a:cubicBezTo>
                    <a:pt x="26" y="90"/>
                    <a:pt x="17" y="80"/>
                    <a:pt x="17" y="68"/>
                  </a:cubicBezTo>
                  <a:cubicBezTo>
                    <a:pt x="17" y="57"/>
                    <a:pt x="26" y="47"/>
                    <a:pt x="38" y="47"/>
                  </a:cubicBezTo>
                  <a:cubicBezTo>
                    <a:pt x="50" y="47"/>
                    <a:pt x="60" y="57"/>
                    <a:pt x="60" y="68"/>
                  </a:cubicBezTo>
                  <a:close/>
                  <a:moveTo>
                    <a:pt x="38" y="49"/>
                  </a:moveTo>
                  <a:cubicBezTo>
                    <a:pt x="27" y="49"/>
                    <a:pt x="18" y="58"/>
                    <a:pt x="18" y="68"/>
                  </a:cubicBezTo>
                  <a:cubicBezTo>
                    <a:pt x="18" y="79"/>
                    <a:pt x="27" y="88"/>
                    <a:pt x="38" y="88"/>
                  </a:cubicBezTo>
                  <a:cubicBezTo>
                    <a:pt x="49" y="88"/>
                    <a:pt x="58" y="79"/>
                    <a:pt x="58" y="68"/>
                  </a:cubicBezTo>
                  <a:cubicBezTo>
                    <a:pt x="58" y="58"/>
                    <a:pt x="49" y="49"/>
                    <a:pt x="38" y="49"/>
                  </a:cubicBezTo>
                  <a:close/>
                  <a:moveTo>
                    <a:pt x="38" y="86"/>
                  </a:moveTo>
                  <a:cubicBezTo>
                    <a:pt x="28" y="86"/>
                    <a:pt x="21" y="78"/>
                    <a:pt x="21" y="68"/>
                  </a:cubicBezTo>
                  <a:cubicBezTo>
                    <a:pt x="21" y="59"/>
                    <a:pt x="28" y="51"/>
                    <a:pt x="38" y="51"/>
                  </a:cubicBezTo>
                  <a:cubicBezTo>
                    <a:pt x="48" y="51"/>
                    <a:pt x="56" y="59"/>
                    <a:pt x="56" y="68"/>
                  </a:cubicBezTo>
                  <a:cubicBezTo>
                    <a:pt x="56" y="78"/>
                    <a:pt x="48" y="86"/>
                    <a:pt x="38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121026" y="4314825"/>
            <a:ext cx="466725" cy="469900"/>
            <a:chOff x="3121026" y="4314825"/>
            <a:chExt cx="466725" cy="469900"/>
          </a:xfrm>
        </p:grpSpPr>
        <p:sp>
          <p:nvSpPr>
            <p:cNvPr id="56" name="Oval 52"/>
            <p:cNvSpPr>
              <a:spLocks noChangeArrowheads="1"/>
            </p:cNvSpPr>
            <p:nvPr/>
          </p:nvSpPr>
          <p:spPr bwMode="auto">
            <a:xfrm>
              <a:off x="3121026" y="4314825"/>
              <a:ext cx="466725" cy="46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8"/>
            <p:cNvSpPr>
              <a:spLocks noEditPoints="1"/>
            </p:cNvSpPr>
            <p:nvPr/>
          </p:nvSpPr>
          <p:spPr bwMode="auto">
            <a:xfrm>
              <a:off x="3241676" y="4413250"/>
              <a:ext cx="219075" cy="276225"/>
            </a:xfrm>
            <a:custGeom>
              <a:avLst/>
              <a:gdLst>
                <a:gd name="T0" fmla="*/ 100 w 138"/>
                <a:gd name="T1" fmla="*/ 28 h 174"/>
                <a:gd name="T2" fmla="*/ 24 w 138"/>
                <a:gd name="T3" fmla="*/ 28 h 174"/>
                <a:gd name="T4" fmla="*/ 24 w 138"/>
                <a:gd name="T5" fmla="*/ 38 h 174"/>
                <a:gd name="T6" fmla="*/ 100 w 138"/>
                <a:gd name="T7" fmla="*/ 38 h 174"/>
                <a:gd name="T8" fmla="*/ 100 w 138"/>
                <a:gd name="T9" fmla="*/ 28 h 174"/>
                <a:gd name="T10" fmla="*/ 100 w 138"/>
                <a:gd name="T11" fmla="*/ 50 h 174"/>
                <a:gd name="T12" fmla="*/ 24 w 138"/>
                <a:gd name="T13" fmla="*/ 50 h 174"/>
                <a:gd name="T14" fmla="*/ 24 w 138"/>
                <a:gd name="T15" fmla="*/ 60 h 174"/>
                <a:gd name="T16" fmla="*/ 100 w 138"/>
                <a:gd name="T17" fmla="*/ 60 h 174"/>
                <a:gd name="T18" fmla="*/ 100 w 138"/>
                <a:gd name="T19" fmla="*/ 50 h 174"/>
                <a:gd name="T20" fmla="*/ 124 w 138"/>
                <a:gd name="T21" fmla="*/ 14 h 174"/>
                <a:gd name="T22" fmla="*/ 124 w 138"/>
                <a:gd name="T23" fmla="*/ 0 h 174"/>
                <a:gd name="T24" fmla="*/ 0 w 138"/>
                <a:gd name="T25" fmla="*/ 0 h 174"/>
                <a:gd name="T26" fmla="*/ 0 w 138"/>
                <a:gd name="T27" fmla="*/ 158 h 174"/>
                <a:gd name="T28" fmla="*/ 16 w 138"/>
                <a:gd name="T29" fmla="*/ 158 h 174"/>
                <a:gd name="T30" fmla="*/ 16 w 138"/>
                <a:gd name="T31" fmla="*/ 174 h 174"/>
                <a:gd name="T32" fmla="*/ 98 w 138"/>
                <a:gd name="T33" fmla="*/ 174 h 174"/>
                <a:gd name="T34" fmla="*/ 138 w 138"/>
                <a:gd name="T35" fmla="*/ 174 h 174"/>
                <a:gd name="T36" fmla="*/ 138 w 138"/>
                <a:gd name="T37" fmla="*/ 132 h 174"/>
                <a:gd name="T38" fmla="*/ 138 w 138"/>
                <a:gd name="T39" fmla="*/ 14 h 174"/>
                <a:gd name="T40" fmla="*/ 124 w 138"/>
                <a:gd name="T41" fmla="*/ 14 h 174"/>
                <a:gd name="T42" fmla="*/ 10 w 138"/>
                <a:gd name="T43" fmla="*/ 150 h 174"/>
                <a:gd name="T44" fmla="*/ 10 w 138"/>
                <a:gd name="T45" fmla="*/ 8 h 174"/>
                <a:gd name="T46" fmla="*/ 114 w 138"/>
                <a:gd name="T47" fmla="*/ 8 h 174"/>
                <a:gd name="T48" fmla="*/ 114 w 138"/>
                <a:gd name="T49" fmla="*/ 114 h 174"/>
                <a:gd name="T50" fmla="*/ 78 w 138"/>
                <a:gd name="T51" fmla="*/ 114 h 174"/>
                <a:gd name="T52" fmla="*/ 78 w 138"/>
                <a:gd name="T53" fmla="*/ 114 h 174"/>
                <a:gd name="T54" fmla="*/ 78 w 138"/>
                <a:gd name="T55" fmla="*/ 150 h 174"/>
                <a:gd name="T56" fmla="*/ 10 w 138"/>
                <a:gd name="T57" fmla="*/ 150 h 174"/>
                <a:gd name="T58" fmla="*/ 130 w 138"/>
                <a:gd name="T59" fmla="*/ 128 h 174"/>
                <a:gd name="T60" fmla="*/ 130 w 138"/>
                <a:gd name="T61" fmla="*/ 164 h 174"/>
                <a:gd name="T62" fmla="*/ 94 w 138"/>
                <a:gd name="T63" fmla="*/ 164 h 174"/>
                <a:gd name="T64" fmla="*/ 24 w 138"/>
                <a:gd name="T65" fmla="*/ 164 h 174"/>
                <a:gd name="T66" fmla="*/ 24 w 138"/>
                <a:gd name="T67" fmla="*/ 158 h 174"/>
                <a:gd name="T68" fmla="*/ 82 w 138"/>
                <a:gd name="T69" fmla="*/ 158 h 174"/>
                <a:gd name="T70" fmla="*/ 124 w 138"/>
                <a:gd name="T71" fmla="*/ 118 h 174"/>
                <a:gd name="T72" fmla="*/ 124 w 138"/>
                <a:gd name="T73" fmla="*/ 24 h 174"/>
                <a:gd name="T74" fmla="*/ 130 w 138"/>
                <a:gd name="T75" fmla="*/ 24 h 174"/>
                <a:gd name="T76" fmla="*/ 130 w 138"/>
                <a:gd name="T77" fmla="*/ 128 h 174"/>
                <a:gd name="T78" fmla="*/ 24 w 138"/>
                <a:gd name="T79" fmla="*/ 102 h 174"/>
                <a:gd name="T80" fmla="*/ 62 w 138"/>
                <a:gd name="T81" fmla="*/ 102 h 174"/>
                <a:gd name="T82" fmla="*/ 62 w 138"/>
                <a:gd name="T83" fmla="*/ 92 h 174"/>
                <a:gd name="T84" fmla="*/ 24 w 138"/>
                <a:gd name="T85" fmla="*/ 92 h 174"/>
                <a:gd name="T86" fmla="*/ 24 w 138"/>
                <a:gd name="T87" fmla="*/ 102 h 174"/>
                <a:gd name="T88" fmla="*/ 100 w 138"/>
                <a:gd name="T89" fmla="*/ 70 h 174"/>
                <a:gd name="T90" fmla="*/ 24 w 138"/>
                <a:gd name="T91" fmla="*/ 70 h 174"/>
                <a:gd name="T92" fmla="*/ 24 w 138"/>
                <a:gd name="T93" fmla="*/ 82 h 174"/>
                <a:gd name="T94" fmla="*/ 100 w 138"/>
                <a:gd name="T95" fmla="*/ 82 h 174"/>
                <a:gd name="T96" fmla="*/ 100 w 138"/>
                <a:gd name="T97" fmla="*/ 7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8" h="174">
                  <a:moveTo>
                    <a:pt x="100" y="28"/>
                  </a:moveTo>
                  <a:lnTo>
                    <a:pt x="24" y="28"/>
                  </a:lnTo>
                  <a:lnTo>
                    <a:pt x="24" y="38"/>
                  </a:lnTo>
                  <a:lnTo>
                    <a:pt x="100" y="38"/>
                  </a:lnTo>
                  <a:lnTo>
                    <a:pt x="100" y="28"/>
                  </a:lnTo>
                  <a:close/>
                  <a:moveTo>
                    <a:pt x="100" y="50"/>
                  </a:moveTo>
                  <a:lnTo>
                    <a:pt x="24" y="50"/>
                  </a:lnTo>
                  <a:lnTo>
                    <a:pt x="24" y="60"/>
                  </a:lnTo>
                  <a:lnTo>
                    <a:pt x="100" y="60"/>
                  </a:lnTo>
                  <a:lnTo>
                    <a:pt x="100" y="50"/>
                  </a:lnTo>
                  <a:close/>
                  <a:moveTo>
                    <a:pt x="124" y="14"/>
                  </a:moveTo>
                  <a:lnTo>
                    <a:pt x="124" y="0"/>
                  </a:lnTo>
                  <a:lnTo>
                    <a:pt x="0" y="0"/>
                  </a:lnTo>
                  <a:lnTo>
                    <a:pt x="0" y="158"/>
                  </a:lnTo>
                  <a:lnTo>
                    <a:pt x="16" y="158"/>
                  </a:lnTo>
                  <a:lnTo>
                    <a:pt x="16" y="174"/>
                  </a:lnTo>
                  <a:lnTo>
                    <a:pt x="98" y="174"/>
                  </a:lnTo>
                  <a:lnTo>
                    <a:pt x="138" y="174"/>
                  </a:lnTo>
                  <a:lnTo>
                    <a:pt x="138" y="132"/>
                  </a:lnTo>
                  <a:lnTo>
                    <a:pt x="138" y="14"/>
                  </a:lnTo>
                  <a:lnTo>
                    <a:pt x="124" y="14"/>
                  </a:lnTo>
                  <a:close/>
                  <a:moveTo>
                    <a:pt x="10" y="150"/>
                  </a:moveTo>
                  <a:lnTo>
                    <a:pt x="10" y="8"/>
                  </a:lnTo>
                  <a:lnTo>
                    <a:pt x="114" y="8"/>
                  </a:lnTo>
                  <a:lnTo>
                    <a:pt x="114" y="114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8" y="150"/>
                  </a:lnTo>
                  <a:lnTo>
                    <a:pt x="10" y="150"/>
                  </a:lnTo>
                  <a:close/>
                  <a:moveTo>
                    <a:pt x="130" y="128"/>
                  </a:moveTo>
                  <a:lnTo>
                    <a:pt x="130" y="164"/>
                  </a:lnTo>
                  <a:lnTo>
                    <a:pt x="94" y="164"/>
                  </a:lnTo>
                  <a:lnTo>
                    <a:pt x="24" y="164"/>
                  </a:lnTo>
                  <a:lnTo>
                    <a:pt x="24" y="158"/>
                  </a:lnTo>
                  <a:lnTo>
                    <a:pt x="82" y="158"/>
                  </a:lnTo>
                  <a:lnTo>
                    <a:pt x="124" y="118"/>
                  </a:lnTo>
                  <a:lnTo>
                    <a:pt x="124" y="24"/>
                  </a:lnTo>
                  <a:lnTo>
                    <a:pt x="130" y="24"/>
                  </a:lnTo>
                  <a:lnTo>
                    <a:pt x="130" y="128"/>
                  </a:lnTo>
                  <a:close/>
                  <a:moveTo>
                    <a:pt x="24" y="102"/>
                  </a:moveTo>
                  <a:lnTo>
                    <a:pt x="62" y="102"/>
                  </a:lnTo>
                  <a:lnTo>
                    <a:pt x="62" y="92"/>
                  </a:lnTo>
                  <a:lnTo>
                    <a:pt x="24" y="92"/>
                  </a:lnTo>
                  <a:lnTo>
                    <a:pt x="24" y="102"/>
                  </a:lnTo>
                  <a:close/>
                  <a:moveTo>
                    <a:pt x="100" y="70"/>
                  </a:moveTo>
                  <a:lnTo>
                    <a:pt x="24" y="70"/>
                  </a:lnTo>
                  <a:lnTo>
                    <a:pt x="24" y="82"/>
                  </a:lnTo>
                  <a:lnTo>
                    <a:pt x="100" y="82"/>
                  </a:lnTo>
                  <a:lnTo>
                    <a:pt x="100" y="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378326" y="4314825"/>
            <a:ext cx="469900" cy="469900"/>
            <a:chOff x="4378326" y="4314825"/>
            <a:chExt cx="469900" cy="469900"/>
          </a:xfrm>
        </p:grpSpPr>
        <p:sp>
          <p:nvSpPr>
            <p:cNvPr id="57" name="Oval 53"/>
            <p:cNvSpPr>
              <a:spLocks noChangeArrowheads="1"/>
            </p:cNvSpPr>
            <p:nvPr/>
          </p:nvSpPr>
          <p:spPr bwMode="auto">
            <a:xfrm>
              <a:off x="4378326" y="4314825"/>
              <a:ext cx="469900" cy="469900"/>
            </a:xfrm>
            <a:prstGeom prst="ellipse">
              <a:avLst/>
            </a:prstGeom>
            <a:gradFill>
              <a:gsLst>
                <a:gs pos="0">
                  <a:schemeClr val="accent4">
                    <a:lumMod val="85000"/>
                  </a:schemeClr>
                </a:gs>
                <a:gs pos="100000">
                  <a:schemeClr val="accent4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9"/>
            <p:cNvSpPr>
              <a:spLocks noEditPoints="1"/>
            </p:cNvSpPr>
            <p:nvPr/>
          </p:nvSpPr>
          <p:spPr bwMode="auto">
            <a:xfrm>
              <a:off x="4464051" y="4419600"/>
              <a:ext cx="292100" cy="247650"/>
            </a:xfrm>
            <a:custGeom>
              <a:avLst/>
              <a:gdLst>
                <a:gd name="T0" fmla="*/ 4 w 92"/>
                <a:gd name="T1" fmla="*/ 74 h 78"/>
                <a:gd name="T2" fmla="*/ 8 w 92"/>
                <a:gd name="T3" fmla="*/ 78 h 78"/>
                <a:gd name="T4" fmla="*/ 25 w 92"/>
                <a:gd name="T5" fmla="*/ 78 h 78"/>
                <a:gd name="T6" fmla="*/ 25 w 92"/>
                <a:gd name="T7" fmla="*/ 42 h 78"/>
                <a:gd name="T8" fmla="*/ 4 w 92"/>
                <a:gd name="T9" fmla="*/ 63 h 78"/>
                <a:gd name="T10" fmla="*/ 4 w 92"/>
                <a:gd name="T11" fmla="*/ 74 h 78"/>
                <a:gd name="T12" fmla="*/ 33 w 92"/>
                <a:gd name="T13" fmla="*/ 51 h 78"/>
                <a:gd name="T14" fmla="*/ 33 w 92"/>
                <a:gd name="T15" fmla="*/ 78 h 78"/>
                <a:gd name="T16" fmla="*/ 53 w 92"/>
                <a:gd name="T17" fmla="*/ 78 h 78"/>
                <a:gd name="T18" fmla="*/ 53 w 92"/>
                <a:gd name="T19" fmla="*/ 53 h 78"/>
                <a:gd name="T20" fmla="*/ 45 w 92"/>
                <a:gd name="T21" fmla="*/ 62 h 78"/>
                <a:gd name="T22" fmla="*/ 33 w 92"/>
                <a:gd name="T23" fmla="*/ 51 h 78"/>
                <a:gd name="T24" fmla="*/ 62 w 92"/>
                <a:gd name="T25" fmla="*/ 45 h 78"/>
                <a:gd name="T26" fmla="*/ 62 w 92"/>
                <a:gd name="T27" fmla="*/ 78 h 78"/>
                <a:gd name="T28" fmla="*/ 78 w 92"/>
                <a:gd name="T29" fmla="*/ 78 h 78"/>
                <a:gd name="T30" fmla="*/ 82 w 92"/>
                <a:gd name="T31" fmla="*/ 74 h 78"/>
                <a:gd name="T32" fmla="*/ 82 w 92"/>
                <a:gd name="T33" fmla="*/ 25 h 78"/>
                <a:gd name="T34" fmla="*/ 64 w 92"/>
                <a:gd name="T35" fmla="*/ 42 h 78"/>
                <a:gd name="T36" fmla="*/ 62 w 92"/>
                <a:gd name="T37" fmla="*/ 45 h 78"/>
                <a:gd name="T38" fmla="*/ 74 w 92"/>
                <a:gd name="T39" fmla="*/ 2 h 78"/>
                <a:gd name="T40" fmla="*/ 70 w 92"/>
                <a:gd name="T41" fmla="*/ 6 h 78"/>
                <a:gd name="T42" fmla="*/ 74 w 92"/>
                <a:gd name="T43" fmla="*/ 9 h 78"/>
                <a:gd name="T44" fmla="*/ 78 w 92"/>
                <a:gd name="T45" fmla="*/ 9 h 78"/>
                <a:gd name="T46" fmla="*/ 45 w 92"/>
                <a:gd name="T47" fmla="*/ 42 h 78"/>
                <a:gd name="T48" fmla="*/ 25 w 92"/>
                <a:gd name="T49" fmla="*/ 23 h 78"/>
                <a:gd name="T50" fmla="*/ 2 w 92"/>
                <a:gd name="T51" fmla="*/ 46 h 78"/>
                <a:gd name="T52" fmla="*/ 2 w 92"/>
                <a:gd name="T53" fmla="*/ 51 h 78"/>
                <a:gd name="T54" fmla="*/ 7 w 92"/>
                <a:gd name="T55" fmla="*/ 51 h 78"/>
                <a:gd name="T56" fmla="*/ 25 w 92"/>
                <a:gd name="T57" fmla="*/ 33 h 78"/>
                <a:gd name="T58" fmla="*/ 45 w 92"/>
                <a:gd name="T59" fmla="*/ 53 h 78"/>
                <a:gd name="T60" fmla="*/ 83 w 92"/>
                <a:gd name="T61" fmla="*/ 14 h 78"/>
                <a:gd name="T62" fmla="*/ 83 w 92"/>
                <a:gd name="T63" fmla="*/ 18 h 78"/>
                <a:gd name="T64" fmla="*/ 86 w 92"/>
                <a:gd name="T65" fmla="*/ 22 h 78"/>
                <a:gd name="T66" fmla="*/ 87 w 92"/>
                <a:gd name="T67" fmla="*/ 22 h 78"/>
                <a:gd name="T68" fmla="*/ 90 w 92"/>
                <a:gd name="T69" fmla="*/ 18 h 78"/>
                <a:gd name="T70" fmla="*/ 92 w 92"/>
                <a:gd name="T71" fmla="*/ 0 h 78"/>
                <a:gd name="T72" fmla="*/ 74 w 92"/>
                <a:gd name="T73" fmla="*/ 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2" h="78">
                  <a:moveTo>
                    <a:pt x="4" y="74"/>
                  </a:moveTo>
                  <a:cubicBezTo>
                    <a:pt x="4" y="76"/>
                    <a:pt x="6" y="78"/>
                    <a:pt x="8" y="78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4" y="63"/>
                    <a:pt x="4" y="63"/>
                    <a:pt x="4" y="63"/>
                  </a:cubicBezTo>
                  <a:lnTo>
                    <a:pt x="4" y="74"/>
                  </a:lnTo>
                  <a:close/>
                  <a:moveTo>
                    <a:pt x="33" y="51"/>
                  </a:moveTo>
                  <a:cubicBezTo>
                    <a:pt x="33" y="78"/>
                    <a:pt x="33" y="78"/>
                    <a:pt x="33" y="78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45" y="62"/>
                    <a:pt x="45" y="62"/>
                    <a:pt x="45" y="62"/>
                  </a:cubicBezTo>
                  <a:lnTo>
                    <a:pt x="33" y="51"/>
                  </a:lnTo>
                  <a:close/>
                  <a:moveTo>
                    <a:pt x="62" y="45"/>
                  </a:moveTo>
                  <a:cubicBezTo>
                    <a:pt x="62" y="78"/>
                    <a:pt x="62" y="78"/>
                    <a:pt x="62" y="78"/>
                  </a:cubicBezTo>
                  <a:cubicBezTo>
                    <a:pt x="78" y="78"/>
                    <a:pt x="78" y="78"/>
                    <a:pt x="78" y="78"/>
                  </a:cubicBezTo>
                  <a:cubicBezTo>
                    <a:pt x="80" y="78"/>
                    <a:pt x="82" y="76"/>
                    <a:pt x="82" y="74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64" y="42"/>
                    <a:pt x="64" y="42"/>
                    <a:pt x="64" y="42"/>
                  </a:cubicBezTo>
                  <a:lnTo>
                    <a:pt x="62" y="45"/>
                  </a:lnTo>
                  <a:close/>
                  <a:moveTo>
                    <a:pt x="74" y="2"/>
                  </a:moveTo>
                  <a:cubicBezTo>
                    <a:pt x="72" y="2"/>
                    <a:pt x="70" y="4"/>
                    <a:pt x="70" y="6"/>
                  </a:cubicBezTo>
                  <a:cubicBezTo>
                    <a:pt x="71" y="8"/>
                    <a:pt x="72" y="9"/>
                    <a:pt x="74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7"/>
                    <a:pt x="0" y="49"/>
                    <a:pt x="2" y="51"/>
                  </a:cubicBezTo>
                  <a:cubicBezTo>
                    <a:pt x="3" y="52"/>
                    <a:pt x="6" y="52"/>
                    <a:pt x="7" y="51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20"/>
                    <a:pt x="84" y="21"/>
                    <a:pt x="86" y="22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89" y="22"/>
                    <a:pt x="90" y="20"/>
                    <a:pt x="90" y="18"/>
                  </a:cubicBezTo>
                  <a:cubicBezTo>
                    <a:pt x="92" y="0"/>
                    <a:pt x="92" y="0"/>
                    <a:pt x="92" y="0"/>
                  </a:cubicBezTo>
                  <a:lnTo>
                    <a:pt x="74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1451069" y="4971803"/>
            <a:ext cx="128886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rtl="1"/>
            <a:r>
              <a:rPr lang="en-US" sz="1600" b="1" dirty="0">
                <a:solidFill>
                  <a:schemeClr val="bg1"/>
                </a:solidFill>
              </a:rPr>
              <a:t>. 1</a:t>
            </a:r>
          </a:p>
          <a:p>
            <a:pPr algn="ctr" rtl="1"/>
            <a:r>
              <a:rPr lang="fa-IR" sz="1600" b="1" dirty="0">
                <a:latin typeface="B Yekan+" panose="02000503030000020004" pitchFamily="2" charset="-78"/>
                <a:cs typeface="B Titr" panose="00000700000000000000" pitchFamily="2" charset="-78"/>
              </a:rPr>
              <a:t>ویدئوکنفرانس، جایگاه و مزایا</a:t>
            </a:r>
          </a:p>
        </p:txBody>
      </p:sp>
      <p:sp>
        <p:nvSpPr>
          <p:cNvPr id="79" name="TextBox 78"/>
          <p:cNvSpPr txBox="1">
            <a:spLocks/>
          </p:cNvSpPr>
          <p:nvPr/>
        </p:nvSpPr>
        <p:spPr>
          <a:xfrm>
            <a:off x="1465263" y="3067572"/>
            <a:ext cx="1258888" cy="595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0"/>
              </a:lnSpc>
            </a:pP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0" name="TextBox 79"/>
          <p:cNvSpPr txBox="1">
            <a:spLocks/>
          </p:cNvSpPr>
          <p:nvPr/>
        </p:nvSpPr>
        <p:spPr>
          <a:xfrm>
            <a:off x="2724151" y="3067572"/>
            <a:ext cx="1258888" cy="595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0"/>
              </a:lnSpc>
            </a:pP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1" name="TextBox 80"/>
          <p:cNvSpPr txBox="1">
            <a:spLocks/>
          </p:cNvSpPr>
          <p:nvPr/>
        </p:nvSpPr>
        <p:spPr>
          <a:xfrm>
            <a:off x="3983039" y="3067572"/>
            <a:ext cx="1258888" cy="595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0"/>
              </a:lnSpc>
            </a:pP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2" name="TextBox 81"/>
          <p:cNvSpPr txBox="1">
            <a:spLocks/>
          </p:cNvSpPr>
          <p:nvPr/>
        </p:nvSpPr>
        <p:spPr>
          <a:xfrm>
            <a:off x="5241927" y="3067572"/>
            <a:ext cx="1258888" cy="595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0"/>
              </a:lnSpc>
            </a:pP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4" name="TextBox 83"/>
          <p:cNvSpPr txBox="1">
            <a:spLocks/>
          </p:cNvSpPr>
          <p:nvPr/>
        </p:nvSpPr>
        <p:spPr>
          <a:xfrm>
            <a:off x="6500815" y="3067572"/>
            <a:ext cx="1258888" cy="595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0"/>
              </a:lnSpc>
            </a:pP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08964" y="4971803"/>
            <a:ext cx="128886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. 2</a:t>
            </a:r>
          </a:p>
          <a:p>
            <a:pPr algn="ctr" rtl="1"/>
            <a:r>
              <a:rPr lang="fa-IR" sz="1600" b="1" dirty="0">
                <a:latin typeface="B Yekan+" panose="02000503030000020004" pitchFamily="2" charset="-78"/>
                <a:cs typeface="B Titr" panose="00000700000000000000" pitchFamily="2" charset="-78"/>
              </a:rPr>
              <a:t>تحولات اخیر صنعت ویدئوکنفرانس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66859" y="4971803"/>
            <a:ext cx="128886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. 3</a:t>
            </a:r>
          </a:p>
          <a:p>
            <a:pPr algn="ctr"/>
            <a:r>
              <a:rPr lang="fa-IR" sz="1600" b="1" dirty="0">
                <a:latin typeface="B Yekan+" panose="02000503030000020004" pitchFamily="2" charset="-78"/>
                <a:cs typeface="B Titr" panose="00000700000000000000" pitchFamily="2" charset="-78"/>
              </a:rPr>
              <a:t>کاربردهای اساسی ویدئوکنفرانس در سازمان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24754" y="4971803"/>
            <a:ext cx="128886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. 4</a:t>
            </a:r>
          </a:p>
          <a:p>
            <a:pPr algn="ctr"/>
            <a:r>
              <a:rPr lang="fa-IR" sz="1600" b="1" dirty="0">
                <a:latin typeface="B Yekan+" panose="02000503030000020004" pitchFamily="2" charset="-78"/>
                <a:cs typeface="B Titr" panose="00000700000000000000" pitchFamily="2" charset="-78"/>
              </a:rPr>
              <a:t>نیازمندی ها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82651" y="4971803"/>
            <a:ext cx="128886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. </a:t>
            </a:r>
            <a:r>
              <a:rPr lang="en-US" sz="1600" b="1" dirty="0" smtClean="0">
                <a:solidFill>
                  <a:schemeClr val="bg1"/>
                </a:solidFill>
              </a:rPr>
              <a:t>5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666301" y="1950069"/>
            <a:ext cx="3816350" cy="4750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en-US" b="1" dirty="0">
              <a:latin typeface="B Yekan+" panose="02000503030000020004" pitchFamily="2" charset="-78"/>
              <a:cs typeface="B Yekan+" panose="02000503030000020004" pitchFamily="2" charset="-78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944022" y="2051294"/>
            <a:ext cx="3241673" cy="9988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rtl="1"/>
            <a:r>
              <a:rPr lang="fa-IR" sz="2400" b="1" dirty="0" smtClean="0">
                <a:solidFill>
                  <a:schemeClr val="accent2"/>
                </a:solidFill>
                <a:latin typeface="B Yekan+" panose="02000503030000020004" pitchFamily="2" charset="-78"/>
                <a:cs typeface="B Titr" panose="00000700000000000000" pitchFamily="2" charset="-78"/>
              </a:rPr>
              <a:t>مباحث ویدئوکنفرانس</a:t>
            </a:r>
            <a:endParaRPr lang="fa-IR" sz="2400" b="1" dirty="0">
              <a:solidFill>
                <a:schemeClr val="accent2"/>
              </a:solidFill>
              <a:latin typeface="B Yekan+" panose="02000503030000020004" pitchFamily="2" charset="-78"/>
              <a:cs typeface="B Titr" panose="00000700000000000000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73183" y="5218024"/>
            <a:ext cx="9284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1600" b="1" dirty="0">
                <a:latin typeface="B Yekan+" panose="02000503030000020004" pitchFamily="2" charset="-78"/>
                <a:cs typeface="B Titr" panose="00000700000000000000" pitchFamily="2" charset="-78"/>
              </a:rPr>
              <a:t>روش اجرا</a:t>
            </a:r>
          </a:p>
        </p:txBody>
      </p:sp>
    </p:spTree>
    <p:extLst>
      <p:ext uri="{BB962C8B-B14F-4D97-AF65-F5344CB8AC3E}">
        <p14:creationId xmlns:p14="http://schemas.microsoft.com/office/powerpoint/2010/main" val="84138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reeform 114"/>
          <p:cNvSpPr>
            <a:spLocks noEditPoints="1"/>
          </p:cNvSpPr>
          <p:nvPr/>
        </p:nvSpPr>
        <p:spPr bwMode="auto">
          <a:xfrm>
            <a:off x="649288" y="4248150"/>
            <a:ext cx="346075" cy="828675"/>
          </a:xfrm>
          <a:custGeom>
            <a:avLst/>
            <a:gdLst>
              <a:gd name="T0" fmla="*/ 38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5 w 109"/>
              <a:gd name="T7" fmla="*/ 39 h 261"/>
              <a:gd name="T8" fmla="*/ 45 w 109"/>
              <a:gd name="T9" fmla="*/ 39 h 261"/>
              <a:gd name="T10" fmla="*/ 55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6 w 109"/>
              <a:gd name="T19" fmla="*/ 20 h 261"/>
              <a:gd name="T20" fmla="*/ 76 w 109"/>
              <a:gd name="T21" fmla="*/ 19 h 261"/>
              <a:gd name="T22" fmla="*/ 66 w 109"/>
              <a:gd name="T23" fmla="*/ 3 h 261"/>
              <a:gd name="T24" fmla="*/ 66 w 109"/>
              <a:gd name="T25" fmla="*/ 3 h 261"/>
              <a:gd name="T26" fmla="*/ 65 w 109"/>
              <a:gd name="T27" fmla="*/ 3 h 261"/>
              <a:gd name="T28" fmla="*/ 58 w 109"/>
              <a:gd name="T29" fmla="*/ 0 h 261"/>
              <a:gd name="T30" fmla="*/ 58 w 109"/>
              <a:gd name="T31" fmla="*/ 0 h 261"/>
              <a:gd name="T32" fmla="*/ 55 w 109"/>
              <a:gd name="T33" fmla="*/ 0 h 261"/>
              <a:gd name="T34" fmla="*/ 42 w 109"/>
              <a:gd name="T35" fmla="*/ 4 h 261"/>
              <a:gd name="T36" fmla="*/ 42 w 109"/>
              <a:gd name="T37" fmla="*/ 5 h 261"/>
              <a:gd name="T38" fmla="*/ 42 w 109"/>
              <a:gd name="T39" fmla="*/ 5 h 261"/>
              <a:gd name="T40" fmla="*/ 41 w 109"/>
              <a:gd name="T41" fmla="*/ 5 h 261"/>
              <a:gd name="T42" fmla="*/ 41 w 109"/>
              <a:gd name="T43" fmla="*/ 5 h 261"/>
              <a:gd name="T44" fmla="*/ 40 w 109"/>
              <a:gd name="T45" fmla="*/ 6 h 261"/>
              <a:gd name="T46" fmla="*/ 39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6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3 h 261"/>
              <a:gd name="T66" fmla="*/ 38 w 109"/>
              <a:gd name="T67" fmla="*/ 34 h 261"/>
              <a:gd name="T68" fmla="*/ 99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1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6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4 w 109"/>
              <a:gd name="T113" fmla="*/ 80 h 261"/>
              <a:gd name="T114" fmla="*/ 92 w 109"/>
              <a:gd name="T115" fmla="*/ 135 h 261"/>
              <a:gd name="T116" fmla="*/ 97 w 109"/>
              <a:gd name="T117" fmla="*/ 146 h 261"/>
              <a:gd name="T118" fmla="*/ 109 w 109"/>
              <a:gd name="T119" fmla="*/ 138 h 261"/>
              <a:gd name="T120" fmla="*/ 99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4"/>
                </a:moveTo>
                <a:cubicBezTo>
                  <a:pt x="39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8" y="41"/>
                  <a:pt x="51" y="42"/>
                  <a:pt x="55" y="42"/>
                </a:cubicBezTo>
                <a:cubicBezTo>
                  <a:pt x="58" y="42"/>
                  <a:pt x="62" y="41"/>
                  <a:pt x="64" y="39"/>
                </a:cubicBezTo>
                <a:cubicBezTo>
                  <a:pt x="66" y="39"/>
                  <a:pt x="68" y="38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6" y="20"/>
                </a:cubicBezTo>
                <a:cubicBezTo>
                  <a:pt x="76" y="19"/>
                  <a:pt x="76" y="19"/>
                  <a:pt x="76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6" y="3"/>
                  <a:pt x="66" y="3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3" y="1"/>
                  <a:pt x="60" y="1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5" y="0"/>
                </a:cubicBezTo>
                <a:cubicBezTo>
                  <a:pt x="50" y="0"/>
                  <a:pt x="46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9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7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3"/>
                  <a:pt x="36" y="13"/>
                  <a:pt x="36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4"/>
                  <a:pt x="34" y="28"/>
                  <a:pt x="37" y="33"/>
                </a:cubicBezTo>
                <a:lnTo>
                  <a:pt x="38" y="34"/>
                </a:lnTo>
                <a:close/>
                <a:moveTo>
                  <a:pt x="99" y="70"/>
                </a:move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1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6" y="84"/>
                  <a:pt x="26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7" y="261"/>
                  <a:pt x="50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4" y="190"/>
                  <a:pt x="83" y="134"/>
                  <a:pt x="83" y="8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84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9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15"/>
          <p:cNvSpPr>
            <a:spLocks noEditPoints="1"/>
          </p:cNvSpPr>
          <p:nvPr/>
        </p:nvSpPr>
        <p:spPr bwMode="auto">
          <a:xfrm>
            <a:off x="1274763" y="4248150"/>
            <a:ext cx="346075" cy="828675"/>
          </a:xfrm>
          <a:custGeom>
            <a:avLst/>
            <a:gdLst>
              <a:gd name="T0" fmla="*/ 38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5 w 109"/>
              <a:gd name="T7" fmla="*/ 39 h 261"/>
              <a:gd name="T8" fmla="*/ 45 w 109"/>
              <a:gd name="T9" fmla="*/ 39 h 261"/>
              <a:gd name="T10" fmla="*/ 55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6 w 109"/>
              <a:gd name="T19" fmla="*/ 20 h 261"/>
              <a:gd name="T20" fmla="*/ 76 w 109"/>
              <a:gd name="T21" fmla="*/ 19 h 261"/>
              <a:gd name="T22" fmla="*/ 66 w 109"/>
              <a:gd name="T23" fmla="*/ 3 h 261"/>
              <a:gd name="T24" fmla="*/ 66 w 109"/>
              <a:gd name="T25" fmla="*/ 3 h 261"/>
              <a:gd name="T26" fmla="*/ 65 w 109"/>
              <a:gd name="T27" fmla="*/ 3 h 261"/>
              <a:gd name="T28" fmla="*/ 58 w 109"/>
              <a:gd name="T29" fmla="*/ 0 h 261"/>
              <a:gd name="T30" fmla="*/ 58 w 109"/>
              <a:gd name="T31" fmla="*/ 0 h 261"/>
              <a:gd name="T32" fmla="*/ 55 w 109"/>
              <a:gd name="T33" fmla="*/ 0 h 261"/>
              <a:gd name="T34" fmla="*/ 42 w 109"/>
              <a:gd name="T35" fmla="*/ 4 h 261"/>
              <a:gd name="T36" fmla="*/ 42 w 109"/>
              <a:gd name="T37" fmla="*/ 5 h 261"/>
              <a:gd name="T38" fmla="*/ 42 w 109"/>
              <a:gd name="T39" fmla="*/ 5 h 261"/>
              <a:gd name="T40" fmla="*/ 41 w 109"/>
              <a:gd name="T41" fmla="*/ 5 h 261"/>
              <a:gd name="T42" fmla="*/ 41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6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3 h 261"/>
              <a:gd name="T66" fmla="*/ 38 w 109"/>
              <a:gd name="T67" fmla="*/ 34 h 261"/>
              <a:gd name="T68" fmla="*/ 99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6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7 w 109"/>
              <a:gd name="T117" fmla="*/ 146 h 261"/>
              <a:gd name="T118" fmla="*/ 109 w 109"/>
              <a:gd name="T119" fmla="*/ 138 h 261"/>
              <a:gd name="T120" fmla="*/ 99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4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8" y="41"/>
                  <a:pt x="51" y="42"/>
                  <a:pt x="55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9"/>
                  <a:pt x="67" y="38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6" y="20"/>
                </a:cubicBezTo>
                <a:cubicBezTo>
                  <a:pt x="76" y="19"/>
                  <a:pt x="76" y="19"/>
                  <a:pt x="76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6" y="3"/>
                  <a:pt x="66" y="3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3" y="1"/>
                  <a:pt x="60" y="1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5" y="0"/>
                </a:cubicBezTo>
                <a:cubicBezTo>
                  <a:pt x="50" y="0"/>
                  <a:pt x="46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7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3"/>
                  <a:pt x="36" y="13"/>
                  <a:pt x="36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4"/>
                  <a:pt x="34" y="28"/>
                  <a:pt x="37" y="33"/>
                </a:cubicBezTo>
                <a:lnTo>
                  <a:pt x="38" y="34"/>
                </a:lnTo>
                <a:close/>
                <a:moveTo>
                  <a:pt x="99" y="70"/>
                </a:move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6" y="84"/>
                  <a:pt x="26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7" y="261"/>
                  <a:pt x="50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9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16"/>
          <p:cNvSpPr>
            <a:spLocks noEditPoints="1"/>
          </p:cNvSpPr>
          <p:nvPr/>
        </p:nvSpPr>
        <p:spPr bwMode="auto">
          <a:xfrm>
            <a:off x="1900238" y="4248150"/>
            <a:ext cx="346075" cy="828675"/>
          </a:xfrm>
          <a:custGeom>
            <a:avLst/>
            <a:gdLst>
              <a:gd name="T0" fmla="*/ 38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5 w 109"/>
              <a:gd name="T7" fmla="*/ 39 h 261"/>
              <a:gd name="T8" fmla="*/ 45 w 109"/>
              <a:gd name="T9" fmla="*/ 39 h 261"/>
              <a:gd name="T10" fmla="*/ 55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5 w 109"/>
              <a:gd name="T27" fmla="*/ 3 h 261"/>
              <a:gd name="T28" fmla="*/ 58 w 109"/>
              <a:gd name="T29" fmla="*/ 0 h 261"/>
              <a:gd name="T30" fmla="*/ 58 w 109"/>
              <a:gd name="T31" fmla="*/ 0 h 261"/>
              <a:gd name="T32" fmla="*/ 55 w 109"/>
              <a:gd name="T33" fmla="*/ 0 h 261"/>
              <a:gd name="T34" fmla="*/ 42 w 109"/>
              <a:gd name="T35" fmla="*/ 4 h 261"/>
              <a:gd name="T36" fmla="*/ 42 w 109"/>
              <a:gd name="T37" fmla="*/ 5 h 261"/>
              <a:gd name="T38" fmla="*/ 41 w 109"/>
              <a:gd name="T39" fmla="*/ 5 h 261"/>
              <a:gd name="T40" fmla="*/ 41 w 109"/>
              <a:gd name="T41" fmla="*/ 5 h 261"/>
              <a:gd name="T42" fmla="*/ 41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3 h 261"/>
              <a:gd name="T66" fmla="*/ 38 w 109"/>
              <a:gd name="T67" fmla="*/ 34 h 261"/>
              <a:gd name="T68" fmla="*/ 98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7 w 109"/>
              <a:gd name="T117" fmla="*/ 146 h 261"/>
              <a:gd name="T118" fmla="*/ 109 w 109"/>
              <a:gd name="T119" fmla="*/ 138 h 261"/>
              <a:gd name="T120" fmla="*/ 98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4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8" y="41"/>
                  <a:pt x="51" y="42"/>
                  <a:pt x="55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9"/>
                  <a:pt x="67" y="38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2" y="1"/>
                  <a:pt x="60" y="1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5" y="0"/>
                </a:cubicBezTo>
                <a:cubicBezTo>
                  <a:pt x="50" y="0"/>
                  <a:pt x="46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7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4"/>
                  <a:pt x="34" y="28"/>
                  <a:pt x="37" y="33"/>
                </a:cubicBezTo>
                <a:lnTo>
                  <a:pt x="38" y="34"/>
                </a:lnTo>
                <a:close/>
                <a:moveTo>
                  <a:pt x="98" y="70"/>
                </a:move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7" y="261"/>
                  <a:pt x="49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17"/>
          <p:cNvSpPr>
            <a:spLocks noEditPoints="1"/>
          </p:cNvSpPr>
          <p:nvPr/>
        </p:nvSpPr>
        <p:spPr bwMode="auto">
          <a:xfrm>
            <a:off x="2524126" y="4248150"/>
            <a:ext cx="346075" cy="828675"/>
          </a:xfrm>
          <a:custGeom>
            <a:avLst/>
            <a:gdLst>
              <a:gd name="T0" fmla="*/ 38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4 w 109"/>
              <a:gd name="T7" fmla="*/ 39 h 261"/>
              <a:gd name="T8" fmla="*/ 45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3 h 261"/>
              <a:gd name="T28" fmla="*/ 58 w 109"/>
              <a:gd name="T29" fmla="*/ 0 h 261"/>
              <a:gd name="T30" fmla="*/ 58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2 w 109"/>
              <a:gd name="T37" fmla="*/ 5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3 h 261"/>
              <a:gd name="T66" fmla="*/ 38 w 109"/>
              <a:gd name="T67" fmla="*/ 34 h 261"/>
              <a:gd name="T68" fmla="*/ 98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4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4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9"/>
                  <a:pt x="67" y="38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2" y="1"/>
                  <a:pt x="60" y="1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4" y="0"/>
                </a:cubicBezTo>
                <a:cubicBezTo>
                  <a:pt x="50" y="0"/>
                  <a:pt x="45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4"/>
                  <a:pt x="34" y="28"/>
                  <a:pt x="37" y="33"/>
                </a:cubicBezTo>
                <a:lnTo>
                  <a:pt x="38" y="34"/>
                </a:lnTo>
                <a:close/>
                <a:moveTo>
                  <a:pt x="98" y="70"/>
                </a:moveTo>
                <a:cubicBezTo>
                  <a:pt x="96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61"/>
                  <a:pt x="49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18"/>
          <p:cNvSpPr>
            <a:spLocks noEditPoints="1"/>
          </p:cNvSpPr>
          <p:nvPr/>
        </p:nvSpPr>
        <p:spPr bwMode="auto">
          <a:xfrm>
            <a:off x="3149601" y="4248150"/>
            <a:ext cx="346075" cy="828675"/>
          </a:xfrm>
          <a:custGeom>
            <a:avLst/>
            <a:gdLst>
              <a:gd name="T0" fmla="*/ 37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4 w 109"/>
              <a:gd name="T7" fmla="*/ 39 h 261"/>
              <a:gd name="T8" fmla="*/ 44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3 h 261"/>
              <a:gd name="T28" fmla="*/ 58 w 109"/>
              <a:gd name="T29" fmla="*/ 0 h 261"/>
              <a:gd name="T30" fmla="*/ 57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2 w 109"/>
              <a:gd name="T37" fmla="*/ 5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7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3 w 109"/>
              <a:gd name="T63" fmla="*/ 19 h 261"/>
              <a:gd name="T64" fmla="*/ 37 w 109"/>
              <a:gd name="T65" fmla="*/ 33 h 261"/>
              <a:gd name="T66" fmla="*/ 37 w 109"/>
              <a:gd name="T67" fmla="*/ 34 h 261"/>
              <a:gd name="T68" fmla="*/ 98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49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7" y="34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4" y="39"/>
                </a:cubicBezTo>
                <a:cubicBezTo>
                  <a:pt x="44" y="39"/>
                  <a:pt x="44" y="39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9"/>
                  <a:pt x="67" y="38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2" y="1"/>
                  <a:pt x="60" y="1"/>
                  <a:pt x="58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6" y="0"/>
                  <a:pt x="55" y="0"/>
                  <a:pt x="54" y="0"/>
                </a:cubicBezTo>
                <a:cubicBezTo>
                  <a:pt x="50" y="0"/>
                  <a:pt x="45" y="2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3" y="19"/>
                </a:cubicBezTo>
                <a:cubicBezTo>
                  <a:pt x="33" y="24"/>
                  <a:pt x="34" y="28"/>
                  <a:pt x="37" y="33"/>
                </a:cubicBezTo>
                <a:lnTo>
                  <a:pt x="37" y="34"/>
                </a:lnTo>
                <a:close/>
                <a:moveTo>
                  <a:pt x="98" y="70"/>
                </a:move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61"/>
                  <a:pt x="49" y="260"/>
                  <a:pt x="49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19"/>
          <p:cNvSpPr>
            <a:spLocks noEditPoints="1"/>
          </p:cNvSpPr>
          <p:nvPr/>
        </p:nvSpPr>
        <p:spPr bwMode="auto">
          <a:xfrm>
            <a:off x="3775076" y="4248150"/>
            <a:ext cx="346075" cy="828675"/>
          </a:xfrm>
          <a:custGeom>
            <a:avLst/>
            <a:gdLst>
              <a:gd name="T0" fmla="*/ 37 w 109"/>
              <a:gd name="T1" fmla="*/ 34 h 261"/>
              <a:gd name="T2" fmla="*/ 40 w 109"/>
              <a:gd name="T3" fmla="*/ 36 h 261"/>
              <a:gd name="T4" fmla="*/ 41 w 109"/>
              <a:gd name="T5" fmla="*/ 37 h 261"/>
              <a:gd name="T6" fmla="*/ 44 w 109"/>
              <a:gd name="T7" fmla="*/ 39 h 261"/>
              <a:gd name="T8" fmla="*/ 44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8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3 h 261"/>
              <a:gd name="T28" fmla="*/ 57 w 109"/>
              <a:gd name="T29" fmla="*/ 0 h 261"/>
              <a:gd name="T30" fmla="*/ 57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1 w 109"/>
              <a:gd name="T37" fmla="*/ 5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7 w 109"/>
              <a:gd name="T49" fmla="*/ 9 h 261"/>
              <a:gd name="T50" fmla="*/ 37 w 109"/>
              <a:gd name="T51" fmla="*/ 10 h 261"/>
              <a:gd name="T52" fmla="*/ 35 w 109"/>
              <a:gd name="T53" fmla="*/ 12 h 261"/>
              <a:gd name="T54" fmla="*/ 35 w 109"/>
              <a:gd name="T55" fmla="*/ 12 h 261"/>
              <a:gd name="T56" fmla="*/ 35 w 109"/>
              <a:gd name="T57" fmla="*/ 13 h 261"/>
              <a:gd name="T58" fmla="*/ 35 w 109"/>
              <a:gd name="T59" fmla="*/ 13 h 261"/>
              <a:gd name="T60" fmla="*/ 35 w 109"/>
              <a:gd name="T61" fmla="*/ 14 h 261"/>
              <a:gd name="T62" fmla="*/ 33 w 109"/>
              <a:gd name="T63" fmla="*/ 19 h 261"/>
              <a:gd name="T64" fmla="*/ 37 w 109"/>
              <a:gd name="T65" fmla="*/ 33 h 261"/>
              <a:gd name="T66" fmla="*/ 37 w 109"/>
              <a:gd name="T67" fmla="*/ 34 h 261"/>
              <a:gd name="T68" fmla="*/ 98 w 109"/>
              <a:gd name="T69" fmla="*/ 70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70 h 261"/>
              <a:gd name="T76" fmla="*/ 0 w 109"/>
              <a:gd name="T77" fmla="*/ 138 h 261"/>
              <a:gd name="T78" fmla="*/ 12 w 109"/>
              <a:gd name="T79" fmla="*/ 146 h 261"/>
              <a:gd name="T80" fmla="*/ 16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4 h 261"/>
              <a:gd name="T100" fmla="*/ 49 w 109"/>
              <a:gd name="T101" fmla="*/ 244 h 261"/>
              <a:gd name="T102" fmla="*/ 49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70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7" y="34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8"/>
                  <a:pt x="43" y="39"/>
                  <a:pt x="44" y="39"/>
                </a:cubicBezTo>
                <a:cubicBezTo>
                  <a:pt x="44" y="39"/>
                  <a:pt x="44" y="39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9"/>
                  <a:pt x="67" y="38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3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2" y="1"/>
                  <a:pt x="60" y="1"/>
                  <a:pt x="57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6" y="0"/>
                  <a:pt x="55" y="0"/>
                  <a:pt x="54" y="0"/>
                </a:cubicBezTo>
                <a:cubicBezTo>
                  <a:pt x="50" y="0"/>
                  <a:pt x="45" y="2"/>
                  <a:pt x="42" y="4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5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3" y="17"/>
                  <a:pt x="33" y="19"/>
                </a:cubicBezTo>
                <a:cubicBezTo>
                  <a:pt x="33" y="24"/>
                  <a:pt x="34" y="28"/>
                  <a:pt x="37" y="33"/>
                </a:cubicBezTo>
                <a:lnTo>
                  <a:pt x="37" y="34"/>
                </a:lnTo>
                <a:close/>
                <a:moveTo>
                  <a:pt x="98" y="70"/>
                </a:move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6" y="135"/>
                </a:cubicBezTo>
                <a:cubicBezTo>
                  <a:pt x="17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61"/>
                  <a:pt x="49" y="260"/>
                  <a:pt x="49" y="244"/>
                </a:cubicBezTo>
                <a:cubicBezTo>
                  <a:pt x="50" y="212"/>
                  <a:pt x="50" y="179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9" y="145"/>
                  <a:pt x="109" y="138"/>
                </a:cubicBezTo>
                <a:lnTo>
                  <a:pt x="98" y="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20"/>
          <p:cNvSpPr>
            <a:spLocks noEditPoints="1"/>
          </p:cNvSpPr>
          <p:nvPr/>
        </p:nvSpPr>
        <p:spPr bwMode="auto">
          <a:xfrm>
            <a:off x="1274763" y="5264150"/>
            <a:ext cx="346075" cy="828675"/>
          </a:xfrm>
          <a:custGeom>
            <a:avLst/>
            <a:gdLst>
              <a:gd name="T0" fmla="*/ 38 w 109"/>
              <a:gd name="T1" fmla="*/ 33 h 261"/>
              <a:gd name="T2" fmla="*/ 40 w 109"/>
              <a:gd name="T3" fmla="*/ 36 h 261"/>
              <a:gd name="T4" fmla="*/ 41 w 109"/>
              <a:gd name="T5" fmla="*/ 36 h 261"/>
              <a:gd name="T6" fmla="*/ 45 w 109"/>
              <a:gd name="T7" fmla="*/ 39 h 261"/>
              <a:gd name="T8" fmla="*/ 45 w 109"/>
              <a:gd name="T9" fmla="*/ 39 h 261"/>
              <a:gd name="T10" fmla="*/ 55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6 w 109"/>
              <a:gd name="T19" fmla="*/ 20 h 261"/>
              <a:gd name="T20" fmla="*/ 76 w 109"/>
              <a:gd name="T21" fmla="*/ 19 h 261"/>
              <a:gd name="T22" fmla="*/ 66 w 109"/>
              <a:gd name="T23" fmla="*/ 3 h 261"/>
              <a:gd name="T24" fmla="*/ 66 w 109"/>
              <a:gd name="T25" fmla="*/ 3 h 261"/>
              <a:gd name="T26" fmla="*/ 65 w 109"/>
              <a:gd name="T27" fmla="*/ 2 h 261"/>
              <a:gd name="T28" fmla="*/ 58 w 109"/>
              <a:gd name="T29" fmla="*/ 0 h 261"/>
              <a:gd name="T30" fmla="*/ 58 w 109"/>
              <a:gd name="T31" fmla="*/ 0 h 261"/>
              <a:gd name="T32" fmla="*/ 55 w 109"/>
              <a:gd name="T33" fmla="*/ 0 h 261"/>
              <a:gd name="T34" fmla="*/ 42 w 109"/>
              <a:gd name="T35" fmla="*/ 4 h 261"/>
              <a:gd name="T36" fmla="*/ 42 w 109"/>
              <a:gd name="T37" fmla="*/ 4 h 261"/>
              <a:gd name="T38" fmla="*/ 42 w 109"/>
              <a:gd name="T39" fmla="*/ 5 h 261"/>
              <a:gd name="T40" fmla="*/ 41 w 109"/>
              <a:gd name="T41" fmla="*/ 5 h 261"/>
              <a:gd name="T42" fmla="*/ 41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6 w 109"/>
              <a:gd name="T57" fmla="*/ 12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2 h 261"/>
              <a:gd name="T66" fmla="*/ 38 w 109"/>
              <a:gd name="T67" fmla="*/ 33 h 261"/>
              <a:gd name="T68" fmla="*/ 99 w 109"/>
              <a:gd name="T69" fmla="*/ 69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69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6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3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7 w 109"/>
              <a:gd name="T117" fmla="*/ 146 h 261"/>
              <a:gd name="T118" fmla="*/ 109 w 109"/>
              <a:gd name="T119" fmla="*/ 138 h 261"/>
              <a:gd name="T120" fmla="*/ 99 w 109"/>
              <a:gd name="T121" fmla="*/ 69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3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2" y="37"/>
                  <a:pt x="43" y="38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8" y="41"/>
                  <a:pt x="51" y="42"/>
                  <a:pt x="55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8"/>
                  <a:pt x="67" y="37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6" y="20"/>
                </a:cubicBezTo>
                <a:cubicBezTo>
                  <a:pt x="76" y="19"/>
                  <a:pt x="76" y="19"/>
                  <a:pt x="76" y="19"/>
                </a:cubicBezTo>
                <a:cubicBezTo>
                  <a:pt x="75" y="12"/>
                  <a:pt x="71" y="7"/>
                  <a:pt x="66" y="3"/>
                </a:cubicBezTo>
                <a:cubicBezTo>
                  <a:pt x="66" y="3"/>
                  <a:pt x="66" y="3"/>
                  <a:pt x="66" y="3"/>
                </a:cubicBezTo>
                <a:cubicBezTo>
                  <a:pt x="65" y="2"/>
                  <a:pt x="65" y="2"/>
                  <a:pt x="65" y="2"/>
                </a:cubicBezTo>
                <a:cubicBezTo>
                  <a:pt x="63" y="1"/>
                  <a:pt x="60" y="0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5" y="0"/>
                </a:cubicBezTo>
                <a:cubicBezTo>
                  <a:pt x="50" y="0"/>
                  <a:pt x="46" y="1"/>
                  <a:pt x="42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2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7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3"/>
                  <a:pt x="34" y="28"/>
                  <a:pt x="37" y="32"/>
                </a:cubicBezTo>
                <a:lnTo>
                  <a:pt x="38" y="33"/>
                </a:lnTo>
                <a:close/>
                <a:moveTo>
                  <a:pt x="99" y="69"/>
                </a:move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6" y="83"/>
                  <a:pt x="26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7" y="261"/>
                  <a:pt x="50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9" y="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21"/>
          <p:cNvSpPr>
            <a:spLocks noEditPoints="1"/>
          </p:cNvSpPr>
          <p:nvPr/>
        </p:nvSpPr>
        <p:spPr bwMode="auto">
          <a:xfrm>
            <a:off x="1900238" y="5264150"/>
            <a:ext cx="346075" cy="828675"/>
          </a:xfrm>
          <a:custGeom>
            <a:avLst/>
            <a:gdLst>
              <a:gd name="T0" fmla="*/ 38 w 109"/>
              <a:gd name="T1" fmla="*/ 33 h 261"/>
              <a:gd name="T2" fmla="*/ 40 w 109"/>
              <a:gd name="T3" fmla="*/ 36 h 261"/>
              <a:gd name="T4" fmla="*/ 41 w 109"/>
              <a:gd name="T5" fmla="*/ 36 h 261"/>
              <a:gd name="T6" fmla="*/ 45 w 109"/>
              <a:gd name="T7" fmla="*/ 39 h 261"/>
              <a:gd name="T8" fmla="*/ 45 w 109"/>
              <a:gd name="T9" fmla="*/ 39 h 261"/>
              <a:gd name="T10" fmla="*/ 55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5 w 109"/>
              <a:gd name="T27" fmla="*/ 2 h 261"/>
              <a:gd name="T28" fmla="*/ 58 w 109"/>
              <a:gd name="T29" fmla="*/ 0 h 261"/>
              <a:gd name="T30" fmla="*/ 58 w 109"/>
              <a:gd name="T31" fmla="*/ 0 h 261"/>
              <a:gd name="T32" fmla="*/ 55 w 109"/>
              <a:gd name="T33" fmla="*/ 0 h 261"/>
              <a:gd name="T34" fmla="*/ 42 w 109"/>
              <a:gd name="T35" fmla="*/ 4 h 261"/>
              <a:gd name="T36" fmla="*/ 42 w 109"/>
              <a:gd name="T37" fmla="*/ 4 h 261"/>
              <a:gd name="T38" fmla="*/ 41 w 109"/>
              <a:gd name="T39" fmla="*/ 5 h 261"/>
              <a:gd name="T40" fmla="*/ 41 w 109"/>
              <a:gd name="T41" fmla="*/ 5 h 261"/>
              <a:gd name="T42" fmla="*/ 41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2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2 h 261"/>
              <a:gd name="T66" fmla="*/ 38 w 109"/>
              <a:gd name="T67" fmla="*/ 33 h 261"/>
              <a:gd name="T68" fmla="*/ 98 w 109"/>
              <a:gd name="T69" fmla="*/ 69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69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3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7 w 109"/>
              <a:gd name="T117" fmla="*/ 146 h 261"/>
              <a:gd name="T118" fmla="*/ 109 w 109"/>
              <a:gd name="T119" fmla="*/ 138 h 261"/>
              <a:gd name="T120" fmla="*/ 98 w 109"/>
              <a:gd name="T121" fmla="*/ 69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3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2" y="37"/>
                  <a:pt x="43" y="38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8" y="41"/>
                  <a:pt x="51" y="42"/>
                  <a:pt x="55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8"/>
                  <a:pt x="67" y="37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2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5" y="2"/>
                  <a:pt x="65" y="2"/>
                  <a:pt x="65" y="2"/>
                </a:cubicBezTo>
                <a:cubicBezTo>
                  <a:pt x="62" y="1"/>
                  <a:pt x="60" y="0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5" y="0"/>
                </a:cubicBezTo>
                <a:cubicBezTo>
                  <a:pt x="50" y="0"/>
                  <a:pt x="46" y="1"/>
                  <a:pt x="42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7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3"/>
                  <a:pt x="34" y="28"/>
                  <a:pt x="37" y="32"/>
                </a:cubicBezTo>
                <a:lnTo>
                  <a:pt x="38" y="33"/>
                </a:lnTo>
                <a:close/>
                <a:moveTo>
                  <a:pt x="98" y="69"/>
                </a:move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7" y="261"/>
                  <a:pt x="49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22"/>
          <p:cNvSpPr>
            <a:spLocks noEditPoints="1"/>
          </p:cNvSpPr>
          <p:nvPr/>
        </p:nvSpPr>
        <p:spPr bwMode="auto">
          <a:xfrm>
            <a:off x="2524126" y="5264150"/>
            <a:ext cx="346075" cy="828675"/>
          </a:xfrm>
          <a:custGeom>
            <a:avLst/>
            <a:gdLst>
              <a:gd name="T0" fmla="*/ 38 w 109"/>
              <a:gd name="T1" fmla="*/ 33 h 261"/>
              <a:gd name="T2" fmla="*/ 40 w 109"/>
              <a:gd name="T3" fmla="*/ 36 h 261"/>
              <a:gd name="T4" fmla="*/ 41 w 109"/>
              <a:gd name="T5" fmla="*/ 36 h 261"/>
              <a:gd name="T6" fmla="*/ 44 w 109"/>
              <a:gd name="T7" fmla="*/ 39 h 261"/>
              <a:gd name="T8" fmla="*/ 45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2 h 261"/>
              <a:gd name="T28" fmla="*/ 58 w 109"/>
              <a:gd name="T29" fmla="*/ 0 h 261"/>
              <a:gd name="T30" fmla="*/ 58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2 w 109"/>
              <a:gd name="T37" fmla="*/ 4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8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2 h 261"/>
              <a:gd name="T58" fmla="*/ 35 w 109"/>
              <a:gd name="T59" fmla="*/ 13 h 261"/>
              <a:gd name="T60" fmla="*/ 35 w 109"/>
              <a:gd name="T61" fmla="*/ 14 h 261"/>
              <a:gd name="T62" fmla="*/ 34 w 109"/>
              <a:gd name="T63" fmla="*/ 19 h 261"/>
              <a:gd name="T64" fmla="*/ 37 w 109"/>
              <a:gd name="T65" fmla="*/ 32 h 261"/>
              <a:gd name="T66" fmla="*/ 38 w 109"/>
              <a:gd name="T67" fmla="*/ 33 h 261"/>
              <a:gd name="T68" fmla="*/ 98 w 109"/>
              <a:gd name="T69" fmla="*/ 69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69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3 h 261"/>
              <a:gd name="T100" fmla="*/ 50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69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8" y="33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2" y="37"/>
                  <a:pt x="43" y="38"/>
                  <a:pt x="44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8"/>
                  <a:pt x="67" y="37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2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2"/>
                  <a:pt x="64" y="2"/>
                  <a:pt x="64" y="2"/>
                </a:cubicBezTo>
                <a:cubicBezTo>
                  <a:pt x="62" y="1"/>
                  <a:pt x="60" y="0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7" y="0"/>
                  <a:pt x="56" y="0"/>
                  <a:pt x="54" y="0"/>
                </a:cubicBezTo>
                <a:cubicBezTo>
                  <a:pt x="50" y="0"/>
                  <a:pt x="45" y="1"/>
                  <a:pt x="42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8" y="9"/>
                  <a:pt x="38" y="9"/>
                  <a:pt x="38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4" y="19"/>
                </a:cubicBezTo>
                <a:cubicBezTo>
                  <a:pt x="33" y="23"/>
                  <a:pt x="34" y="28"/>
                  <a:pt x="37" y="32"/>
                </a:cubicBezTo>
                <a:lnTo>
                  <a:pt x="38" y="33"/>
                </a:lnTo>
                <a:close/>
                <a:moveTo>
                  <a:pt x="98" y="69"/>
                </a:moveTo>
                <a:cubicBezTo>
                  <a:pt x="96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61"/>
                  <a:pt x="49" y="260"/>
                  <a:pt x="50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23"/>
          <p:cNvSpPr>
            <a:spLocks noEditPoints="1"/>
          </p:cNvSpPr>
          <p:nvPr/>
        </p:nvSpPr>
        <p:spPr bwMode="auto">
          <a:xfrm>
            <a:off x="3149601" y="5264150"/>
            <a:ext cx="346075" cy="828675"/>
          </a:xfrm>
          <a:custGeom>
            <a:avLst/>
            <a:gdLst>
              <a:gd name="T0" fmla="*/ 37 w 109"/>
              <a:gd name="T1" fmla="*/ 33 h 261"/>
              <a:gd name="T2" fmla="*/ 40 w 109"/>
              <a:gd name="T3" fmla="*/ 36 h 261"/>
              <a:gd name="T4" fmla="*/ 41 w 109"/>
              <a:gd name="T5" fmla="*/ 36 h 261"/>
              <a:gd name="T6" fmla="*/ 44 w 109"/>
              <a:gd name="T7" fmla="*/ 39 h 261"/>
              <a:gd name="T8" fmla="*/ 44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9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2 h 261"/>
              <a:gd name="T28" fmla="*/ 58 w 109"/>
              <a:gd name="T29" fmla="*/ 0 h 261"/>
              <a:gd name="T30" fmla="*/ 57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2 w 109"/>
              <a:gd name="T37" fmla="*/ 4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7 w 109"/>
              <a:gd name="T49" fmla="*/ 9 h 261"/>
              <a:gd name="T50" fmla="*/ 37 w 109"/>
              <a:gd name="T51" fmla="*/ 10 h 261"/>
              <a:gd name="T52" fmla="*/ 36 w 109"/>
              <a:gd name="T53" fmla="*/ 12 h 261"/>
              <a:gd name="T54" fmla="*/ 36 w 109"/>
              <a:gd name="T55" fmla="*/ 12 h 261"/>
              <a:gd name="T56" fmla="*/ 35 w 109"/>
              <a:gd name="T57" fmla="*/ 12 h 261"/>
              <a:gd name="T58" fmla="*/ 35 w 109"/>
              <a:gd name="T59" fmla="*/ 13 h 261"/>
              <a:gd name="T60" fmla="*/ 35 w 109"/>
              <a:gd name="T61" fmla="*/ 14 h 261"/>
              <a:gd name="T62" fmla="*/ 33 w 109"/>
              <a:gd name="T63" fmla="*/ 19 h 261"/>
              <a:gd name="T64" fmla="*/ 37 w 109"/>
              <a:gd name="T65" fmla="*/ 32 h 261"/>
              <a:gd name="T66" fmla="*/ 37 w 109"/>
              <a:gd name="T67" fmla="*/ 33 h 261"/>
              <a:gd name="T68" fmla="*/ 98 w 109"/>
              <a:gd name="T69" fmla="*/ 69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69 h 261"/>
              <a:gd name="T76" fmla="*/ 0 w 109"/>
              <a:gd name="T77" fmla="*/ 138 h 261"/>
              <a:gd name="T78" fmla="*/ 12 w 109"/>
              <a:gd name="T79" fmla="*/ 146 h 261"/>
              <a:gd name="T80" fmla="*/ 17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3 h 261"/>
              <a:gd name="T100" fmla="*/ 49 w 109"/>
              <a:gd name="T101" fmla="*/ 244 h 261"/>
              <a:gd name="T102" fmla="*/ 50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69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7" y="33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2" y="37"/>
                  <a:pt x="43" y="38"/>
                  <a:pt x="44" y="39"/>
                </a:cubicBezTo>
                <a:cubicBezTo>
                  <a:pt x="44" y="39"/>
                  <a:pt x="44" y="39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8"/>
                  <a:pt x="67" y="37"/>
                  <a:pt x="69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2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2"/>
                  <a:pt x="64" y="2"/>
                  <a:pt x="64" y="2"/>
                </a:cubicBezTo>
                <a:cubicBezTo>
                  <a:pt x="62" y="1"/>
                  <a:pt x="60" y="0"/>
                  <a:pt x="58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6" y="0"/>
                  <a:pt x="55" y="0"/>
                  <a:pt x="54" y="0"/>
                </a:cubicBezTo>
                <a:cubicBezTo>
                  <a:pt x="50" y="0"/>
                  <a:pt x="45" y="1"/>
                  <a:pt x="42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6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4" y="17"/>
                  <a:pt x="33" y="19"/>
                </a:cubicBezTo>
                <a:cubicBezTo>
                  <a:pt x="33" y="23"/>
                  <a:pt x="34" y="28"/>
                  <a:pt x="37" y="32"/>
                </a:cubicBezTo>
                <a:lnTo>
                  <a:pt x="37" y="33"/>
                </a:lnTo>
                <a:close/>
                <a:moveTo>
                  <a:pt x="98" y="69"/>
                </a:move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61"/>
                  <a:pt x="49" y="260"/>
                  <a:pt x="49" y="244"/>
                </a:cubicBezTo>
                <a:cubicBezTo>
                  <a:pt x="50" y="212"/>
                  <a:pt x="50" y="179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lnTo>
                  <a:pt x="98" y="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24"/>
          <p:cNvSpPr>
            <a:spLocks noEditPoints="1"/>
          </p:cNvSpPr>
          <p:nvPr/>
        </p:nvSpPr>
        <p:spPr bwMode="auto">
          <a:xfrm>
            <a:off x="3775076" y="5264150"/>
            <a:ext cx="346075" cy="828675"/>
          </a:xfrm>
          <a:custGeom>
            <a:avLst/>
            <a:gdLst>
              <a:gd name="T0" fmla="*/ 37 w 109"/>
              <a:gd name="T1" fmla="*/ 33 h 261"/>
              <a:gd name="T2" fmla="*/ 40 w 109"/>
              <a:gd name="T3" fmla="*/ 36 h 261"/>
              <a:gd name="T4" fmla="*/ 41 w 109"/>
              <a:gd name="T5" fmla="*/ 36 h 261"/>
              <a:gd name="T6" fmla="*/ 44 w 109"/>
              <a:gd name="T7" fmla="*/ 39 h 261"/>
              <a:gd name="T8" fmla="*/ 44 w 109"/>
              <a:gd name="T9" fmla="*/ 39 h 261"/>
              <a:gd name="T10" fmla="*/ 54 w 109"/>
              <a:gd name="T11" fmla="*/ 42 h 261"/>
              <a:gd name="T12" fmla="*/ 64 w 109"/>
              <a:gd name="T13" fmla="*/ 39 h 261"/>
              <a:gd name="T14" fmla="*/ 68 w 109"/>
              <a:gd name="T15" fmla="*/ 36 h 261"/>
              <a:gd name="T16" fmla="*/ 69 w 109"/>
              <a:gd name="T17" fmla="*/ 36 h 261"/>
              <a:gd name="T18" fmla="*/ 75 w 109"/>
              <a:gd name="T19" fmla="*/ 20 h 261"/>
              <a:gd name="T20" fmla="*/ 75 w 109"/>
              <a:gd name="T21" fmla="*/ 19 h 261"/>
              <a:gd name="T22" fmla="*/ 66 w 109"/>
              <a:gd name="T23" fmla="*/ 3 h 261"/>
              <a:gd name="T24" fmla="*/ 65 w 109"/>
              <a:gd name="T25" fmla="*/ 3 h 261"/>
              <a:gd name="T26" fmla="*/ 64 w 109"/>
              <a:gd name="T27" fmla="*/ 2 h 261"/>
              <a:gd name="T28" fmla="*/ 57 w 109"/>
              <a:gd name="T29" fmla="*/ 0 h 261"/>
              <a:gd name="T30" fmla="*/ 57 w 109"/>
              <a:gd name="T31" fmla="*/ 0 h 261"/>
              <a:gd name="T32" fmla="*/ 54 w 109"/>
              <a:gd name="T33" fmla="*/ 0 h 261"/>
              <a:gd name="T34" fmla="*/ 42 w 109"/>
              <a:gd name="T35" fmla="*/ 4 h 261"/>
              <a:gd name="T36" fmla="*/ 41 w 109"/>
              <a:gd name="T37" fmla="*/ 4 h 261"/>
              <a:gd name="T38" fmla="*/ 41 w 109"/>
              <a:gd name="T39" fmla="*/ 5 h 261"/>
              <a:gd name="T40" fmla="*/ 41 w 109"/>
              <a:gd name="T41" fmla="*/ 5 h 261"/>
              <a:gd name="T42" fmla="*/ 40 w 109"/>
              <a:gd name="T43" fmla="*/ 5 h 261"/>
              <a:gd name="T44" fmla="*/ 40 w 109"/>
              <a:gd name="T45" fmla="*/ 6 h 261"/>
              <a:gd name="T46" fmla="*/ 38 w 109"/>
              <a:gd name="T47" fmla="*/ 8 h 261"/>
              <a:gd name="T48" fmla="*/ 37 w 109"/>
              <a:gd name="T49" fmla="*/ 9 h 261"/>
              <a:gd name="T50" fmla="*/ 37 w 109"/>
              <a:gd name="T51" fmla="*/ 10 h 261"/>
              <a:gd name="T52" fmla="*/ 35 w 109"/>
              <a:gd name="T53" fmla="*/ 12 h 261"/>
              <a:gd name="T54" fmla="*/ 35 w 109"/>
              <a:gd name="T55" fmla="*/ 12 h 261"/>
              <a:gd name="T56" fmla="*/ 35 w 109"/>
              <a:gd name="T57" fmla="*/ 12 h 261"/>
              <a:gd name="T58" fmla="*/ 35 w 109"/>
              <a:gd name="T59" fmla="*/ 13 h 261"/>
              <a:gd name="T60" fmla="*/ 35 w 109"/>
              <a:gd name="T61" fmla="*/ 14 h 261"/>
              <a:gd name="T62" fmla="*/ 33 w 109"/>
              <a:gd name="T63" fmla="*/ 19 h 261"/>
              <a:gd name="T64" fmla="*/ 37 w 109"/>
              <a:gd name="T65" fmla="*/ 32 h 261"/>
              <a:gd name="T66" fmla="*/ 37 w 109"/>
              <a:gd name="T67" fmla="*/ 33 h 261"/>
              <a:gd name="T68" fmla="*/ 98 w 109"/>
              <a:gd name="T69" fmla="*/ 69 h 261"/>
              <a:gd name="T70" fmla="*/ 74 w 109"/>
              <a:gd name="T71" fmla="*/ 46 h 261"/>
              <a:gd name="T72" fmla="*/ 35 w 109"/>
              <a:gd name="T73" fmla="*/ 46 h 261"/>
              <a:gd name="T74" fmla="*/ 10 w 109"/>
              <a:gd name="T75" fmla="*/ 69 h 261"/>
              <a:gd name="T76" fmla="*/ 0 w 109"/>
              <a:gd name="T77" fmla="*/ 138 h 261"/>
              <a:gd name="T78" fmla="*/ 12 w 109"/>
              <a:gd name="T79" fmla="*/ 146 h 261"/>
              <a:gd name="T80" fmla="*/ 16 w 109"/>
              <a:gd name="T81" fmla="*/ 135 h 261"/>
              <a:gd name="T82" fmla="*/ 25 w 109"/>
              <a:gd name="T83" fmla="*/ 80 h 261"/>
              <a:gd name="T84" fmla="*/ 26 w 109"/>
              <a:gd name="T85" fmla="*/ 80 h 261"/>
              <a:gd name="T86" fmla="*/ 26 w 109"/>
              <a:gd name="T87" fmla="*/ 146 h 261"/>
              <a:gd name="T88" fmla="*/ 26 w 109"/>
              <a:gd name="T89" fmla="*/ 146 h 261"/>
              <a:gd name="T90" fmla="*/ 26 w 109"/>
              <a:gd name="T91" fmla="*/ 167 h 261"/>
              <a:gd name="T92" fmla="*/ 26 w 109"/>
              <a:gd name="T93" fmla="*/ 243 h 261"/>
              <a:gd name="T94" fmla="*/ 26 w 109"/>
              <a:gd name="T95" fmla="*/ 243 h 261"/>
              <a:gd name="T96" fmla="*/ 26 w 109"/>
              <a:gd name="T97" fmla="*/ 244 h 261"/>
              <a:gd name="T98" fmla="*/ 26 w 109"/>
              <a:gd name="T99" fmla="*/ 243 h 261"/>
              <a:gd name="T100" fmla="*/ 49 w 109"/>
              <a:gd name="T101" fmla="*/ 244 h 261"/>
              <a:gd name="T102" fmla="*/ 49 w 109"/>
              <a:gd name="T103" fmla="*/ 146 h 261"/>
              <a:gd name="T104" fmla="*/ 59 w 109"/>
              <a:gd name="T105" fmla="*/ 146 h 261"/>
              <a:gd name="T106" fmla="*/ 59 w 109"/>
              <a:gd name="T107" fmla="*/ 243 h 261"/>
              <a:gd name="T108" fmla="*/ 83 w 109"/>
              <a:gd name="T109" fmla="*/ 244 h 261"/>
              <a:gd name="T110" fmla="*/ 83 w 109"/>
              <a:gd name="T111" fmla="*/ 80 h 261"/>
              <a:gd name="T112" fmla="*/ 83 w 109"/>
              <a:gd name="T113" fmla="*/ 80 h 261"/>
              <a:gd name="T114" fmla="*/ 92 w 109"/>
              <a:gd name="T115" fmla="*/ 135 h 261"/>
              <a:gd name="T116" fmla="*/ 96 w 109"/>
              <a:gd name="T117" fmla="*/ 146 h 261"/>
              <a:gd name="T118" fmla="*/ 109 w 109"/>
              <a:gd name="T119" fmla="*/ 138 h 261"/>
              <a:gd name="T120" fmla="*/ 98 w 109"/>
              <a:gd name="T121" fmla="*/ 69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37" y="33"/>
                </a:moveTo>
                <a:cubicBezTo>
                  <a:pt x="38" y="34"/>
                  <a:pt x="39" y="35"/>
                  <a:pt x="40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2" y="37"/>
                  <a:pt x="43" y="38"/>
                  <a:pt x="44" y="39"/>
                </a:cubicBezTo>
                <a:cubicBezTo>
                  <a:pt x="44" y="39"/>
                  <a:pt x="44" y="39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6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4" y="31"/>
                  <a:pt x="76" y="25"/>
                  <a:pt x="75" y="20"/>
                </a:cubicBezTo>
                <a:cubicBezTo>
                  <a:pt x="75" y="19"/>
                  <a:pt x="75" y="19"/>
                  <a:pt x="75" y="19"/>
                </a:cubicBezTo>
                <a:cubicBezTo>
                  <a:pt x="75" y="12"/>
                  <a:pt x="71" y="7"/>
                  <a:pt x="66" y="3"/>
                </a:cubicBezTo>
                <a:cubicBezTo>
                  <a:pt x="65" y="3"/>
                  <a:pt x="65" y="3"/>
                  <a:pt x="65" y="3"/>
                </a:cubicBezTo>
                <a:cubicBezTo>
                  <a:pt x="64" y="2"/>
                  <a:pt x="64" y="2"/>
                  <a:pt x="64" y="2"/>
                </a:cubicBezTo>
                <a:cubicBezTo>
                  <a:pt x="62" y="1"/>
                  <a:pt x="60" y="0"/>
                  <a:pt x="57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6" y="0"/>
                  <a:pt x="55" y="0"/>
                  <a:pt x="54" y="0"/>
                </a:cubicBezTo>
                <a:cubicBezTo>
                  <a:pt x="50" y="0"/>
                  <a:pt x="45" y="1"/>
                  <a:pt x="42" y="4"/>
                </a:cubicBezTo>
                <a:cubicBezTo>
                  <a:pt x="41" y="4"/>
                  <a:pt x="41" y="4"/>
                  <a:pt x="41" y="4"/>
                </a:cubicBezTo>
                <a:cubicBezTo>
                  <a:pt x="41" y="5"/>
                  <a:pt x="41" y="5"/>
                  <a:pt x="41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40" y="5"/>
                  <a:pt x="40" y="5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7"/>
                  <a:pt x="39" y="7"/>
                  <a:pt x="38" y="8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10"/>
                  <a:pt x="37" y="10"/>
                  <a:pt x="37" y="10"/>
                </a:cubicBezTo>
                <a:cubicBezTo>
                  <a:pt x="36" y="10"/>
                  <a:pt x="36" y="11"/>
                  <a:pt x="35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2"/>
                  <a:pt x="35" y="12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5" y="14"/>
                  <a:pt x="35" y="14"/>
                </a:cubicBezTo>
                <a:cubicBezTo>
                  <a:pt x="34" y="15"/>
                  <a:pt x="33" y="17"/>
                  <a:pt x="33" y="19"/>
                </a:cubicBezTo>
                <a:cubicBezTo>
                  <a:pt x="33" y="23"/>
                  <a:pt x="34" y="28"/>
                  <a:pt x="37" y="32"/>
                </a:cubicBezTo>
                <a:lnTo>
                  <a:pt x="37" y="33"/>
                </a:lnTo>
                <a:close/>
                <a:moveTo>
                  <a:pt x="98" y="69"/>
                </a:move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cubicBezTo>
                  <a:pt x="0" y="138"/>
                  <a:pt x="0" y="138"/>
                  <a:pt x="0" y="138"/>
                </a:cubicBez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6" y="135"/>
                </a:cubicBezTo>
                <a:cubicBezTo>
                  <a:pt x="17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46"/>
                  <a:pt x="26" y="146"/>
                  <a:pt x="26" y="146"/>
                </a:cubicBezTo>
                <a:cubicBezTo>
                  <a:pt x="26" y="167"/>
                  <a:pt x="26" y="167"/>
                  <a:pt x="26" y="167"/>
                </a:cubicBezTo>
                <a:cubicBezTo>
                  <a:pt x="26" y="207"/>
                  <a:pt x="26" y="243"/>
                  <a:pt x="26" y="243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44"/>
                  <a:pt x="26" y="244"/>
                  <a:pt x="26" y="244"/>
                </a:cubicBezTo>
                <a:cubicBezTo>
                  <a:pt x="26" y="243"/>
                  <a:pt x="26" y="243"/>
                  <a:pt x="26" y="243"/>
                </a:cubicBezTo>
                <a:cubicBezTo>
                  <a:pt x="26" y="261"/>
                  <a:pt x="49" y="260"/>
                  <a:pt x="49" y="244"/>
                </a:cubicBezTo>
                <a:cubicBezTo>
                  <a:pt x="50" y="212"/>
                  <a:pt x="50" y="179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243"/>
                  <a:pt x="59" y="243"/>
                  <a:pt x="59" y="243"/>
                </a:cubicBezTo>
                <a:cubicBezTo>
                  <a:pt x="59" y="261"/>
                  <a:pt x="83" y="260"/>
                  <a:pt x="83" y="244"/>
                </a:cubicBezTo>
                <a:cubicBezTo>
                  <a:pt x="83" y="190"/>
                  <a:pt x="83" y="134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9" y="145"/>
                  <a:pt x="109" y="138"/>
                </a:cubicBezTo>
                <a:lnTo>
                  <a:pt x="98" y="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25"/>
          <p:cNvSpPr>
            <a:spLocks noEditPoints="1"/>
          </p:cNvSpPr>
          <p:nvPr/>
        </p:nvSpPr>
        <p:spPr bwMode="auto">
          <a:xfrm>
            <a:off x="8151813" y="4248150"/>
            <a:ext cx="346075" cy="828675"/>
          </a:xfrm>
          <a:custGeom>
            <a:avLst/>
            <a:gdLst>
              <a:gd name="T0" fmla="*/ 71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3 w 109"/>
              <a:gd name="T7" fmla="*/ 13 h 261"/>
              <a:gd name="T8" fmla="*/ 73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1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5 h 261"/>
              <a:gd name="T30" fmla="*/ 66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3 w 109"/>
              <a:gd name="T41" fmla="*/ 3 h 261"/>
              <a:gd name="T42" fmla="*/ 42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39 w 109"/>
              <a:gd name="T49" fmla="*/ 36 h 261"/>
              <a:gd name="T50" fmla="*/ 40 w 109"/>
              <a:gd name="T51" fmla="*/ 36 h 261"/>
              <a:gd name="T52" fmla="*/ 44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8 w 109"/>
              <a:gd name="T63" fmla="*/ 36 h 261"/>
              <a:gd name="T64" fmla="*/ 71 w 109"/>
              <a:gd name="T65" fmla="*/ 34 h 261"/>
              <a:gd name="T66" fmla="*/ 71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6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49 w 109"/>
              <a:gd name="T81" fmla="*/ 243 h 261"/>
              <a:gd name="T82" fmla="*/ 49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1" y="33"/>
                </a:moveTo>
                <a:cubicBezTo>
                  <a:pt x="74" y="28"/>
                  <a:pt x="75" y="24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2" y="11"/>
                  <a:pt x="72" y="10"/>
                  <a:pt x="71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6" y="4"/>
                  <a:pt x="66" y="4"/>
                  <a:pt x="66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8" y="1"/>
                  <a:pt x="46" y="1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2" y="3"/>
                  <a:pt x="42" y="3"/>
                  <a:pt x="42" y="3"/>
                </a:cubicBezTo>
                <a:cubicBezTo>
                  <a:pt x="37" y="7"/>
                  <a:pt x="34" y="13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4" y="31"/>
                  <a:pt x="39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8"/>
                  <a:pt x="43" y="39"/>
                  <a:pt x="44" y="39"/>
                </a:cubicBezTo>
                <a:cubicBezTo>
                  <a:pt x="47" y="41"/>
                  <a:pt x="50" y="42"/>
                  <a:pt x="54" y="42"/>
                </a:cubicBezTo>
                <a:cubicBezTo>
                  <a:pt x="57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9"/>
                  <a:pt x="66" y="38"/>
                  <a:pt x="68" y="37"/>
                </a:cubicBezTo>
                <a:cubicBezTo>
                  <a:pt x="68" y="36"/>
                  <a:pt x="68" y="36"/>
                  <a:pt x="68" y="36"/>
                </a:cubicBezTo>
                <a:cubicBezTo>
                  <a:pt x="69" y="35"/>
                  <a:pt x="70" y="34"/>
                  <a:pt x="71" y="34"/>
                </a:cubicBezTo>
                <a:lnTo>
                  <a:pt x="71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6" y="135"/>
                </a:cubicBezTo>
                <a:cubicBezTo>
                  <a:pt x="17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49" y="261"/>
                  <a:pt x="49" y="243"/>
                </a:cubicBezTo>
                <a:cubicBezTo>
                  <a:pt x="49" y="146"/>
                  <a:pt x="49" y="146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9" y="145"/>
                  <a:pt x="109" y="138"/>
                </a:cubicBezTo>
                <a:cubicBezTo>
                  <a:pt x="98" y="70"/>
                  <a:pt x="98" y="70"/>
                  <a:pt x="98" y="70"/>
                </a:cubicBez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26"/>
          <p:cNvSpPr>
            <a:spLocks noEditPoints="1"/>
          </p:cNvSpPr>
          <p:nvPr/>
        </p:nvSpPr>
        <p:spPr bwMode="auto">
          <a:xfrm>
            <a:off x="7526338" y="4248150"/>
            <a:ext cx="346075" cy="828675"/>
          </a:xfrm>
          <a:custGeom>
            <a:avLst/>
            <a:gdLst>
              <a:gd name="T0" fmla="*/ 71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3 w 109"/>
              <a:gd name="T7" fmla="*/ 13 h 261"/>
              <a:gd name="T8" fmla="*/ 73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5 h 261"/>
              <a:gd name="T30" fmla="*/ 66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4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9 w 109"/>
              <a:gd name="T63" fmla="*/ 36 h 261"/>
              <a:gd name="T64" fmla="*/ 71 w 109"/>
              <a:gd name="T65" fmla="*/ 34 h 261"/>
              <a:gd name="T66" fmla="*/ 71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49 w 109"/>
              <a:gd name="T81" fmla="*/ 243 h 261"/>
              <a:gd name="T82" fmla="*/ 49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1" y="33"/>
                </a:moveTo>
                <a:cubicBezTo>
                  <a:pt x="74" y="28"/>
                  <a:pt x="75" y="24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2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6" y="4"/>
                  <a:pt x="66" y="4"/>
                  <a:pt x="66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8" y="1"/>
                  <a:pt x="46" y="1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3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4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8"/>
                  <a:pt x="43" y="39"/>
                  <a:pt x="44" y="39"/>
                </a:cubicBezTo>
                <a:cubicBezTo>
                  <a:pt x="47" y="41"/>
                  <a:pt x="50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9"/>
                  <a:pt x="67" y="38"/>
                  <a:pt x="68" y="37"/>
                </a:cubicBezTo>
                <a:cubicBezTo>
                  <a:pt x="69" y="36"/>
                  <a:pt x="69" y="36"/>
                  <a:pt x="69" y="36"/>
                </a:cubicBezTo>
                <a:cubicBezTo>
                  <a:pt x="69" y="35"/>
                  <a:pt x="70" y="34"/>
                  <a:pt x="71" y="34"/>
                </a:cubicBezTo>
                <a:lnTo>
                  <a:pt x="71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49" y="261"/>
                  <a:pt x="49" y="243"/>
                </a:cubicBezTo>
                <a:cubicBezTo>
                  <a:pt x="49" y="146"/>
                  <a:pt x="49" y="146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9" y="145"/>
                  <a:pt x="109" y="138"/>
                </a:cubicBezTo>
                <a:cubicBezTo>
                  <a:pt x="98" y="70"/>
                  <a:pt x="98" y="70"/>
                  <a:pt x="98" y="70"/>
                </a:cubicBez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27"/>
          <p:cNvSpPr>
            <a:spLocks noEditPoints="1"/>
          </p:cNvSpPr>
          <p:nvPr/>
        </p:nvSpPr>
        <p:spPr bwMode="auto">
          <a:xfrm>
            <a:off x="6902451" y="4248150"/>
            <a:ext cx="344488" cy="828675"/>
          </a:xfrm>
          <a:custGeom>
            <a:avLst/>
            <a:gdLst>
              <a:gd name="T0" fmla="*/ 72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5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4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9 w 109"/>
              <a:gd name="T63" fmla="*/ 36 h 261"/>
              <a:gd name="T64" fmla="*/ 71 w 109"/>
              <a:gd name="T65" fmla="*/ 34 h 261"/>
              <a:gd name="T66" fmla="*/ 72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3"/>
                </a:moveTo>
                <a:cubicBezTo>
                  <a:pt x="75" y="28"/>
                  <a:pt x="76" y="24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1"/>
                  <a:pt x="46" y="1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3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8"/>
                  <a:pt x="43" y="39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9"/>
                  <a:pt x="67" y="38"/>
                  <a:pt x="68" y="37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4"/>
                </a:cubicBezTo>
                <a:lnTo>
                  <a:pt x="72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70"/>
                  <a:pt x="98" y="70"/>
                  <a:pt x="98" y="70"/>
                </a:cubicBez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28"/>
          <p:cNvSpPr>
            <a:spLocks noEditPoints="1"/>
          </p:cNvSpPr>
          <p:nvPr/>
        </p:nvSpPr>
        <p:spPr bwMode="auto">
          <a:xfrm>
            <a:off x="6276976" y="4248150"/>
            <a:ext cx="346075" cy="828675"/>
          </a:xfrm>
          <a:custGeom>
            <a:avLst/>
            <a:gdLst>
              <a:gd name="T0" fmla="*/ 72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5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9 w 109"/>
              <a:gd name="T63" fmla="*/ 36 h 261"/>
              <a:gd name="T64" fmla="*/ 71 w 109"/>
              <a:gd name="T65" fmla="*/ 34 h 261"/>
              <a:gd name="T66" fmla="*/ 72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3"/>
                </a:moveTo>
                <a:cubicBezTo>
                  <a:pt x="75" y="28"/>
                  <a:pt x="76" y="24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1"/>
                  <a:pt x="46" y="1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3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8"/>
                  <a:pt x="43" y="39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9"/>
                  <a:pt x="67" y="38"/>
                  <a:pt x="68" y="37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4"/>
                </a:cubicBezTo>
                <a:lnTo>
                  <a:pt x="72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70"/>
                  <a:pt x="98" y="70"/>
                  <a:pt x="98" y="70"/>
                </a:cubicBezTo>
                <a:cubicBezTo>
                  <a:pt x="96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29"/>
          <p:cNvSpPr>
            <a:spLocks noEditPoints="1"/>
          </p:cNvSpPr>
          <p:nvPr/>
        </p:nvSpPr>
        <p:spPr bwMode="auto">
          <a:xfrm>
            <a:off x="5651501" y="4248150"/>
            <a:ext cx="346075" cy="828675"/>
          </a:xfrm>
          <a:custGeom>
            <a:avLst/>
            <a:gdLst>
              <a:gd name="T0" fmla="*/ 72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8 w 109"/>
              <a:gd name="T25" fmla="*/ 5 h 261"/>
              <a:gd name="T26" fmla="*/ 67 w 109"/>
              <a:gd name="T27" fmla="*/ 5 h 261"/>
              <a:gd name="T28" fmla="*/ 67 w 109"/>
              <a:gd name="T29" fmla="*/ 5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9 w 109"/>
              <a:gd name="T63" fmla="*/ 36 h 261"/>
              <a:gd name="T64" fmla="*/ 71 w 109"/>
              <a:gd name="T65" fmla="*/ 34 h 261"/>
              <a:gd name="T66" fmla="*/ 72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7 w 109"/>
              <a:gd name="T109" fmla="*/ 146 h 261"/>
              <a:gd name="T110" fmla="*/ 109 w 109"/>
              <a:gd name="T111" fmla="*/ 138 h 261"/>
              <a:gd name="T112" fmla="*/ 98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3"/>
                </a:moveTo>
                <a:cubicBezTo>
                  <a:pt x="75" y="28"/>
                  <a:pt x="76" y="24"/>
                  <a:pt x="75" y="19"/>
                </a:cubicBezTo>
                <a:cubicBezTo>
                  <a:pt x="75" y="17"/>
                  <a:pt x="75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70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1"/>
                  <a:pt x="46" y="1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8" y="7"/>
                  <a:pt x="34" y="13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8"/>
                  <a:pt x="43" y="39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9"/>
                  <a:pt x="67" y="38"/>
                  <a:pt x="68" y="37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4"/>
                </a:cubicBezTo>
                <a:lnTo>
                  <a:pt x="72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4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4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70"/>
                  <a:pt x="98" y="70"/>
                  <a:pt x="98" y="70"/>
                </a:cubicBez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30"/>
          <p:cNvSpPr>
            <a:spLocks noEditPoints="1"/>
          </p:cNvSpPr>
          <p:nvPr/>
        </p:nvSpPr>
        <p:spPr bwMode="auto">
          <a:xfrm>
            <a:off x="5026026" y="4248150"/>
            <a:ext cx="346075" cy="828675"/>
          </a:xfrm>
          <a:custGeom>
            <a:avLst/>
            <a:gdLst>
              <a:gd name="T0" fmla="*/ 72 w 109"/>
              <a:gd name="T1" fmla="*/ 33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4 w 109"/>
              <a:gd name="T9" fmla="*/ 13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1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8 w 109"/>
              <a:gd name="T25" fmla="*/ 5 h 261"/>
              <a:gd name="T26" fmla="*/ 68 w 109"/>
              <a:gd name="T27" fmla="*/ 5 h 261"/>
              <a:gd name="T28" fmla="*/ 67 w 109"/>
              <a:gd name="T29" fmla="*/ 5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3 h 261"/>
              <a:gd name="T40" fmla="*/ 44 w 109"/>
              <a:gd name="T41" fmla="*/ 3 h 261"/>
              <a:gd name="T42" fmla="*/ 43 w 109"/>
              <a:gd name="T43" fmla="*/ 3 h 261"/>
              <a:gd name="T44" fmla="*/ 34 w 109"/>
              <a:gd name="T45" fmla="*/ 19 h 261"/>
              <a:gd name="T46" fmla="*/ 34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7 h 261"/>
              <a:gd name="T62" fmla="*/ 69 w 109"/>
              <a:gd name="T63" fmla="*/ 36 h 261"/>
              <a:gd name="T64" fmla="*/ 71 w 109"/>
              <a:gd name="T65" fmla="*/ 34 h 261"/>
              <a:gd name="T66" fmla="*/ 72 w 109"/>
              <a:gd name="T67" fmla="*/ 33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6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4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4 w 109"/>
              <a:gd name="T105" fmla="*/ 80 h 261"/>
              <a:gd name="T106" fmla="*/ 92 w 109"/>
              <a:gd name="T107" fmla="*/ 135 h 261"/>
              <a:gd name="T108" fmla="*/ 97 w 109"/>
              <a:gd name="T109" fmla="*/ 146 h 261"/>
              <a:gd name="T110" fmla="*/ 109 w 109"/>
              <a:gd name="T111" fmla="*/ 138 h 261"/>
              <a:gd name="T112" fmla="*/ 99 w 109"/>
              <a:gd name="T113" fmla="*/ 70 h 261"/>
              <a:gd name="T114" fmla="*/ 74 w 109"/>
              <a:gd name="T115" fmla="*/ 46 h 261"/>
              <a:gd name="T116" fmla="*/ 35 w 109"/>
              <a:gd name="T117" fmla="*/ 46 h 261"/>
              <a:gd name="T118" fmla="*/ 11 w 109"/>
              <a:gd name="T119" fmla="*/ 70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3"/>
                </a:moveTo>
                <a:cubicBezTo>
                  <a:pt x="75" y="28"/>
                  <a:pt x="76" y="24"/>
                  <a:pt x="75" y="19"/>
                </a:cubicBezTo>
                <a:cubicBezTo>
                  <a:pt x="75" y="17"/>
                  <a:pt x="75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0" y="7"/>
                  <a:pt x="70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2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1"/>
                  <a:pt x="47" y="1"/>
                  <a:pt x="44" y="3"/>
                </a:cubicBezTo>
                <a:cubicBezTo>
                  <a:pt x="44" y="3"/>
                  <a:pt x="44" y="3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8" y="7"/>
                  <a:pt x="34" y="13"/>
                  <a:pt x="34" y="19"/>
                </a:cubicBezTo>
                <a:cubicBezTo>
                  <a:pt x="34" y="20"/>
                  <a:pt x="34" y="20"/>
                  <a:pt x="34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2" y="38"/>
                  <a:pt x="43" y="39"/>
                  <a:pt x="45" y="39"/>
                </a:cubicBezTo>
                <a:cubicBezTo>
                  <a:pt x="48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9"/>
                  <a:pt x="67" y="38"/>
                  <a:pt x="68" y="37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1" y="34"/>
                  <a:pt x="71" y="34"/>
                </a:cubicBezTo>
                <a:lnTo>
                  <a:pt x="72" y="33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6" y="84"/>
                  <a:pt x="26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6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4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84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9" y="70"/>
                  <a:pt x="99" y="70"/>
                  <a:pt x="99" y="70"/>
                </a:cubicBez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1" y="70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31"/>
          <p:cNvSpPr>
            <a:spLocks noEditPoints="1"/>
          </p:cNvSpPr>
          <p:nvPr/>
        </p:nvSpPr>
        <p:spPr bwMode="auto">
          <a:xfrm>
            <a:off x="7526338" y="5264150"/>
            <a:ext cx="346075" cy="828675"/>
          </a:xfrm>
          <a:custGeom>
            <a:avLst/>
            <a:gdLst>
              <a:gd name="T0" fmla="*/ 71 w 109"/>
              <a:gd name="T1" fmla="*/ 32 h 261"/>
              <a:gd name="T2" fmla="*/ 75 w 109"/>
              <a:gd name="T3" fmla="*/ 19 h 261"/>
              <a:gd name="T4" fmla="*/ 74 w 109"/>
              <a:gd name="T5" fmla="*/ 14 h 261"/>
              <a:gd name="T6" fmla="*/ 73 w 109"/>
              <a:gd name="T7" fmla="*/ 13 h 261"/>
              <a:gd name="T8" fmla="*/ 73 w 109"/>
              <a:gd name="T9" fmla="*/ 12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4 h 261"/>
              <a:gd name="T30" fmla="*/ 66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2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4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6 h 261"/>
              <a:gd name="T62" fmla="*/ 69 w 109"/>
              <a:gd name="T63" fmla="*/ 36 h 261"/>
              <a:gd name="T64" fmla="*/ 71 w 109"/>
              <a:gd name="T65" fmla="*/ 33 h 261"/>
              <a:gd name="T66" fmla="*/ 71 w 109"/>
              <a:gd name="T67" fmla="*/ 32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49 w 109"/>
              <a:gd name="T81" fmla="*/ 243 h 261"/>
              <a:gd name="T82" fmla="*/ 49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3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69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69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1" y="32"/>
                </a:moveTo>
                <a:cubicBezTo>
                  <a:pt x="74" y="28"/>
                  <a:pt x="75" y="23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2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3" y="1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8" y="0"/>
                  <a:pt x="46" y="1"/>
                  <a:pt x="44" y="2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2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4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7"/>
                  <a:pt x="43" y="38"/>
                  <a:pt x="44" y="39"/>
                </a:cubicBezTo>
                <a:cubicBezTo>
                  <a:pt x="47" y="41"/>
                  <a:pt x="50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69" y="35"/>
                  <a:pt x="70" y="34"/>
                  <a:pt x="71" y="33"/>
                </a:cubicBezTo>
                <a:lnTo>
                  <a:pt x="71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49" y="261"/>
                  <a:pt x="49" y="243"/>
                </a:cubicBezTo>
                <a:cubicBezTo>
                  <a:pt x="49" y="146"/>
                  <a:pt x="49" y="146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9" y="145"/>
                  <a:pt x="109" y="138"/>
                </a:cubicBezTo>
                <a:cubicBezTo>
                  <a:pt x="98" y="69"/>
                  <a:pt x="98" y="69"/>
                  <a:pt x="98" y="69"/>
                </a:cubicBez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32"/>
          <p:cNvSpPr>
            <a:spLocks noEditPoints="1"/>
          </p:cNvSpPr>
          <p:nvPr/>
        </p:nvSpPr>
        <p:spPr bwMode="auto">
          <a:xfrm>
            <a:off x="6902451" y="5264150"/>
            <a:ext cx="344488" cy="828675"/>
          </a:xfrm>
          <a:custGeom>
            <a:avLst/>
            <a:gdLst>
              <a:gd name="T0" fmla="*/ 72 w 109"/>
              <a:gd name="T1" fmla="*/ 32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2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4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2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4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6 h 261"/>
              <a:gd name="T62" fmla="*/ 69 w 109"/>
              <a:gd name="T63" fmla="*/ 36 h 261"/>
              <a:gd name="T64" fmla="*/ 71 w 109"/>
              <a:gd name="T65" fmla="*/ 33 h 261"/>
              <a:gd name="T66" fmla="*/ 72 w 109"/>
              <a:gd name="T67" fmla="*/ 32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3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69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69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2"/>
                </a:moveTo>
                <a:cubicBezTo>
                  <a:pt x="75" y="28"/>
                  <a:pt x="76" y="23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1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0"/>
                  <a:pt x="46" y="1"/>
                  <a:pt x="44" y="2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2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7"/>
                  <a:pt x="43" y="38"/>
                  <a:pt x="44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3"/>
                </a:cubicBezTo>
                <a:lnTo>
                  <a:pt x="72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69"/>
                  <a:pt x="98" y="69"/>
                  <a:pt x="98" y="69"/>
                </a:cubicBezTo>
                <a:cubicBezTo>
                  <a:pt x="95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33"/>
          <p:cNvSpPr>
            <a:spLocks noEditPoints="1"/>
          </p:cNvSpPr>
          <p:nvPr/>
        </p:nvSpPr>
        <p:spPr bwMode="auto">
          <a:xfrm>
            <a:off x="6276976" y="5264150"/>
            <a:ext cx="346075" cy="828675"/>
          </a:xfrm>
          <a:custGeom>
            <a:avLst/>
            <a:gdLst>
              <a:gd name="T0" fmla="*/ 72 w 109"/>
              <a:gd name="T1" fmla="*/ 32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2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7 w 109"/>
              <a:gd name="T25" fmla="*/ 5 h 261"/>
              <a:gd name="T26" fmla="*/ 67 w 109"/>
              <a:gd name="T27" fmla="*/ 5 h 261"/>
              <a:gd name="T28" fmla="*/ 67 w 109"/>
              <a:gd name="T29" fmla="*/ 4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2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6 h 261"/>
              <a:gd name="T62" fmla="*/ 69 w 109"/>
              <a:gd name="T63" fmla="*/ 36 h 261"/>
              <a:gd name="T64" fmla="*/ 71 w 109"/>
              <a:gd name="T65" fmla="*/ 33 h 261"/>
              <a:gd name="T66" fmla="*/ 72 w 109"/>
              <a:gd name="T67" fmla="*/ 32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3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6 w 109"/>
              <a:gd name="T109" fmla="*/ 146 h 261"/>
              <a:gd name="T110" fmla="*/ 109 w 109"/>
              <a:gd name="T111" fmla="*/ 138 h 261"/>
              <a:gd name="T112" fmla="*/ 98 w 109"/>
              <a:gd name="T113" fmla="*/ 69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69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2"/>
                </a:moveTo>
                <a:cubicBezTo>
                  <a:pt x="75" y="28"/>
                  <a:pt x="76" y="23"/>
                  <a:pt x="75" y="19"/>
                </a:cubicBezTo>
                <a:cubicBezTo>
                  <a:pt x="75" y="17"/>
                  <a:pt x="74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1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0"/>
                  <a:pt x="46" y="1"/>
                  <a:pt x="44" y="2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7" y="7"/>
                  <a:pt x="34" y="12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7"/>
                  <a:pt x="43" y="38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3"/>
                </a:cubicBezTo>
                <a:lnTo>
                  <a:pt x="72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6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69"/>
                  <a:pt x="98" y="69"/>
                  <a:pt x="98" y="69"/>
                </a:cubicBezTo>
                <a:cubicBezTo>
                  <a:pt x="96" y="56"/>
                  <a:pt x="89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34"/>
          <p:cNvSpPr>
            <a:spLocks noEditPoints="1"/>
          </p:cNvSpPr>
          <p:nvPr/>
        </p:nvSpPr>
        <p:spPr bwMode="auto">
          <a:xfrm>
            <a:off x="5651501" y="5264150"/>
            <a:ext cx="346075" cy="828675"/>
          </a:xfrm>
          <a:custGeom>
            <a:avLst/>
            <a:gdLst>
              <a:gd name="T0" fmla="*/ 72 w 109"/>
              <a:gd name="T1" fmla="*/ 32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3 w 109"/>
              <a:gd name="T9" fmla="*/ 12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0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8 w 109"/>
              <a:gd name="T25" fmla="*/ 5 h 261"/>
              <a:gd name="T26" fmla="*/ 67 w 109"/>
              <a:gd name="T27" fmla="*/ 5 h 261"/>
              <a:gd name="T28" fmla="*/ 67 w 109"/>
              <a:gd name="T29" fmla="*/ 4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2 h 261"/>
              <a:gd name="T40" fmla="*/ 43 w 109"/>
              <a:gd name="T41" fmla="*/ 3 h 261"/>
              <a:gd name="T42" fmla="*/ 43 w 109"/>
              <a:gd name="T43" fmla="*/ 3 h 261"/>
              <a:gd name="T44" fmla="*/ 33 w 109"/>
              <a:gd name="T45" fmla="*/ 19 h 261"/>
              <a:gd name="T46" fmla="*/ 33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6 h 261"/>
              <a:gd name="T62" fmla="*/ 69 w 109"/>
              <a:gd name="T63" fmla="*/ 36 h 261"/>
              <a:gd name="T64" fmla="*/ 71 w 109"/>
              <a:gd name="T65" fmla="*/ 33 h 261"/>
              <a:gd name="T66" fmla="*/ 72 w 109"/>
              <a:gd name="T67" fmla="*/ 32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5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3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3 w 109"/>
              <a:gd name="T105" fmla="*/ 80 h 261"/>
              <a:gd name="T106" fmla="*/ 92 w 109"/>
              <a:gd name="T107" fmla="*/ 135 h 261"/>
              <a:gd name="T108" fmla="*/ 97 w 109"/>
              <a:gd name="T109" fmla="*/ 146 h 261"/>
              <a:gd name="T110" fmla="*/ 109 w 109"/>
              <a:gd name="T111" fmla="*/ 138 h 261"/>
              <a:gd name="T112" fmla="*/ 98 w 109"/>
              <a:gd name="T113" fmla="*/ 69 h 261"/>
              <a:gd name="T114" fmla="*/ 74 w 109"/>
              <a:gd name="T115" fmla="*/ 46 h 261"/>
              <a:gd name="T116" fmla="*/ 35 w 109"/>
              <a:gd name="T117" fmla="*/ 46 h 261"/>
              <a:gd name="T118" fmla="*/ 10 w 109"/>
              <a:gd name="T119" fmla="*/ 69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2"/>
                </a:moveTo>
                <a:cubicBezTo>
                  <a:pt x="75" y="28"/>
                  <a:pt x="76" y="23"/>
                  <a:pt x="75" y="19"/>
                </a:cubicBezTo>
                <a:cubicBezTo>
                  <a:pt x="75" y="17"/>
                  <a:pt x="75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70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1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0"/>
                  <a:pt x="46" y="1"/>
                  <a:pt x="44" y="2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8" y="7"/>
                  <a:pt x="34" y="12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7"/>
                  <a:pt x="43" y="38"/>
                  <a:pt x="45" y="39"/>
                </a:cubicBezTo>
                <a:cubicBezTo>
                  <a:pt x="47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0" y="34"/>
                  <a:pt x="71" y="33"/>
                </a:cubicBezTo>
                <a:lnTo>
                  <a:pt x="72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5" y="83"/>
                  <a:pt x="2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5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8" y="69"/>
                  <a:pt x="98" y="69"/>
                  <a:pt x="98" y="69"/>
                </a:cubicBez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35"/>
          <p:cNvSpPr>
            <a:spLocks noEditPoints="1"/>
          </p:cNvSpPr>
          <p:nvPr/>
        </p:nvSpPr>
        <p:spPr bwMode="auto">
          <a:xfrm>
            <a:off x="5026026" y="5264150"/>
            <a:ext cx="346075" cy="828675"/>
          </a:xfrm>
          <a:custGeom>
            <a:avLst/>
            <a:gdLst>
              <a:gd name="T0" fmla="*/ 72 w 109"/>
              <a:gd name="T1" fmla="*/ 32 h 261"/>
              <a:gd name="T2" fmla="*/ 75 w 109"/>
              <a:gd name="T3" fmla="*/ 19 h 261"/>
              <a:gd name="T4" fmla="*/ 74 w 109"/>
              <a:gd name="T5" fmla="*/ 14 h 261"/>
              <a:gd name="T6" fmla="*/ 74 w 109"/>
              <a:gd name="T7" fmla="*/ 13 h 261"/>
              <a:gd name="T8" fmla="*/ 74 w 109"/>
              <a:gd name="T9" fmla="*/ 12 h 261"/>
              <a:gd name="T10" fmla="*/ 73 w 109"/>
              <a:gd name="T11" fmla="*/ 12 h 261"/>
              <a:gd name="T12" fmla="*/ 73 w 109"/>
              <a:gd name="T13" fmla="*/ 12 h 261"/>
              <a:gd name="T14" fmla="*/ 72 w 109"/>
              <a:gd name="T15" fmla="*/ 10 h 261"/>
              <a:gd name="T16" fmla="*/ 71 w 109"/>
              <a:gd name="T17" fmla="*/ 9 h 261"/>
              <a:gd name="T18" fmla="*/ 71 w 109"/>
              <a:gd name="T19" fmla="*/ 8 h 261"/>
              <a:gd name="T20" fmla="*/ 69 w 109"/>
              <a:gd name="T21" fmla="*/ 6 h 261"/>
              <a:gd name="T22" fmla="*/ 68 w 109"/>
              <a:gd name="T23" fmla="*/ 5 h 261"/>
              <a:gd name="T24" fmla="*/ 68 w 109"/>
              <a:gd name="T25" fmla="*/ 5 h 261"/>
              <a:gd name="T26" fmla="*/ 68 w 109"/>
              <a:gd name="T27" fmla="*/ 5 h 261"/>
              <a:gd name="T28" fmla="*/ 67 w 109"/>
              <a:gd name="T29" fmla="*/ 4 h 261"/>
              <a:gd name="T30" fmla="*/ 67 w 109"/>
              <a:gd name="T31" fmla="*/ 4 h 261"/>
              <a:gd name="T32" fmla="*/ 54 w 109"/>
              <a:gd name="T33" fmla="*/ 0 h 261"/>
              <a:gd name="T34" fmla="*/ 51 w 109"/>
              <a:gd name="T35" fmla="*/ 0 h 261"/>
              <a:gd name="T36" fmla="*/ 51 w 109"/>
              <a:gd name="T37" fmla="*/ 0 h 261"/>
              <a:gd name="T38" fmla="*/ 44 w 109"/>
              <a:gd name="T39" fmla="*/ 2 h 261"/>
              <a:gd name="T40" fmla="*/ 44 w 109"/>
              <a:gd name="T41" fmla="*/ 3 h 261"/>
              <a:gd name="T42" fmla="*/ 43 w 109"/>
              <a:gd name="T43" fmla="*/ 3 h 261"/>
              <a:gd name="T44" fmla="*/ 34 w 109"/>
              <a:gd name="T45" fmla="*/ 19 h 261"/>
              <a:gd name="T46" fmla="*/ 34 w 109"/>
              <a:gd name="T47" fmla="*/ 20 h 261"/>
              <a:gd name="T48" fmla="*/ 40 w 109"/>
              <a:gd name="T49" fmla="*/ 36 h 261"/>
              <a:gd name="T50" fmla="*/ 40 w 109"/>
              <a:gd name="T51" fmla="*/ 36 h 261"/>
              <a:gd name="T52" fmla="*/ 45 w 109"/>
              <a:gd name="T53" fmla="*/ 39 h 261"/>
              <a:gd name="T54" fmla="*/ 54 w 109"/>
              <a:gd name="T55" fmla="*/ 42 h 261"/>
              <a:gd name="T56" fmla="*/ 64 w 109"/>
              <a:gd name="T57" fmla="*/ 39 h 261"/>
              <a:gd name="T58" fmla="*/ 64 w 109"/>
              <a:gd name="T59" fmla="*/ 39 h 261"/>
              <a:gd name="T60" fmla="*/ 68 w 109"/>
              <a:gd name="T61" fmla="*/ 36 h 261"/>
              <a:gd name="T62" fmla="*/ 69 w 109"/>
              <a:gd name="T63" fmla="*/ 36 h 261"/>
              <a:gd name="T64" fmla="*/ 71 w 109"/>
              <a:gd name="T65" fmla="*/ 33 h 261"/>
              <a:gd name="T66" fmla="*/ 72 w 109"/>
              <a:gd name="T67" fmla="*/ 32 h 261"/>
              <a:gd name="T68" fmla="*/ 0 w 109"/>
              <a:gd name="T69" fmla="*/ 138 h 261"/>
              <a:gd name="T70" fmla="*/ 12 w 109"/>
              <a:gd name="T71" fmla="*/ 146 h 261"/>
              <a:gd name="T72" fmla="*/ 17 w 109"/>
              <a:gd name="T73" fmla="*/ 135 h 261"/>
              <a:gd name="T74" fmla="*/ 26 w 109"/>
              <a:gd name="T75" fmla="*/ 80 h 261"/>
              <a:gd name="T76" fmla="*/ 26 w 109"/>
              <a:gd name="T77" fmla="*/ 80 h 261"/>
              <a:gd name="T78" fmla="*/ 26 w 109"/>
              <a:gd name="T79" fmla="*/ 244 h 261"/>
              <a:gd name="T80" fmla="*/ 50 w 109"/>
              <a:gd name="T81" fmla="*/ 243 h 261"/>
              <a:gd name="T82" fmla="*/ 50 w 109"/>
              <a:gd name="T83" fmla="*/ 146 h 261"/>
              <a:gd name="T84" fmla="*/ 59 w 109"/>
              <a:gd name="T85" fmla="*/ 146 h 261"/>
              <a:gd name="T86" fmla="*/ 59 w 109"/>
              <a:gd name="T87" fmla="*/ 244 h 261"/>
              <a:gd name="T88" fmla="*/ 83 w 109"/>
              <a:gd name="T89" fmla="*/ 243 h 261"/>
              <a:gd name="T90" fmla="*/ 83 w 109"/>
              <a:gd name="T91" fmla="*/ 244 h 261"/>
              <a:gd name="T92" fmla="*/ 83 w 109"/>
              <a:gd name="T93" fmla="*/ 243 h 261"/>
              <a:gd name="T94" fmla="*/ 83 w 109"/>
              <a:gd name="T95" fmla="*/ 243 h 261"/>
              <a:gd name="T96" fmla="*/ 83 w 109"/>
              <a:gd name="T97" fmla="*/ 167 h 261"/>
              <a:gd name="T98" fmla="*/ 83 w 109"/>
              <a:gd name="T99" fmla="*/ 146 h 261"/>
              <a:gd name="T100" fmla="*/ 83 w 109"/>
              <a:gd name="T101" fmla="*/ 146 h 261"/>
              <a:gd name="T102" fmla="*/ 83 w 109"/>
              <a:gd name="T103" fmla="*/ 80 h 261"/>
              <a:gd name="T104" fmla="*/ 84 w 109"/>
              <a:gd name="T105" fmla="*/ 80 h 261"/>
              <a:gd name="T106" fmla="*/ 92 w 109"/>
              <a:gd name="T107" fmla="*/ 135 h 261"/>
              <a:gd name="T108" fmla="*/ 97 w 109"/>
              <a:gd name="T109" fmla="*/ 146 h 261"/>
              <a:gd name="T110" fmla="*/ 109 w 109"/>
              <a:gd name="T111" fmla="*/ 138 h 261"/>
              <a:gd name="T112" fmla="*/ 99 w 109"/>
              <a:gd name="T113" fmla="*/ 69 h 261"/>
              <a:gd name="T114" fmla="*/ 74 w 109"/>
              <a:gd name="T115" fmla="*/ 46 h 261"/>
              <a:gd name="T116" fmla="*/ 35 w 109"/>
              <a:gd name="T117" fmla="*/ 46 h 261"/>
              <a:gd name="T118" fmla="*/ 11 w 109"/>
              <a:gd name="T119" fmla="*/ 69 h 261"/>
              <a:gd name="T120" fmla="*/ 0 w 109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9" h="261">
                <a:moveTo>
                  <a:pt x="72" y="32"/>
                </a:moveTo>
                <a:cubicBezTo>
                  <a:pt x="75" y="28"/>
                  <a:pt x="76" y="23"/>
                  <a:pt x="75" y="19"/>
                </a:cubicBezTo>
                <a:cubicBezTo>
                  <a:pt x="75" y="17"/>
                  <a:pt x="75" y="15"/>
                  <a:pt x="74" y="14"/>
                </a:cubicBezTo>
                <a:cubicBezTo>
                  <a:pt x="74" y="13"/>
                  <a:pt x="74" y="13"/>
                  <a:pt x="74" y="13"/>
                </a:cubicBezTo>
                <a:cubicBezTo>
                  <a:pt x="74" y="12"/>
                  <a:pt x="74" y="12"/>
                  <a:pt x="74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1"/>
                  <a:pt x="72" y="10"/>
                  <a:pt x="72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0" y="7"/>
                  <a:pt x="70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3" y="1"/>
                  <a:pt x="59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9" y="0"/>
                  <a:pt x="47" y="1"/>
                  <a:pt x="44" y="2"/>
                </a:cubicBezTo>
                <a:cubicBezTo>
                  <a:pt x="44" y="3"/>
                  <a:pt x="44" y="3"/>
                  <a:pt x="44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38" y="7"/>
                  <a:pt x="34" y="12"/>
                  <a:pt x="34" y="19"/>
                </a:cubicBezTo>
                <a:cubicBezTo>
                  <a:pt x="34" y="20"/>
                  <a:pt x="34" y="20"/>
                  <a:pt x="34" y="20"/>
                </a:cubicBezTo>
                <a:cubicBezTo>
                  <a:pt x="33" y="25"/>
                  <a:pt x="35" y="31"/>
                  <a:pt x="40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2" y="37"/>
                  <a:pt x="43" y="38"/>
                  <a:pt x="45" y="39"/>
                </a:cubicBezTo>
                <a:cubicBezTo>
                  <a:pt x="48" y="41"/>
                  <a:pt x="51" y="42"/>
                  <a:pt x="54" y="42"/>
                </a:cubicBezTo>
                <a:cubicBezTo>
                  <a:pt x="58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6" y="38"/>
                  <a:pt x="67" y="37"/>
                  <a:pt x="68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70" y="35"/>
                  <a:pt x="71" y="34"/>
                  <a:pt x="71" y="33"/>
                </a:cubicBezTo>
                <a:lnTo>
                  <a:pt x="72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7" y="143"/>
                  <a:pt x="16" y="139"/>
                  <a:pt x="17" y="135"/>
                </a:cubicBezTo>
                <a:cubicBezTo>
                  <a:pt x="18" y="129"/>
                  <a:pt x="26" y="83"/>
                  <a:pt x="26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6" y="134"/>
                  <a:pt x="26" y="190"/>
                  <a:pt x="26" y="244"/>
                </a:cubicBezTo>
                <a:cubicBezTo>
                  <a:pt x="26" y="260"/>
                  <a:pt x="50" y="261"/>
                  <a:pt x="50" y="243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9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83"/>
                  <a:pt x="91" y="129"/>
                  <a:pt x="92" y="135"/>
                </a:cubicBezTo>
                <a:cubicBezTo>
                  <a:pt x="93" y="139"/>
                  <a:pt x="92" y="143"/>
                  <a:pt x="97" y="146"/>
                </a:cubicBezTo>
                <a:cubicBezTo>
                  <a:pt x="103" y="150"/>
                  <a:pt x="109" y="145"/>
                  <a:pt x="109" y="138"/>
                </a:cubicBezTo>
                <a:cubicBezTo>
                  <a:pt x="99" y="69"/>
                  <a:pt x="99" y="69"/>
                  <a:pt x="99" y="69"/>
                </a:cubicBezTo>
                <a:cubicBezTo>
                  <a:pt x="96" y="56"/>
                  <a:pt x="90" y="46"/>
                  <a:pt x="74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1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136"/>
          <p:cNvSpPr>
            <a:spLocks noEditPoints="1"/>
          </p:cNvSpPr>
          <p:nvPr/>
        </p:nvSpPr>
        <p:spPr bwMode="auto">
          <a:xfrm>
            <a:off x="4400551" y="5264150"/>
            <a:ext cx="342900" cy="828675"/>
          </a:xfrm>
          <a:custGeom>
            <a:avLst/>
            <a:gdLst>
              <a:gd name="T0" fmla="*/ 71 w 108"/>
              <a:gd name="T1" fmla="*/ 32 h 261"/>
              <a:gd name="T2" fmla="*/ 75 w 108"/>
              <a:gd name="T3" fmla="*/ 19 h 261"/>
              <a:gd name="T4" fmla="*/ 73 w 108"/>
              <a:gd name="T5" fmla="*/ 14 h 261"/>
              <a:gd name="T6" fmla="*/ 73 w 108"/>
              <a:gd name="T7" fmla="*/ 13 h 261"/>
              <a:gd name="T8" fmla="*/ 73 w 108"/>
              <a:gd name="T9" fmla="*/ 12 h 261"/>
              <a:gd name="T10" fmla="*/ 73 w 108"/>
              <a:gd name="T11" fmla="*/ 12 h 261"/>
              <a:gd name="T12" fmla="*/ 73 w 108"/>
              <a:gd name="T13" fmla="*/ 12 h 261"/>
              <a:gd name="T14" fmla="*/ 71 w 108"/>
              <a:gd name="T15" fmla="*/ 10 h 261"/>
              <a:gd name="T16" fmla="*/ 71 w 108"/>
              <a:gd name="T17" fmla="*/ 9 h 261"/>
              <a:gd name="T18" fmla="*/ 70 w 108"/>
              <a:gd name="T19" fmla="*/ 8 h 261"/>
              <a:gd name="T20" fmla="*/ 69 w 108"/>
              <a:gd name="T21" fmla="*/ 6 h 261"/>
              <a:gd name="T22" fmla="*/ 68 w 108"/>
              <a:gd name="T23" fmla="*/ 5 h 261"/>
              <a:gd name="T24" fmla="*/ 67 w 108"/>
              <a:gd name="T25" fmla="*/ 5 h 261"/>
              <a:gd name="T26" fmla="*/ 67 w 108"/>
              <a:gd name="T27" fmla="*/ 5 h 261"/>
              <a:gd name="T28" fmla="*/ 67 w 108"/>
              <a:gd name="T29" fmla="*/ 4 h 261"/>
              <a:gd name="T30" fmla="*/ 66 w 108"/>
              <a:gd name="T31" fmla="*/ 4 h 261"/>
              <a:gd name="T32" fmla="*/ 54 w 108"/>
              <a:gd name="T33" fmla="*/ 0 h 261"/>
              <a:gd name="T34" fmla="*/ 51 w 108"/>
              <a:gd name="T35" fmla="*/ 0 h 261"/>
              <a:gd name="T36" fmla="*/ 51 w 108"/>
              <a:gd name="T37" fmla="*/ 0 h 261"/>
              <a:gd name="T38" fmla="*/ 44 w 108"/>
              <a:gd name="T39" fmla="*/ 2 h 261"/>
              <a:gd name="T40" fmla="*/ 43 w 108"/>
              <a:gd name="T41" fmla="*/ 3 h 261"/>
              <a:gd name="T42" fmla="*/ 42 w 108"/>
              <a:gd name="T43" fmla="*/ 3 h 261"/>
              <a:gd name="T44" fmla="*/ 33 w 108"/>
              <a:gd name="T45" fmla="*/ 19 h 261"/>
              <a:gd name="T46" fmla="*/ 33 w 108"/>
              <a:gd name="T47" fmla="*/ 20 h 261"/>
              <a:gd name="T48" fmla="*/ 39 w 108"/>
              <a:gd name="T49" fmla="*/ 36 h 261"/>
              <a:gd name="T50" fmla="*/ 40 w 108"/>
              <a:gd name="T51" fmla="*/ 36 h 261"/>
              <a:gd name="T52" fmla="*/ 44 w 108"/>
              <a:gd name="T53" fmla="*/ 39 h 261"/>
              <a:gd name="T54" fmla="*/ 54 w 108"/>
              <a:gd name="T55" fmla="*/ 42 h 261"/>
              <a:gd name="T56" fmla="*/ 64 w 108"/>
              <a:gd name="T57" fmla="*/ 39 h 261"/>
              <a:gd name="T58" fmla="*/ 64 w 108"/>
              <a:gd name="T59" fmla="*/ 39 h 261"/>
              <a:gd name="T60" fmla="*/ 68 w 108"/>
              <a:gd name="T61" fmla="*/ 36 h 261"/>
              <a:gd name="T62" fmla="*/ 68 w 108"/>
              <a:gd name="T63" fmla="*/ 36 h 261"/>
              <a:gd name="T64" fmla="*/ 71 w 108"/>
              <a:gd name="T65" fmla="*/ 33 h 261"/>
              <a:gd name="T66" fmla="*/ 71 w 108"/>
              <a:gd name="T67" fmla="*/ 32 h 261"/>
              <a:gd name="T68" fmla="*/ 0 w 108"/>
              <a:gd name="T69" fmla="*/ 138 h 261"/>
              <a:gd name="T70" fmla="*/ 12 w 108"/>
              <a:gd name="T71" fmla="*/ 146 h 261"/>
              <a:gd name="T72" fmla="*/ 16 w 108"/>
              <a:gd name="T73" fmla="*/ 135 h 261"/>
              <a:gd name="T74" fmla="*/ 25 w 108"/>
              <a:gd name="T75" fmla="*/ 80 h 261"/>
              <a:gd name="T76" fmla="*/ 25 w 108"/>
              <a:gd name="T77" fmla="*/ 80 h 261"/>
              <a:gd name="T78" fmla="*/ 25 w 108"/>
              <a:gd name="T79" fmla="*/ 244 h 261"/>
              <a:gd name="T80" fmla="*/ 49 w 108"/>
              <a:gd name="T81" fmla="*/ 243 h 261"/>
              <a:gd name="T82" fmla="*/ 49 w 108"/>
              <a:gd name="T83" fmla="*/ 146 h 261"/>
              <a:gd name="T84" fmla="*/ 59 w 108"/>
              <a:gd name="T85" fmla="*/ 146 h 261"/>
              <a:gd name="T86" fmla="*/ 59 w 108"/>
              <a:gd name="T87" fmla="*/ 244 h 261"/>
              <a:gd name="T88" fmla="*/ 83 w 108"/>
              <a:gd name="T89" fmla="*/ 243 h 261"/>
              <a:gd name="T90" fmla="*/ 83 w 108"/>
              <a:gd name="T91" fmla="*/ 244 h 261"/>
              <a:gd name="T92" fmla="*/ 83 w 108"/>
              <a:gd name="T93" fmla="*/ 243 h 261"/>
              <a:gd name="T94" fmla="*/ 83 w 108"/>
              <a:gd name="T95" fmla="*/ 243 h 261"/>
              <a:gd name="T96" fmla="*/ 83 w 108"/>
              <a:gd name="T97" fmla="*/ 167 h 261"/>
              <a:gd name="T98" fmla="*/ 83 w 108"/>
              <a:gd name="T99" fmla="*/ 146 h 261"/>
              <a:gd name="T100" fmla="*/ 83 w 108"/>
              <a:gd name="T101" fmla="*/ 146 h 261"/>
              <a:gd name="T102" fmla="*/ 83 w 108"/>
              <a:gd name="T103" fmla="*/ 80 h 261"/>
              <a:gd name="T104" fmla="*/ 83 w 108"/>
              <a:gd name="T105" fmla="*/ 80 h 261"/>
              <a:gd name="T106" fmla="*/ 92 w 108"/>
              <a:gd name="T107" fmla="*/ 135 h 261"/>
              <a:gd name="T108" fmla="*/ 96 w 108"/>
              <a:gd name="T109" fmla="*/ 146 h 261"/>
              <a:gd name="T110" fmla="*/ 108 w 108"/>
              <a:gd name="T111" fmla="*/ 138 h 261"/>
              <a:gd name="T112" fmla="*/ 98 w 108"/>
              <a:gd name="T113" fmla="*/ 69 h 261"/>
              <a:gd name="T114" fmla="*/ 73 w 108"/>
              <a:gd name="T115" fmla="*/ 46 h 261"/>
              <a:gd name="T116" fmla="*/ 35 w 108"/>
              <a:gd name="T117" fmla="*/ 46 h 261"/>
              <a:gd name="T118" fmla="*/ 10 w 108"/>
              <a:gd name="T119" fmla="*/ 69 h 261"/>
              <a:gd name="T120" fmla="*/ 0 w 108"/>
              <a:gd name="T121" fmla="*/ 13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8" h="261">
                <a:moveTo>
                  <a:pt x="71" y="32"/>
                </a:moveTo>
                <a:cubicBezTo>
                  <a:pt x="74" y="28"/>
                  <a:pt x="75" y="23"/>
                  <a:pt x="75" y="19"/>
                </a:cubicBezTo>
                <a:cubicBezTo>
                  <a:pt x="75" y="17"/>
                  <a:pt x="74" y="15"/>
                  <a:pt x="73" y="14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3" y="12"/>
                  <a:pt x="73" y="12"/>
                  <a:pt x="73" y="12"/>
                </a:cubicBezTo>
                <a:cubicBezTo>
                  <a:pt x="72" y="11"/>
                  <a:pt x="72" y="10"/>
                  <a:pt x="71" y="10"/>
                </a:cubicBezTo>
                <a:cubicBezTo>
                  <a:pt x="71" y="9"/>
                  <a:pt x="71" y="9"/>
                  <a:pt x="71" y="9"/>
                </a:cubicBezTo>
                <a:cubicBezTo>
                  <a:pt x="70" y="8"/>
                  <a:pt x="70" y="8"/>
                  <a:pt x="70" y="8"/>
                </a:cubicBezTo>
                <a:cubicBezTo>
                  <a:pt x="70" y="7"/>
                  <a:pt x="69" y="7"/>
                  <a:pt x="69" y="6"/>
                </a:cubicBezTo>
                <a:cubicBezTo>
                  <a:pt x="68" y="5"/>
                  <a:pt x="68" y="5"/>
                  <a:pt x="68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5"/>
                  <a:pt x="67" y="5"/>
                  <a:pt x="67" y="5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3" y="1"/>
                  <a:pt x="58" y="0"/>
                  <a:pt x="54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48" y="0"/>
                  <a:pt x="46" y="1"/>
                  <a:pt x="44" y="2"/>
                </a:cubicBezTo>
                <a:cubicBezTo>
                  <a:pt x="43" y="3"/>
                  <a:pt x="43" y="3"/>
                  <a:pt x="43" y="3"/>
                </a:cubicBezTo>
                <a:cubicBezTo>
                  <a:pt x="42" y="3"/>
                  <a:pt x="42" y="3"/>
                  <a:pt x="42" y="3"/>
                </a:cubicBezTo>
                <a:cubicBezTo>
                  <a:pt x="37" y="7"/>
                  <a:pt x="33" y="12"/>
                  <a:pt x="33" y="19"/>
                </a:cubicBezTo>
                <a:cubicBezTo>
                  <a:pt x="33" y="20"/>
                  <a:pt x="33" y="20"/>
                  <a:pt x="33" y="20"/>
                </a:cubicBezTo>
                <a:cubicBezTo>
                  <a:pt x="32" y="25"/>
                  <a:pt x="34" y="31"/>
                  <a:pt x="39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1" y="37"/>
                  <a:pt x="43" y="38"/>
                  <a:pt x="44" y="39"/>
                </a:cubicBezTo>
                <a:cubicBezTo>
                  <a:pt x="47" y="41"/>
                  <a:pt x="50" y="42"/>
                  <a:pt x="54" y="42"/>
                </a:cubicBezTo>
                <a:cubicBezTo>
                  <a:pt x="57" y="42"/>
                  <a:pt x="61" y="41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5" y="38"/>
                  <a:pt x="66" y="37"/>
                  <a:pt x="68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9" y="35"/>
                  <a:pt x="70" y="34"/>
                  <a:pt x="71" y="33"/>
                </a:cubicBezTo>
                <a:lnTo>
                  <a:pt x="71" y="32"/>
                </a:lnTo>
                <a:close/>
                <a:moveTo>
                  <a:pt x="0" y="138"/>
                </a:moveTo>
                <a:cubicBezTo>
                  <a:pt x="0" y="145"/>
                  <a:pt x="6" y="150"/>
                  <a:pt x="12" y="146"/>
                </a:cubicBezTo>
                <a:cubicBezTo>
                  <a:pt x="16" y="143"/>
                  <a:pt x="16" y="139"/>
                  <a:pt x="16" y="135"/>
                </a:cubicBezTo>
                <a:cubicBezTo>
                  <a:pt x="17" y="129"/>
                  <a:pt x="25" y="83"/>
                  <a:pt x="25" y="80"/>
                </a:cubicBezTo>
                <a:cubicBezTo>
                  <a:pt x="25" y="80"/>
                  <a:pt x="25" y="80"/>
                  <a:pt x="25" y="80"/>
                </a:cubicBezTo>
                <a:cubicBezTo>
                  <a:pt x="25" y="134"/>
                  <a:pt x="25" y="190"/>
                  <a:pt x="25" y="244"/>
                </a:cubicBezTo>
                <a:cubicBezTo>
                  <a:pt x="26" y="260"/>
                  <a:pt x="49" y="261"/>
                  <a:pt x="49" y="243"/>
                </a:cubicBezTo>
                <a:cubicBezTo>
                  <a:pt x="49" y="146"/>
                  <a:pt x="49" y="146"/>
                  <a:pt x="49" y="146"/>
                </a:cubicBezTo>
                <a:cubicBezTo>
                  <a:pt x="59" y="146"/>
                  <a:pt x="59" y="146"/>
                  <a:pt x="59" y="146"/>
                </a:cubicBezTo>
                <a:cubicBezTo>
                  <a:pt x="59" y="179"/>
                  <a:pt x="58" y="212"/>
                  <a:pt x="59" y="244"/>
                </a:cubicBezTo>
                <a:cubicBezTo>
                  <a:pt x="59" y="260"/>
                  <a:pt x="82" y="261"/>
                  <a:pt x="83" y="243"/>
                </a:cubicBezTo>
                <a:cubicBezTo>
                  <a:pt x="83" y="244"/>
                  <a:pt x="83" y="244"/>
                  <a:pt x="83" y="244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43"/>
                  <a:pt x="83" y="243"/>
                </a:cubicBezTo>
                <a:cubicBezTo>
                  <a:pt x="83" y="243"/>
                  <a:pt x="83" y="207"/>
                  <a:pt x="83" y="167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146"/>
                  <a:pt x="83" y="146"/>
                  <a:pt x="83" y="146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0"/>
                  <a:pt x="83" y="80"/>
                  <a:pt x="83" y="80"/>
                </a:cubicBezTo>
                <a:cubicBezTo>
                  <a:pt x="83" y="83"/>
                  <a:pt x="91" y="129"/>
                  <a:pt x="92" y="135"/>
                </a:cubicBezTo>
                <a:cubicBezTo>
                  <a:pt x="92" y="139"/>
                  <a:pt x="92" y="143"/>
                  <a:pt x="96" y="146"/>
                </a:cubicBezTo>
                <a:cubicBezTo>
                  <a:pt x="102" y="150"/>
                  <a:pt x="108" y="145"/>
                  <a:pt x="108" y="138"/>
                </a:cubicBezTo>
                <a:cubicBezTo>
                  <a:pt x="98" y="69"/>
                  <a:pt x="98" y="69"/>
                  <a:pt x="98" y="69"/>
                </a:cubicBezTo>
                <a:cubicBezTo>
                  <a:pt x="95" y="56"/>
                  <a:pt x="89" y="46"/>
                  <a:pt x="73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19" y="46"/>
                  <a:pt x="13" y="56"/>
                  <a:pt x="10" y="69"/>
                </a:cubicBezTo>
                <a:lnTo>
                  <a:pt x="0" y="1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4206876" y="3641725"/>
            <a:ext cx="730250" cy="1444625"/>
            <a:chOff x="4206876" y="3641725"/>
            <a:chExt cx="730250" cy="1444625"/>
          </a:xfrm>
          <a:solidFill>
            <a:schemeClr val="bg2"/>
          </a:solidFill>
        </p:grpSpPr>
        <p:sp>
          <p:nvSpPr>
            <p:cNvPr id="32" name="Freeform 139"/>
            <p:cNvSpPr>
              <a:spLocks/>
            </p:cNvSpPr>
            <p:nvPr/>
          </p:nvSpPr>
          <p:spPr bwMode="auto">
            <a:xfrm>
              <a:off x="4457701" y="3702050"/>
              <a:ext cx="228600" cy="222250"/>
            </a:xfrm>
            <a:custGeom>
              <a:avLst/>
              <a:gdLst>
                <a:gd name="T0" fmla="*/ 61 w 72"/>
                <a:gd name="T1" fmla="*/ 60 h 70"/>
                <a:gd name="T2" fmla="*/ 60 w 72"/>
                <a:gd name="T3" fmla="*/ 60 h 70"/>
                <a:gd name="T4" fmla="*/ 52 w 72"/>
                <a:gd name="T5" fmla="*/ 66 h 70"/>
                <a:gd name="T6" fmla="*/ 36 w 72"/>
                <a:gd name="T7" fmla="*/ 70 h 70"/>
                <a:gd name="T8" fmla="*/ 20 w 72"/>
                <a:gd name="T9" fmla="*/ 66 h 70"/>
                <a:gd name="T10" fmla="*/ 20 w 72"/>
                <a:gd name="T11" fmla="*/ 65 h 70"/>
                <a:gd name="T12" fmla="*/ 13 w 72"/>
                <a:gd name="T13" fmla="*/ 61 h 70"/>
                <a:gd name="T14" fmla="*/ 12 w 72"/>
                <a:gd name="T15" fmla="*/ 60 h 70"/>
                <a:gd name="T16" fmla="*/ 8 w 72"/>
                <a:gd name="T17" fmla="*/ 56 h 70"/>
                <a:gd name="T18" fmla="*/ 7 w 72"/>
                <a:gd name="T19" fmla="*/ 54 h 70"/>
                <a:gd name="T20" fmla="*/ 1 w 72"/>
                <a:gd name="T21" fmla="*/ 32 h 70"/>
                <a:gd name="T22" fmla="*/ 3 w 72"/>
                <a:gd name="T23" fmla="*/ 23 h 70"/>
                <a:gd name="T24" fmla="*/ 4 w 72"/>
                <a:gd name="T25" fmla="*/ 22 h 70"/>
                <a:gd name="T26" fmla="*/ 4 w 72"/>
                <a:gd name="T27" fmla="*/ 21 h 70"/>
                <a:gd name="T28" fmla="*/ 5 w 72"/>
                <a:gd name="T29" fmla="*/ 20 h 70"/>
                <a:gd name="T30" fmla="*/ 5 w 72"/>
                <a:gd name="T31" fmla="*/ 20 h 70"/>
                <a:gd name="T32" fmla="*/ 7 w 72"/>
                <a:gd name="T33" fmla="*/ 16 h 70"/>
                <a:gd name="T34" fmla="*/ 8 w 72"/>
                <a:gd name="T35" fmla="*/ 14 h 70"/>
                <a:gd name="T36" fmla="*/ 9 w 72"/>
                <a:gd name="T37" fmla="*/ 13 h 70"/>
                <a:gd name="T38" fmla="*/ 12 w 72"/>
                <a:gd name="T39" fmla="*/ 10 h 70"/>
                <a:gd name="T40" fmla="*/ 13 w 72"/>
                <a:gd name="T41" fmla="*/ 9 h 70"/>
                <a:gd name="T42" fmla="*/ 14 w 72"/>
                <a:gd name="T43" fmla="*/ 8 h 70"/>
                <a:gd name="T44" fmla="*/ 14 w 72"/>
                <a:gd name="T45" fmla="*/ 8 h 70"/>
                <a:gd name="T46" fmla="*/ 15 w 72"/>
                <a:gd name="T47" fmla="*/ 7 h 70"/>
                <a:gd name="T48" fmla="*/ 15 w 72"/>
                <a:gd name="T49" fmla="*/ 7 h 70"/>
                <a:gd name="T50" fmla="*/ 36 w 72"/>
                <a:gd name="T51" fmla="*/ 0 h 70"/>
                <a:gd name="T52" fmla="*/ 42 w 72"/>
                <a:gd name="T53" fmla="*/ 0 h 70"/>
                <a:gd name="T54" fmla="*/ 42 w 72"/>
                <a:gd name="T55" fmla="*/ 0 h 70"/>
                <a:gd name="T56" fmla="*/ 53 w 72"/>
                <a:gd name="T57" fmla="*/ 4 h 70"/>
                <a:gd name="T58" fmla="*/ 54 w 72"/>
                <a:gd name="T59" fmla="*/ 5 h 70"/>
                <a:gd name="T60" fmla="*/ 55 w 72"/>
                <a:gd name="T61" fmla="*/ 6 h 70"/>
                <a:gd name="T62" fmla="*/ 71 w 72"/>
                <a:gd name="T63" fmla="*/ 32 h 70"/>
                <a:gd name="T64" fmla="*/ 71 w 72"/>
                <a:gd name="T65" fmla="*/ 33 h 70"/>
                <a:gd name="T66" fmla="*/ 61 w 72"/>
                <a:gd name="T67" fmla="*/ 6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2" h="70">
                  <a:moveTo>
                    <a:pt x="61" y="60"/>
                  </a:moveTo>
                  <a:cubicBezTo>
                    <a:pt x="60" y="60"/>
                    <a:pt x="60" y="60"/>
                    <a:pt x="60" y="60"/>
                  </a:cubicBezTo>
                  <a:cubicBezTo>
                    <a:pt x="58" y="63"/>
                    <a:pt x="55" y="64"/>
                    <a:pt x="52" y="66"/>
                  </a:cubicBezTo>
                  <a:cubicBezTo>
                    <a:pt x="48" y="68"/>
                    <a:pt x="42" y="70"/>
                    <a:pt x="36" y="70"/>
                  </a:cubicBezTo>
                  <a:cubicBezTo>
                    <a:pt x="30" y="70"/>
                    <a:pt x="25" y="68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17" y="64"/>
                    <a:pt x="15" y="63"/>
                    <a:pt x="13" y="61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0" y="59"/>
                    <a:pt x="9" y="57"/>
                    <a:pt x="8" y="56"/>
                  </a:cubicBezTo>
                  <a:cubicBezTo>
                    <a:pt x="8" y="55"/>
                    <a:pt x="7" y="55"/>
                    <a:pt x="7" y="54"/>
                  </a:cubicBezTo>
                  <a:cubicBezTo>
                    <a:pt x="2" y="47"/>
                    <a:pt x="0" y="39"/>
                    <a:pt x="1" y="32"/>
                  </a:cubicBezTo>
                  <a:cubicBezTo>
                    <a:pt x="1" y="29"/>
                    <a:pt x="2" y="26"/>
                    <a:pt x="3" y="2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1"/>
                    <a:pt x="4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6" y="17"/>
                    <a:pt x="7" y="16"/>
                  </a:cubicBezTo>
                  <a:cubicBezTo>
                    <a:pt x="7" y="15"/>
                    <a:pt x="8" y="15"/>
                    <a:pt x="8" y="14"/>
                  </a:cubicBezTo>
                  <a:cubicBezTo>
                    <a:pt x="8" y="14"/>
                    <a:pt x="9" y="13"/>
                    <a:pt x="9" y="13"/>
                  </a:cubicBezTo>
                  <a:cubicBezTo>
                    <a:pt x="10" y="12"/>
                    <a:pt x="11" y="11"/>
                    <a:pt x="12" y="10"/>
                  </a:cubicBezTo>
                  <a:cubicBezTo>
                    <a:pt x="12" y="10"/>
                    <a:pt x="12" y="9"/>
                    <a:pt x="13" y="9"/>
                  </a:cubicBezTo>
                  <a:cubicBezTo>
                    <a:pt x="13" y="9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21" y="2"/>
                    <a:pt x="28" y="0"/>
                    <a:pt x="36" y="0"/>
                  </a:cubicBezTo>
                  <a:cubicBezTo>
                    <a:pt x="38" y="0"/>
                    <a:pt x="40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1"/>
                    <a:pt x="49" y="2"/>
                    <a:pt x="53" y="4"/>
                  </a:cubicBezTo>
                  <a:cubicBezTo>
                    <a:pt x="53" y="4"/>
                    <a:pt x="54" y="5"/>
                    <a:pt x="54" y="5"/>
                  </a:cubicBezTo>
                  <a:cubicBezTo>
                    <a:pt x="55" y="6"/>
                    <a:pt x="55" y="6"/>
                    <a:pt x="55" y="6"/>
                  </a:cubicBezTo>
                  <a:cubicBezTo>
                    <a:pt x="64" y="11"/>
                    <a:pt x="70" y="21"/>
                    <a:pt x="71" y="32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72" y="42"/>
                    <a:pt x="69" y="52"/>
                    <a:pt x="61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40"/>
            <p:cNvSpPr>
              <a:spLocks/>
            </p:cNvSpPr>
            <p:nvPr/>
          </p:nvSpPr>
          <p:spPr bwMode="auto">
            <a:xfrm>
              <a:off x="4206876" y="3641725"/>
              <a:ext cx="730250" cy="1444625"/>
            </a:xfrm>
            <a:custGeom>
              <a:avLst/>
              <a:gdLst>
                <a:gd name="T0" fmla="*/ 163 w 230"/>
                <a:gd name="T1" fmla="*/ 145 h 455"/>
                <a:gd name="T2" fmla="*/ 163 w 230"/>
                <a:gd name="T3" fmla="*/ 152 h 455"/>
                <a:gd name="T4" fmla="*/ 163 w 230"/>
                <a:gd name="T5" fmla="*/ 426 h 455"/>
                <a:gd name="T6" fmla="*/ 123 w 230"/>
                <a:gd name="T7" fmla="*/ 425 h 455"/>
                <a:gd name="T8" fmla="*/ 123 w 230"/>
                <a:gd name="T9" fmla="*/ 264 h 455"/>
                <a:gd name="T10" fmla="*/ 107 w 230"/>
                <a:gd name="T11" fmla="*/ 264 h 455"/>
                <a:gd name="T12" fmla="*/ 107 w 230"/>
                <a:gd name="T13" fmla="*/ 426 h 455"/>
                <a:gd name="T14" fmla="*/ 67 w 230"/>
                <a:gd name="T15" fmla="*/ 426 h 455"/>
                <a:gd name="T16" fmla="*/ 67 w 230"/>
                <a:gd name="T17" fmla="*/ 426 h 455"/>
                <a:gd name="T18" fmla="*/ 67 w 230"/>
                <a:gd name="T19" fmla="*/ 426 h 455"/>
                <a:gd name="T20" fmla="*/ 67 w 230"/>
                <a:gd name="T21" fmla="*/ 426 h 455"/>
                <a:gd name="T22" fmla="*/ 67 w 230"/>
                <a:gd name="T23" fmla="*/ 299 h 455"/>
                <a:gd name="T24" fmla="*/ 67 w 230"/>
                <a:gd name="T25" fmla="*/ 263 h 455"/>
                <a:gd name="T26" fmla="*/ 67 w 230"/>
                <a:gd name="T27" fmla="*/ 145 h 455"/>
                <a:gd name="T28" fmla="*/ 4 w 230"/>
                <a:gd name="T29" fmla="*/ 22 h 455"/>
                <a:gd name="T30" fmla="*/ 19 w 230"/>
                <a:gd name="T31" fmla="*/ 2 h 455"/>
                <a:gd name="T32" fmla="*/ 32 w 230"/>
                <a:gd name="T33" fmla="*/ 17 h 455"/>
                <a:gd name="T34" fmla="*/ 73 w 230"/>
                <a:gd name="T35" fmla="*/ 96 h 455"/>
                <a:gd name="T36" fmla="*/ 82 w 230"/>
                <a:gd name="T37" fmla="*/ 96 h 455"/>
                <a:gd name="T38" fmla="*/ 148 w 230"/>
                <a:gd name="T39" fmla="*/ 96 h 455"/>
                <a:gd name="T40" fmla="*/ 157 w 230"/>
                <a:gd name="T41" fmla="*/ 96 h 455"/>
                <a:gd name="T42" fmla="*/ 198 w 230"/>
                <a:gd name="T43" fmla="*/ 17 h 455"/>
                <a:gd name="T44" fmla="*/ 211 w 230"/>
                <a:gd name="T45" fmla="*/ 2 h 455"/>
                <a:gd name="T46" fmla="*/ 226 w 230"/>
                <a:gd name="T47" fmla="*/ 22 h 455"/>
                <a:gd name="T48" fmla="*/ 163 w 230"/>
                <a:gd name="T49" fmla="*/ 14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0" h="455">
                  <a:moveTo>
                    <a:pt x="163" y="145"/>
                  </a:moveTo>
                  <a:cubicBezTo>
                    <a:pt x="163" y="152"/>
                    <a:pt x="163" y="152"/>
                    <a:pt x="163" y="152"/>
                  </a:cubicBezTo>
                  <a:cubicBezTo>
                    <a:pt x="163" y="243"/>
                    <a:pt x="163" y="336"/>
                    <a:pt x="163" y="426"/>
                  </a:cubicBezTo>
                  <a:cubicBezTo>
                    <a:pt x="163" y="454"/>
                    <a:pt x="123" y="455"/>
                    <a:pt x="123" y="425"/>
                  </a:cubicBezTo>
                  <a:cubicBezTo>
                    <a:pt x="123" y="264"/>
                    <a:pt x="123" y="264"/>
                    <a:pt x="123" y="264"/>
                  </a:cubicBezTo>
                  <a:cubicBezTo>
                    <a:pt x="107" y="264"/>
                    <a:pt x="107" y="264"/>
                    <a:pt x="107" y="264"/>
                  </a:cubicBezTo>
                  <a:cubicBezTo>
                    <a:pt x="107" y="318"/>
                    <a:pt x="107" y="373"/>
                    <a:pt x="107" y="426"/>
                  </a:cubicBezTo>
                  <a:cubicBezTo>
                    <a:pt x="107" y="454"/>
                    <a:pt x="68" y="455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426"/>
                    <a:pt x="67" y="426"/>
                  </a:cubicBezTo>
                  <a:cubicBezTo>
                    <a:pt x="67" y="426"/>
                    <a:pt x="67" y="366"/>
                    <a:pt x="67" y="299"/>
                  </a:cubicBezTo>
                  <a:cubicBezTo>
                    <a:pt x="67" y="299"/>
                    <a:pt x="67" y="290"/>
                    <a:pt x="67" y="263"/>
                  </a:cubicBezTo>
                  <a:cubicBezTo>
                    <a:pt x="67" y="145"/>
                    <a:pt x="67" y="145"/>
                    <a:pt x="67" y="145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0" y="11"/>
                    <a:pt x="7" y="0"/>
                    <a:pt x="19" y="2"/>
                  </a:cubicBezTo>
                  <a:cubicBezTo>
                    <a:pt x="27" y="4"/>
                    <a:pt x="29" y="11"/>
                    <a:pt x="32" y="17"/>
                  </a:cubicBezTo>
                  <a:cubicBezTo>
                    <a:pt x="36" y="23"/>
                    <a:pt x="58" y="67"/>
                    <a:pt x="73" y="96"/>
                  </a:cubicBezTo>
                  <a:cubicBezTo>
                    <a:pt x="75" y="96"/>
                    <a:pt x="79" y="96"/>
                    <a:pt x="82" y="96"/>
                  </a:cubicBezTo>
                  <a:cubicBezTo>
                    <a:pt x="148" y="96"/>
                    <a:pt x="148" y="96"/>
                    <a:pt x="148" y="96"/>
                  </a:cubicBezTo>
                  <a:cubicBezTo>
                    <a:pt x="151" y="96"/>
                    <a:pt x="154" y="96"/>
                    <a:pt x="157" y="96"/>
                  </a:cubicBezTo>
                  <a:cubicBezTo>
                    <a:pt x="172" y="67"/>
                    <a:pt x="194" y="23"/>
                    <a:pt x="198" y="17"/>
                  </a:cubicBezTo>
                  <a:cubicBezTo>
                    <a:pt x="201" y="11"/>
                    <a:pt x="203" y="4"/>
                    <a:pt x="211" y="2"/>
                  </a:cubicBezTo>
                  <a:cubicBezTo>
                    <a:pt x="223" y="0"/>
                    <a:pt x="230" y="11"/>
                    <a:pt x="226" y="22"/>
                  </a:cubicBezTo>
                  <a:lnTo>
                    <a:pt x="163" y="1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Freeform 141"/>
          <p:cNvSpPr>
            <a:spLocks noEditPoints="1"/>
          </p:cNvSpPr>
          <p:nvPr/>
        </p:nvSpPr>
        <p:spPr bwMode="auto">
          <a:xfrm>
            <a:off x="3105151" y="2438400"/>
            <a:ext cx="1517650" cy="377825"/>
          </a:xfrm>
          <a:custGeom>
            <a:avLst/>
            <a:gdLst>
              <a:gd name="T0" fmla="*/ 465 w 478"/>
              <a:gd name="T1" fmla="*/ 46 h 119"/>
              <a:gd name="T2" fmla="*/ 142 w 478"/>
              <a:gd name="T3" fmla="*/ 46 h 119"/>
              <a:gd name="T4" fmla="*/ 111 w 478"/>
              <a:gd name="T5" fmla="*/ 6 h 119"/>
              <a:gd name="T6" fmla="*/ 101 w 478"/>
              <a:gd name="T7" fmla="*/ 0 h 119"/>
              <a:gd name="T8" fmla="*/ 13 w 478"/>
              <a:gd name="T9" fmla="*/ 0 h 119"/>
              <a:gd name="T10" fmla="*/ 2 w 478"/>
              <a:gd name="T11" fmla="*/ 8 h 119"/>
              <a:gd name="T12" fmla="*/ 3 w 478"/>
              <a:gd name="T13" fmla="*/ 21 h 119"/>
              <a:gd name="T14" fmla="*/ 32 w 478"/>
              <a:gd name="T15" fmla="*/ 60 h 119"/>
              <a:gd name="T16" fmla="*/ 3 w 478"/>
              <a:gd name="T17" fmla="*/ 98 h 119"/>
              <a:gd name="T18" fmla="*/ 2 w 478"/>
              <a:gd name="T19" fmla="*/ 112 h 119"/>
              <a:gd name="T20" fmla="*/ 13 w 478"/>
              <a:gd name="T21" fmla="*/ 119 h 119"/>
              <a:gd name="T22" fmla="*/ 101 w 478"/>
              <a:gd name="T23" fmla="*/ 119 h 119"/>
              <a:gd name="T24" fmla="*/ 111 w 478"/>
              <a:gd name="T25" fmla="*/ 114 h 119"/>
              <a:gd name="T26" fmla="*/ 143 w 478"/>
              <a:gd name="T27" fmla="*/ 72 h 119"/>
              <a:gd name="T28" fmla="*/ 465 w 478"/>
              <a:gd name="T29" fmla="*/ 72 h 119"/>
              <a:gd name="T30" fmla="*/ 478 w 478"/>
              <a:gd name="T31" fmla="*/ 59 h 119"/>
              <a:gd name="T32" fmla="*/ 465 w 478"/>
              <a:gd name="T33" fmla="*/ 46 h 119"/>
              <a:gd name="T34" fmla="*/ 95 w 478"/>
              <a:gd name="T35" fmla="*/ 26 h 119"/>
              <a:gd name="T36" fmla="*/ 109 w 478"/>
              <a:gd name="T37" fmla="*/ 46 h 119"/>
              <a:gd name="T38" fmla="*/ 59 w 478"/>
              <a:gd name="T39" fmla="*/ 46 h 119"/>
              <a:gd name="T40" fmla="*/ 59 w 478"/>
              <a:gd name="T41" fmla="*/ 46 h 119"/>
              <a:gd name="T42" fmla="*/ 54 w 478"/>
              <a:gd name="T43" fmla="*/ 46 h 119"/>
              <a:gd name="T44" fmla="*/ 40 w 478"/>
              <a:gd name="T45" fmla="*/ 26 h 119"/>
              <a:gd name="T46" fmla="*/ 95 w 478"/>
              <a:gd name="T47" fmla="*/ 26 h 119"/>
              <a:gd name="T48" fmla="*/ 95 w 478"/>
              <a:gd name="T49" fmla="*/ 93 h 119"/>
              <a:gd name="T50" fmla="*/ 40 w 478"/>
              <a:gd name="T51" fmla="*/ 93 h 119"/>
              <a:gd name="T52" fmla="*/ 54 w 478"/>
              <a:gd name="T53" fmla="*/ 73 h 119"/>
              <a:gd name="T54" fmla="*/ 109 w 478"/>
              <a:gd name="T55" fmla="*/ 73 h 119"/>
              <a:gd name="T56" fmla="*/ 95 w 478"/>
              <a:gd name="T57" fmla="*/ 93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78" h="119">
                <a:moveTo>
                  <a:pt x="465" y="46"/>
                </a:moveTo>
                <a:cubicBezTo>
                  <a:pt x="142" y="46"/>
                  <a:pt x="142" y="46"/>
                  <a:pt x="142" y="46"/>
                </a:cubicBezTo>
                <a:cubicBezTo>
                  <a:pt x="111" y="6"/>
                  <a:pt x="111" y="6"/>
                  <a:pt x="111" y="6"/>
                </a:cubicBezTo>
                <a:cubicBezTo>
                  <a:pt x="109" y="2"/>
                  <a:pt x="105" y="0"/>
                  <a:pt x="10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8" y="0"/>
                  <a:pt x="4" y="3"/>
                  <a:pt x="2" y="8"/>
                </a:cubicBezTo>
                <a:cubicBezTo>
                  <a:pt x="0" y="12"/>
                  <a:pt x="0" y="17"/>
                  <a:pt x="3" y="21"/>
                </a:cubicBezTo>
                <a:cubicBezTo>
                  <a:pt x="32" y="60"/>
                  <a:pt x="32" y="60"/>
                  <a:pt x="32" y="60"/>
                </a:cubicBezTo>
                <a:cubicBezTo>
                  <a:pt x="3" y="98"/>
                  <a:pt x="3" y="98"/>
                  <a:pt x="3" y="98"/>
                </a:cubicBezTo>
                <a:cubicBezTo>
                  <a:pt x="0" y="102"/>
                  <a:pt x="0" y="107"/>
                  <a:pt x="2" y="112"/>
                </a:cubicBezTo>
                <a:cubicBezTo>
                  <a:pt x="4" y="116"/>
                  <a:pt x="8" y="119"/>
                  <a:pt x="13" y="119"/>
                </a:cubicBezTo>
                <a:cubicBezTo>
                  <a:pt x="101" y="119"/>
                  <a:pt x="101" y="119"/>
                  <a:pt x="101" y="119"/>
                </a:cubicBezTo>
                <a:cubicBezTo>
                  <a:pt x="105" y="119"/>
                  <a:pt x="109" y="117"/>
                  <a:pt x="111" y="114"/>
                </a:cubicBezTo>
                <a:cubicBezTo>
                  <a:pt x="143" y="72"/>
                  <a:pt x="143" y="72"/>
                  <a:pt x="143" y="72"/>
                </a:cubicBezTo>
                <a:cubicBezTo>
                  <a:pt x="465" y="72"/>
                  <a:pt x="465" y="72"/>
                  <a:pt x="465" y="72"/>
                </a:cubicBezTo>
                <a:cubicBezTo>
                  <a:pt x="472" y="72"/>
                  <a:pt x="478" y="66"/>
                  <a:pt x="478" y="59"/>
                </a:cubicBezTo>
                <a:cubicBezTo>
                  <a:pt x="478" y="52"/>
                  <a:pt x="472" y="46"/>
                  <a:pt x="465" y="46"/>
                </a:cubicBezTo>
                <a:close/>
                <a:moveTo>
                  <a:pt x="95" y="26"/>
                </a:moveTo>
                <a:cubicBezTo>
                  <a:pt x="109" y="46"/>
                  <a:pt x="109" y="46"/>
                  <a:pt x="109" y="46"/>
                </a:cubicBezTo>
                <a:cubicBezTo>
                  <a:pt x="59" y="46"/>
                  <a:pt x="59" y="46"/>
                  <a:pt x="59" y="46"/>
                </a:cubicBezTo>
                <a:cubicBezTo>
                  <a:pt x="59" y="46"/>
                  <a:pt x="59" y="46"/>
                  <a:pt x="59" y="46"/>
                </a:cubicBezTo>
                <a:cubicBezTo>
                  <a:pt x="54" y="46"/>
                  <a:pt x="54" y="46"/>
                  <a:pt x="54" y="46"/>
                </a:cubicBezTo>
                <a:cubicBezTo>
                  <a:pt x="40" y="26"/>
                  <a:pt x="40" y="26"/>
                  <a:pt x="40" y="26"/>
                </a:cubicBezTo>
                <a:lnTo>
                  <a:pt x="95" y="26"/>
                </a:lnTo>
                <a:close/>
                <a:moveTo>
                  <a:pt x="95" y="93"/>
                </a:moveTo>
                <a:cubicBezTo>
                  <a:pt x="40" y="93"/>
                  <a:pt x="40" y="93"/>
                  <a:pt x="40" y="93"/>
                </a:cubicBezTo>
                <a:cubicBezTo>
                  <a:pt x="54" y="73"/>
                  <a:pt x="54" y="73"/>
                  <a:pt x="54" y="73"/>
                </a:cubicBezTo>
                <a:cubicBezTo>
                  <a:pt x="109" y="73"/>
                  <a:pt x="109" y="73"/>
                  <a:pt x="109" y="73"/>
                </a:cubicBezTo>
                <a:lnTo>
                  <a:pt x="95" y="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42"/>
          <p:cNvSpPr>
            <a:spLocks/>
          </p:cNvSpPr>
          <p:nvPr/>
        </p:nvSpPr>
        <p:spPr bwMode="auto">
          <a:xfrm>
            <a:off x="5410201" y="2451100"/>
            <a:ext cx="444500" cy="342900"/>
          </a:xfrm>
          <a:custGeom>
            <a:avLst/>
            <a:gdLst>
              <a:gd name="T0" fmla="*/ 140 w 140"/>
              <a:gd name="T1" fmla="*/ 55 h 108"/>
              <a:gd name="T2" fmla="*/ 131 w 140"/>
              <a:gd name="T3" fmla="*/ 64 h 108"/>
              <a:gd name="T4" fmla="*/ 90 w 140"/>
              <a:gd name="T5" fmla="*/ 105 h 108"/>
              <a:gd name="T6" fmla="*/ 86 w 140"/>
              <a:gd name="T7" fmla="*/ 107 h 108"/>
              <a:gd name="T8" fmla="*/ 80 w 140"/>
              <a:gd name="T9" fmla="*/ 108 h 108"/>
              <a:gd name="T10" fmla="*/ 71 w 140"/>
              <a:gd name="T11" fmla="*/ 105 h 108"/>
              <a:gd name="T12" fmla="*/ 71 w 140"/>
              <a:gd name="T13" fmla="*/ 86 h 108"/>
              <a:gd name="T14" fmla="*/ 90 w 140"/>
              <a:gd name="T15" fmla="*/ 68 h 108"/>
              <a:gd name="T16" fmla="*/ 13 w 140"/>
              <a:gd name="T17" fmla="*/ 68 h 108"/>
              <a:gd name="T18" fmla="*/ 1 w 140"/>
              <a:gd name="T19" fmla="*/ 60 h 108"/>
              <a:gd name="T20" fmla="*/ 0 w 140"/>
              <a:gd name="T21" fmla="*/ 55 h 108"/>
              <a:gd name="T22" fmla="*/ 13 w 140"/>
              <a:gd name="T23" fmla="*/ 42 h 108"/>
              <a:gd name="T24" fmla="*/ 90 w 140"/>
              <a:gd name="T25" fmla="*/ 42 h 108"/>
              <a:gd name="T26" fmla="*/ 71 w 140"/>
              <a:gd name="T27" fmla="*/ 23 h 108"/>
              <a:gd name="T28" fmla="*/ 68 w 140"/>
              <a:gd name="T29" fmla="*/ 19 h 108"/>
              <a:gd name="T30" fmla="*/ 71 w 140"/>
              <a:gd name="T31" fmla="*/ 5 h 108"/>
              <a:gd name="T32" fmla="*/ 90 w 140"/>
              <a:gd name="T33" fmla="*/ 5 h 108"/>
              <a:gd name="T34" fmla="*/ 130 w 140"/>
              <a:gd name="T35" fmla="*/ 46 h 108"/>
              <a:gd name="T36" fmla="*/ 140 w 140"/>
              <a:gd name="T37" fmla="*/ 55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0" h="108">
                <a:moveTo>
                  <a:pt x="140" y="55"/>
                </a:moveTo>
                <a:cubicBezTo>
                  <a:pt x="131" y="64"/>
                  <a:pt x="131" y="64"/>
                  <a:pt x="131" y="64"/>
                </a:cubicBezTo>
                <a:cubicBezTo>
                  <a:pt x="90" y="105"/>
                  <a:pt x="90" y="105"/>
                  <a:pt x="90" y="105"/>
                </a:cubicBezTo>
                <a:cubicBezTo>
                  <a:pt x="88" y="106"/>
                  <a:pt x="87" y="107"/>
                  <a:pt x="86" y="107"/>
                </a:cubicBezTo>
                <a:cubicBezTo>
                  <a:pt x="84" y="108"/>
                  <a:pt x="82" y="108"/>
                  <a:pt x="80" y="108"/>
                </a:cubicBezTo>
                <a:cubicBezTo>
                  <a:pt x="77" y="108"/>
                  <a:pt x="74" y="107"/>
                  <a:pt x="71" y="105"/>
                </a:cubicBezTo>
                <a:cubicBezTo>
                  <a:pt x="66" y="100"/>
                  <a:pt x="66" y="91"/>
                  <a:pt x="71" y="86"/>
                </a:cubicBezTo>
                <a:cubicBezTo>
                  <a:pt x="90" y="68"/>
                  <a:pt x="90" y="68"/>
                  <a:pt x="90" y="68"/>
                </a:cubicBezTo>
                <a:cubicBezTo>
                  <a:pt x="13" y="68"/>
                  <a:pt x="13" y="68"/>
                  <a:pt x="13" y="68"/>
                </a:cubicBezTo>
                <a:cubicBezTo>
                  <a:pt x="7" y="68"/>
                  <a:pt x="3" y="64"/>
                  <a:pt x="1" y="60"/>
                </a:cubicBezTo>
                <a:cubicBezTo>
                  <a:pt x="0" y="58"/>
                  <a:pt x="0" y="57"/>
                  <a:pt x="0" y="55"/>
                </a:cubicBezTo>
                <a:cubicBezTo>
                  <a:pt x="0" y="48"/>
                  <a:pt x="5" y="42"/>
                  <a:pt x="13" y="42"/>
                </a:cubicBezTo>
                <a:cubicBezTo>
                  <a:pt x="90" y="42"/>
                  <a:pt x="90" y="42"/>
                  <a:pt x="90" y="42"/>
                </a:cubicBezTo>
                <a:cubicBezTo>
                  <a:pt x="71" y="23"/>
                  <a:pt x="71" y="23"/>
                  <a:pt x="71" y="23"/>
                </a:cubicBezTo>
                <a:cubicBezTo>
                  <a:pt x="70" y="22"/>
                  <a:pt x="69" y="21"/>
                  <a:pt x="68" y="19"/>
                </a:cubicBezTo>
                <a:cubicBezTo>
                  <a:pt x="66" y="14"/>
                  <a:pt x="67" y="9"/>
                  <a:pt x="71" y="5"/>
                </a:cubicBezTo>
                <a:cubicBezTo>
                  <a:pt x="76" y="0"/>
                  <a:pt x="85" y="0"/>
                  <a:pt x="90" y="5"/>
                </a:cubicBezTo>
                <a:cubicBezTo>
                  <a:pt x="130" y="46"/>
                  <a:pt x="130" y="46"/>
                  <a:pt x="130" y="46"/>
                </a:cubicBezTo>
                <a:lnTo>
                  <a:pt x="140" y="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43"/>
          <p:cNvSpPr>
            <a:spLocks/>
          </p:cNvSpPr>
          <p:nvPr/>
        </p:nvSpPr>
        <p:spPr bwMode="auto">
          <a:xfrm>
            <a:off x="4397376" y="2413000"/>
            <a:ext cx="393700" cy="425450"/>
          </a:xfrm>
          <a:custGeom>
            <a:avLst/>
            <a:gdLst>
              <a:gd name="T0" fmla="*/ 57 w 124"/>
              <a:gd name="T1" fmla="*/ 134 h 134"/>
              <a:gd name="T2" fmla="*/ 124 w 124"/>
              <a:gd name="T3" fmla="*/ 67 h 134"/>
              <a:gd name="T4" fmla="*/ 57 w 124"/>
              <a:gd name="T5" fmla="*/ 0 h 134"/>
              <a:gd name="T6" fmla="*/ 5 w 124"/>
              <a:gd name="T7" fmla="*/ 25 h 134"/>
              <a:gd name="T8" fmla="*/ 7 w 124"/>
              <a:gd name="T9" fmla="*/ 43 h 134"/>
              <a:gd name="T10" fmla="*/ 25 w 124"/>
              <a:gd name="T11" fmla="*/ 41 h 134"/>
              <a:gd name="T12" fmla="*/ 57 w 124"/>
              <a:gd name="T13" fmla="*/ 26 h 134"/>
              <a:gd name="T14" fmla="*/ 98 w 124"/>
              <a:gd name="T15" fmla="*/ 67 h 134"/>
              <a:gd name="T16" fmla="*/ 57 w 124"/>
              <a:gd name="T17" fmla="*/ 108 h 134"/>
              <a:gd name="T18" fmla="*/ 25 w 124"/>
              <a:gd name="T19" fmla="*/ 92 h 134"/>
              <a:gd name="T20" fmla="*/ 7 w 124"/>
              <a:gd name="T21" fmla="*/ 90 h 134"/>
              <a:gd name="T22" fmla="*/ 5 w 124"/>
              <a:gd name="T23" fmla="*/ 109 h 134"/>
              <a:gd name="T24" fmla="*/ 57 w 124"/>
              <a:gd name="T25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4" h="134">
                <a:moveTo>
                  <a:pt x="57" y="134"/>
                </a:moveTo>
                <a:cubicBezTo>
                  <a:pt x="94" y="134"/>
                  <a:pt x="124" y="104"/>
                  <a:pt x="124" y="67"/>
                </a:cubicBezTo>
                <a:cubicBezTo>
                  <a:pt x="124" y="30"/>
                  <a:pt x="94" y="0"/>
                  <a:pt x="57" y="0"/>
                </a:cubicBezTo>
                <a:cubicBezTo>
                  <a:pt x="36" y="0"/>
                  <a:pt x="17" y="10"/>
                  <a:pt x="5" y="25"/>
                </a:cubicBezTo>
                <a:cubicBezTo>
                  <a:pt x="0" y="31"/>
                  <a:pt x="1" y="39"/>
                  <a:pt x="7" y="43"/>
                </a:cubicBezTo>
                <a:cubicBezTo>
                  <a:pt x="12" y="48"/>
                  <a:pt x="21" y="47"/>
                  <a:pt x="25" y="41"/>
                </a:cubicBezTo>
                <a:cubicBezTo>
                  <a:pt x="33" y="32"/>
                  <a:pt x="44" y="26"/>
                  <a:pt x="57" y="26"/>
                </a:cubicBezTo>
                <a:cubicBezTo>
                  <a:pt x="80" y="26"/>
                  <a:pt x="98" y="44"/>
                  <a:pt x="98" y="67"/>
                </a:cubicBezTo>
                <a:cubicBezTo>
                  <a:pt x="98" y="89"/>
                  <a:pt x="80" y="108"/>
                  <a:pt x="57" y="108"/>
                </a:cubicBezTo>
                <a:cubicBezTo>
                  <a:pt x="44" y="108"/>
                  <a:pt x="33" y="102"/>
                  <a:pt x="25" y="92"/>
                </a:cubicBezTo>
                <a:cubicBezTo>
                  <a:pt x="21" y="87"/>
                  <a:pt x="12" y="86"/>
                  <a:pt x="7" y="90"/>
                </a:cubicBezTo>
                <a:cubicBezTo>
                  <a:pt x="1" y="95"/>
                  <a:pt x="0" y="103"/>
                  <a:pt x="5" y="109"/>
                </a:cubicBezTo>
                <a:cubicBezTo>
                  <a:pt x="17" y="124"/>
                  <a:pt x="36" y="134"/>
                  <a:pt x="57" y="134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144"/>
          <p:cNvSpPr>
            <a:spLocks/>
          </p:cNvSpPr>
          <p:nvPr/>
        </p:nvSpPr>
        <p:spPr bwMode="auto">
          <a:xfrm>
            <a:off x="4168776" y="2203450"/>
            <a:ext cx="831850" cy="841375"/>
          </a:xfrm>
          <a:custGeom>
            <a:avLst/>
            <a:gdLst>
              <a:gd name="T0" fmla="*/ 129 w 262"/>
              <a:gd name="T1" fmla="*/ 0 h 265"/>
              <a:gd name="T2" fmla="*/ 129 w 262"/>
              <a:gd name="T3" fmla="*/ 0 h 265"/>
              <a:gd name="T4" fmla="*/ 2 w 262"/>
              <a:gd name="T5" fmla="*/ 96 h 265"/>
              <a:gd name="T6" fmla="*/ 11 w 262"/>
              <a:gd name="T7" fmla="*/ 112 h 265"/>
              <a:gd name="T8" fmla="*/ 14 w 262"/>
              <a:gd name="T9" fmla="*/ 112 h 265"/>
              <a:gd name="T10" fmla="*/ 27 w 262"/>
              <a:gd name="T11" fmla="*/ 103 h 265"/>
              <a:gd name="T12" fmla="*/ 129 w 262"/>
              <a:gd name="T13" fmla="*/ 26 h 265"/>
              <a:gd name="T14" fmla="*/ 129 w 262"/>
              <a:gd name="T15" fmla="*/ 26 h 265"/>
              <a:gd name="T16" fmla="*/ 129 w 262"/>
              <a:gd name="T17" fmla="*/ 26 h 265"/>
              <a:gd name="T18" fmla="*/ 204 w 262"/>
              <a:gd name="T19" fmla="*/ 57 h 265"/>
              <a:gd name="T20" fmla="*/ 236 w 262"/>
              <a:gd name="T21" fmla="*/ 133 h 265"/>
              <a:gd name="T22" fmla="*/ 205 w 262"/>
              <a:gd name="T23" fmla="*/ 208 h 265"/>
              <a:gd name="T24" fmla="*/ 129 w 262"/>
              <a:gd name="T25" fmla="*/ 239 h 265"/>
              <a:gd name="T26" fmla="*/ 129 w 262"/>
              <a:gd name="T27" fmla="*/ 239 h 265"/>
              <a:gd name="T28" fmla="*/ 27 w 262"/>
              <a:gd name="T29" fmla="*/ 163 h 265"/>
              <a:gd name="T30" fmla="*/ 14 w 262"/>
              <a:gd name="T31" fmla="*/ 153 h 265"/>
              <a:gd name="T32" fmla="*/ 11 w 262"/>
              <a:gd name="T33" fmla="*/ 154 h 265"/>
              <a:gd name="T34" fmla="*/ 2 w 262"/>
              <a:gd name="T35" fmla="*/ 170 h 265"/>
              <a:gd name="T36" fmla="*/ 129 w 262"/>
              <a:gd name="T37" fmla="*/ 265 h 265"/>
              <a:gd name="T38" fmla="*/ 262 w 262"/>
              <a:gd name="T39" fmla="*/ 133 h 265"/>
              <a:gd name="T40" fmla="*/ 129 w 262"/>
              <a:gd name="T41" fmla="*/ 0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62" h="265">
                <a:moveTo>
                  <a:pt x="129" y="0"/>
                </a:moveTo>
                <a:cubicBezTo>
                  <a:pt x="129" y="0"/>
                  <a:pt x="129" y="0"/>
                  <a:pt x="129" y="0"/>
                </a:cubicBezTo>
                <a:cubicBezTo>
                  <a:pt x="69" y="0"/>
                  <a:pt x="18" y="40"/>
                  <a:pt x="2" y="96"/>
                </a:cubicBezTo>
                <a:cubicBezTo>
                  <a:pt x="0" y="102"/>
                  <a:pt x="4" y="110"/>
                  <a:pt x="11" y="112"/>
                </a:cubicBezTo>
                <a:cubicBezTo>
                  <a:pt x="12" y="112"/>
                  <a:pt x="13" y="112"/>
                  <a:pt x="14" y="112"/>
                </a:cubicBezTo>
                <a:cubicBezTo>
                  <a:pt x="20" y="112"/>
                  <a:pt x="25" y="108"/>
                  <a:pt x="27" y="103"/>
                </a:cubicBezTo>
                <a:cubicBezTo>
                  <a:pt x="40" y="59"/>
                  <a:pt x="81" y="26"/>
                  <a:pt x="129" y="26"/>
                </a:cubicBezTo>
                <a:cubicBezTo>
                  <a:pt x="129" y="26"/>
                  <a:pt x="129" y="26"/>
                  <a:pt x="129" y="26"/>
                </a:cubicBezTo>
                <a:cubicBezTo>
                  <a:pt x="129" y="26"/>
                  <a:pt x="129" y="26"/>
                  <a:pt x="129" y="26"/>
                </a:cubicBezTo>
                <a:cubicBezTo>
                  <a:pt x="159" y="26"/>
                  <a:pt x="185" y="38"/>
                  <a:pt x="204" y="57"/>
                </a:cubicBezTo>
                <a:cubicBezTo>
                  <a:pt x="224" y="77"/>
                  <a:pt x="236" y="103"/>
                  <a:pt x="236" y="133"/>
                </a:cubicBezTo>
                <a:cubicBezTo>
                  <a:pt x="236" y="162"/>
                  <a:pt x="224" y="189"/>
                  <a:pt x="205" y="208"/>
                </a:cubicBezTo>
                <a:cubicBezTo>
                  <a:pt x="185" y="228"/>
                  <a:pt x="159" y="239"/>
                  <a:pt x="129" y="239"/>
                </a:cubicBezTo>
                <a:cubicBezTo>
                  <a:pt x="129" y="239"/>
                  <a:pt x="129" y="239"/>
                  <a:pt x="129" y="239"/>
                </a:cubicBezTo>
                <a:cubicBezTo>
                  <a:pt x="81" y="239"/>
                  <a:pt x="40" y="207"/>
                  <a:pt x="27" y="163"/>
                </a:cubicBezTo>
                <a:cubicBezTo>
                  <a:pt x="25" y="157"/>
                  <a:pt x="20" y="153"/>
                  <a:pt x="14" y="153"/>
                </a:cubicBezTo>
                <a:cubicBezTo>
                  <a:pt x="13" y="153"/>
                  <a:pt x="12" y="154"/>
                  <a:pt x="11" y="154"/>
                </a:cubicBezTo>
                <a:cubicBezTo>
                  <a:pt x="4" y="156"/>
                  <a:pt x="0" y="163"/>
                  <a:pt x="2" y="170"/>
                </a:cubicBezTo>
                <a:cubicBezTo>
                  <a:pt x="18" y="225"/>
                  <a:pt x="69" y="265"/>
                  <a:pt x="129" y="265"/>
                </a:cubicBezTo>
                <a:cubicBezTo>
                  <a:pt x="202" y="265"/>
                  <a:pt x="262" y="206"/>
                  <a:pt x="262" y="133"/>
                </a:cubicBezTo>
                <a:cubicBezTo>
                  <a:pt x="262" y="60"/>
                  <a:pt x="202" y="0"/>
                  <a:pt x="129" y="0"/>
                </a:cubicBezTo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145"/>
          <p:cNvSpPr>
            <a:spLocks/>
          </p:cNvSpPr>
          <p:nvPr/>
        </p:nvSpPr>
        <p:spPr bwMode="auto">
          <a:xfrm>
            <a:off x="3908426" y="1949450"/>
            <a:ext cx="1346200" cy="1349375"/>
          </a:xfrm>
          <a:custGeom>
            <a:avLst/>
            <a:gdLst>
              <a:gd name="T0" fmla="*/ 211 w 424"/>
              <a:gd name="T1" fmla="*/ 0 h 425"/>
              <a:gd name="T2" fmla="*/ 211 w 424"/>
              <a:gd name="T3" fmla="*/ 0 h 425"/>
              <a:gd name="T4" fmla="*/ 2 w 424"/>
              <a:gd name="T5" fmla="*/ 177 h 425"/>
              <a:gd name="T6" fmla="*/ 12 w 424"/>
              <a:gd name="T7" fmla="*/ 192 h 425"/>
              <a:gd name="T8" fmla="*/ 14 w 424"/>
              <a:gd name="T9" fmla="*/ 192 h 425"/>
              <a:gd name="T10" fmla="*/ 27 w 424"/>
              <a:gd name="T11" fmla="*/ 181 h 425"/>
              <a:gd name="T12" fmla="*/ 211 w 424"/>
              <a:gd name="T13" fmla="*/ 26 h 425"/>
              <a:gd name="T14" fmla="*/ 211 w 424"/>
              <a:gd name="T15" fmla="*/ 26 h 425"/>
              <a:gd name="T16" fmla="*/ 343 w 424"/>
              <a:gd name="T17" fmla="*/ 81 h 425"/>
              <a:gd name="T18" fmla="*/ 398 w 424"/>
              <a:gd name="T19" fmla="*/ 213 h 425"/>
              <a:gd name="T20" fmla="*/ 343 w 424"/>
              <a:gd name="T21" fmla="*/ 345 h 425"/>
              <a:gd name="T22" fmla="*/ 211 w 424"/>
              <a:gd name="T23" fmla="*/ 399 h 425"/>
              <a:gd name="T24" fmla="*/ 211 w 424"/>
              <a:gd name="T25" fmla="*/ 399 h 425"/>
              <a:gd name="T26" fmla="*/ 27 w 424"/>
              <a:gd name="T27" fmla="*/ 244 h 425"/>
              <a:gd name="T28" fmla="*/ 14 w 424"/>
              <a:gd name="T29" fmla="*/ 233 h 425"/>
              <a:gd name="T30" fmla="*/ 12 w 424"/>
              <a:gd name="T31" fmla="*/ 234 h 425"/>
              <a:gd name="T32" fmla="*/ 2 w 424"/>
              <a:gd name="T33" fmla="*/ 249 h 425"/>
              <a:gd name="T34" fmla="*/ 211 w 424"/>
              <a:gd name="T35" fmla="*/ 425 h 425"/>
              <a:gd name="T36" fmla="*/ 424 w 424"/>
              <a:gd name="T37" fmla="*/ 213 h 425"/>
              <a:gd name="T38" fmla="*/ 211 w 424"/>
              <a:gd name="T39" fmla="*/ 0 h 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24" h="425">
                <a:moveTo>
                  <a:pt x="211" y="0"/>
                </a:moveTo>
                <a:cubicBezTo>
                  <a:pt x="211" y="0"/>
                  <a:pt x="211" y="0"/>
                  <a:pt x="211" y="0"/>
                </a:cubicBezTo>
                <a:cubicBezTo>
                  <a:pt x="106" y="0"/>
                  <a:pt x="19" y="77"/>
                  <a:pt x="2" y="177"/>
                </a:cubicBezTo>
                <a:cubicBezTo>
                  <a:pt x="0" y="184"/>
                  <a:pt x="5" y="191"/>
                  <a:pt x="12" y="192"/>
                </a:cubicBezTo>
                <a:cubicBezTo>
                  <a:pt x="13" y="192"/>
                  <a:pt x="14" y="192"/>
                  <a:pt x="14" y="192"/>
                </a:cubicBezTo>
                <a:cubicBezTo>
                  <a:pt x="21" y="192"/>
                  <a:pt x="26" y="188"/>
                  <a:pt x="27" y="181"/>
                </a:cubicBezTo>
                <a:cubicBezTo>
                  <a:pt x="42" y="93"/>
                  <a:pt x="119" y="26"/>
                  <a:pt x="211" y="26"/>
                </a:cubicBezTo>
                <a:cubicBezTo>
                  <a:pt x="211" y="26"/>
                  <a:pt x="211" y="26"/>
                  <a:pt x="211" y="26"/>
                </a:cubicBezTo>
                <a:cubicBezTo>
                  <a:pt x="263" y="26"/>
                  <a:pt x="309" y="47"/>
                  <a:pt x="343" y="81"/>
                </a:cubicBezTo>
                <a:cubicBezTo>
                  <a:pt x="377" y="115"/>
                  <a:pt x="398" y="161"/>
                  <a:pt x="398" y="213"/>
                </a:cubicBezTo>
                <a:cubicBezTo>
                  <a:pt x="398" y="264"/>
                  <a:pt x="377" y="311"/>
                  <a:pt x="343" y="345"/>
                </a:cubicBezTo>
                <a:cubicBezTo>
                  <a:pt x="309" y="378"/>
                  <a:pt x="263" y="399"/>
                  <a:pt x="211" y="399"/>
                </a:cubicBezTo>
                <a:cubicBezTo>
                  <a:pt x="211" y="399"/>
                  <a:pt x="211" y="399"/>
                  <a:pt x="211" y="399"/>
                </a:cubicBezTo>
                <a:cubicBezTo>
                  <a:pt x="119" y="399"/>
                  <a:pt x="42" y="332"/>
                  <a:pt x="27" y="244"/>
                </a:cubicBezTo>
                <a:cubicBezTo>
                  <a:pt x="26" y="238"/>
                  <a:pt x="21" y="233"/>
                  <a:pt x="14" y="233"/>
                </a:cubicBezTo>
                <a:cubicBezTo>
                  <a:pt x="14" y="233"/>
                  <a:pt x="13" y="234"/>
                  <a:pt x="12" y="234"/>
                </a:cubicBezTo>
                <a:cubicBezTo>
                  <a:pt x="5" y="235"/>
                  <a:pt x="0" y="242"/>
                  <a:pt x="2" y="249"/>
                </a:cubicBezTo>
                <a:cubicBezTo>
                  <a:pt x="19" y="349"/>
                  <a:pt x="106" y="425"/>
                  <a:pt x="211" y="425"/>
                </a:cubicBezTo>
                <a:cubicBezTo>
                  <a:pt x="328" y="425"/>
                  <a:pt x="424" y="330"/>
                  <a:pt x="424" y="213"/>
                </a:cubicBezTo>
                <a:cubicBezTo>
                  <a:pt x="423" y="95"/>
                  <a:pt x="328" y="0"/>
                  <a:pt x="211" y="0"/>
                </a:cubicBezTo>
              </a:path>
            </a:pathLst>
          </a:custGeom>
          <a:solidFill>
            <a:schemeClr val="accent2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146"/>
          <p:cNvSpPr>
            <a:spLocks/>
          </p:cNvSpPr>
          <p:nvPr/>
        </p:nvSpPr>
        <p:spPr bwMode="auto">
          <a:xfrm>
            <a:off x="3670301" y="1711325"/>
            <a:ext cx="1822450" cy="1825625"/>
          </a:xfrm>
          <a:custGeom>
            <a:avLst/>
            <a:gdLst>
              <a:gd name="T0" fmla="*/ 574 w 574"/>
              <a:gd name="T1" fmla="*/ 288 h 575"/>
              <a:gd name="T2" fmla="*/ 286 w 574"/>
              <a:gd name="T3" fmla="*/ 0 h 575"/>
              <a:gd name="T4" fmla="*/ 1 w 574"/>
              <a:gd name="T5" fmla="*/ 253 h 575"/>
              <a:gd name="T6" fmla="*/ 12 w 574"/>
              <a:gd name="T7" fmla="*/ 267 h 575"/>
              <a:gd name="T8" fmla="*/ 26 w 574"/>
              <a:gd name="T9" fmla="*/ 256 h 575"/>
              <a:gd name="T10" fmla="*/ 286 w 574"/>
              <a:gd name="T11" fmla="*/ 26 h 575"/>
              <a:gd name="T12" fmla="*/ 471 w 574"/>
              <a:gd name="T13" fmla="*/ 103 h 575"/>
              <a:gd name="T14" fmla="*/ 548 w 574"/>
              <a:gd name="T15" fmla="*/ 288 h 575"/>
              <a:gd name="T16" fmla="*/ 471 w 574"/>
              <a:gd name="T17" fmla="*/ 473 h 575"/>
              <a:gd name="T18" fmla="*/ 286 w 574"/>
              <a:gd name="T19" fmla="*/ 549 h 575"/>
              <a:gd name="T20" fmla="*/ 27 w 574"/>
              <a:gd name="T21" fmla="*/ 320 h 575"/>
              <a:gd name="T22" fmla="*/ 12 w 574"/>
              <a:gd name="T23" fmla="*/ 309 h 575"/>
              <a:gd name="T24" fmla="*/ 1 w 574"/>
              <a:gd name="T25" fmla="*/ 323 h 575"/>
              <a:gd name="T26" fmla="*/ 286 w 574"/>
              <a:gd name="T27" fmla="*/ 575 h 575"/>
              <a:gd name="T28" fmla="*/ 574 w 574"/>
              <a:gd name="T29" fmla="*/ 288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74" h="575">
                <a:moveTo>
                  <a:pt x="574" y="288"/>
                </a:moveTo>
                <a:cubicBezTo>
                  <a:pt x="574" y="129"/>
                  <a:pt x="445" y="0"/>
                  <a:pt x="286" y="0"/>
                </a:cubicBezTo>
                <a:cubicBezTo>
                  <a:pt x="139" y="0"/>
                  <a:pt x="18" y="110"/>
                  <a:pt x="1" y="253"/>
                </a:cubicBezTo>
                <a:cubicBezTo>
                  <a:pt x="0" y="260"/>
                  <a:pt x="5" y="266"/>
                  <a:pt x="12" y="267"/>
                </a:cubicBezTo>
                <a:cubicBezTo>
                  <a:pt x="19" y="268"/>
                  <a:pt x="26" y="263"/>
                  <a:pt x="26" y="256"/>
                </a:cubicBezTo>
                <a:cubicBezTo>
                  <a:pt x="42" y="127"/>
                  <a:pt x="152" y="26"/>
                  <a:pt x="286" y="26"/>
                </a:cubicBezTo>
                <a:cubicBezTo>
                  <a:pt x="358" y="26"/>
                  <a:pt x="424" y="56"/>
                  <a:pt x="471" y="103"/>
                </a:cubicBezTo>
                <a:cubicBezTo>
                  <a:pt x="518" y="150"/>
                  <a:pt x="548" y="215"/>
                  <a:pt x="548" y="288"/>
                </a:cubicBezTo>
                <a:cubicBezTo>
                  <a:pt x="548" y="360"/>
                  <a:pt x="518" y="425"/>
                  <a:pt x="471" y="473"/>
                </a:cubicBezTo>
                <a:cubicBezTo>
                  <a:pt x="424" y="520"/>
                  <a:pt x="358" y="549"/>
                  <a:pt x="286" y="549"/>
                </a:cubicBezTo>
                <a:cubicBezTo>
                  <a:pt x="153" y="549"/>
                  <a:pt x="42" y="449"/>
                  <a:pt x="27" y="320"/>
                </a:cubicBezTo>
                <a:cubicBezTo>
                  <a:pt x="26" y="313"/>
                  <a:pt x="19" y="308"/>
                  <a:pt x="12" y="309"/>
                </a:cubicBezTo>
                <a:cubicBezTo>
                  <a:pt x="5" y="309"/>
                  <a:pt x="0" y="316"/>
                  <a:pt x="1" y="323"/>
                </a:cubicBezTo>
                <a:cubicBezTo>
                  <a:pt x="18" y="465"/>
                  <a:pt x="139" y="575"/>
                  <a:pt x="286" y="575"/>
                </a:cubicBezTo>
                <a:cubicBezTo>
                  <a:pt x="445" y="575"/>
                  <a:pt x="574" y="447"/>
                  <a:pt x="574" y="2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611188" y="1832098"/>
            <a:ext cx="2052637" cy="2228727"/>
            <a:chOff x="611188" y="2495798"/>
            <a:chExt cx="2052637" cy="1161803"/>
          </a:xfrm>
        </p:grpSpPr>
        <p:sp>
          <p:nvSpPr>
            <p:cNvPr id="42" name="TextBox 41"/>
            <p:cNvSpPr txBox="1"/>
            <p:nvPr/>
          </p:nvSpPr>
          <p:spPr>
            <a:xfrm>
              <a:off x="611188" y="2836004"/>
              <a:ext cx="2052637" cy="8215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just" rtl="1"/>
              <a:r>
                <a:rPr lang="ar-SA" sz="1400" dirty="0" smtClean="0">
                  <a:cs typeface="B Titr" panose="00000700000000000000" pitchFamily="2" charset="-78"/>
                </a:rPr>
                <a:t>به </a:t>
              </a:r>
              <a:r>
                <a:rPr lang="ar-SA" sz="1400" dirty="0">
                  <a:cs typeface="B Titr" panose="00000700000000000000" pitchFamily="2" charset="-78"/>
                </a:rPr>
                <a:t>وضعیت اینترنت کشور، قابل بهره برداری توسط موسسات علمی و آموزشی داخلی است. با توجه به سرعت پایین اینترنت در کشور از نگرانی های بزرگ برگزاری کنفرانس های تصویری است. </a:t>
              </a:r>
              <a:endParaRPr lang="fa-IR" sz="1400" dirty="0">
                <a:cs typeface="B Titr" panose="00000700000000000000" pitchFamily="2" charset="-78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11188" y="2495798"/>
              <a:ext cx="205263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/>
              <a:r>
                <a:rPr lang="fa-IR" sz="1600" dirty="0">
                  <a:solidFill>
                    <a:schemeClr val="bg1"/>
                  </a:solidFill>
                  <a:cs typeface="B Titr" panose="00000700000000000000" pitchFamily="2" charset="-78"/>
                </a:rPr>
                <a:t>ارتباطات انسانی 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165852" y="2285002"/>
            <a:ext cx="2374383" cy="16882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 rtl="1"/>
            <a:r>
              <a:rPr lang="fa-IR" sz="1400" dirty="0">
                <a:cs typeface="B Titr" panose="00000700000000000000" pitchFamily="2" charset="-78"/>
              </a:rPr>
              <a:t>با توجه به پیشرفت روز افزون جوامع بشری ، گسترش ارتباطات همچنان به عنوان یک موضوع مهم در جهان امروز همواره در حال بروز رسانی و ارائه فناوری های روز در جهت گسترش و سهولت ارتباطات </a:t>
            </a:r>
            <a:r>
              <a:rPr lang="ar-SA" sz="1400" dirty="0">
                <a:cs typeface="B Titr" panose="00000700000000000000" pitchFamily="2" charset="-78"/>
              </a:rPr>
              <a:t>کنفرانس نرم افزاری از معدود سیستم </a:t>
            </a:r>
            <a:r>
              <a:rPr lang="ar-SA" sz="1400" dirty="0" smtClean="0">
                <a:cs typeface="B Titr" panose="00000700000000000000" pitchFamily="2" charset="-78"/>
              </a:rPr>
              <a:t>هایی</a:t>
            </a:r>
            <a:r>
              <a:rPr lang="fa-IR" sz="1400" dirty="0" smtClean="0">
                <a:cs typeface="B Titr" panose="00000700000000000000" pitchFamily="2" charset="-78"/>
              </a:rPr>
              <a:t> است که با توجه</a:t>
            </a:r>
            <a:endParaRPr lang="fa-IR" sz="1400" dirty="0">
              <a:cs typeface="B Titr" panose="00000700000000000000" pitchFamily="2" charset="-78"/>
            </a:endParaRPr>
          </a:p>
        </p:txBody>
      </p:sp>
      <p:sp>
        <p:nvSpPr>
          <p:cNvPr id="50" name="Title 63"/>
          <p:cNvSpPr>
            <a:spLocks noGrp="1"/>
          </p:cNvSpPr>
          <p:nvPr>
            <p:ph type="title"/>
          </p:nvPr>
        </p:nvSpPr>
        <p:spPr>
          <a:xfrm>
            <a:off x="611189" y="214702"/>
            <a:ext cx="3887788" cy="593682"/>
          </a:xfrm>
        </p:spPr>
        <p:txBody>
          <a:bodyPr/>
          <a:lstStyle/>
          <a:p>
            <a:r>
              <a:rPr lang="fa-IR" sz="2000" dirty="0">
                <a:cs typeface="B Titr" panose="00000700000000000000" pitchFamily="2" charset="-78"/>
              </a:rPr>
              <a:t>موضوعات قابل ارائه </a:t>
            </a:r>
            <a:r>
              <a:rPr lang="fa-IR" sz="2000" dirty="0" smtClean="0">
                <a:cs typeface="B Titr" panose="00000700000000000000" pitchFamily="2" charset="-78"/>
              </a:rPr>
              <a:t>درمورد </a:t>
            </a:r>
            <a:r>
              <a:rPr lang="fa-IR" sz="2000" dirty="0">
                <a:cs typeface="B Titr" panose="00000700000000000000" pitchFamily="2" charset="-78"/>
              </a:rPr>
              <a:t>ویدئو کنفرانس</a:t>
            </a:r>
            <a:endParaRPr lang="en-US" sz="2000" dirty="0"/>
          </a:p>
        </p:txBody>
      </p:sp>
      <p:sp>
        <p:nvSpPr>
          <p:cNvPr id="51" name="Text Placeholder 64"/>
          <p:cNvSpPr>
            <a:spLocks noGrp="1"/>
          </p:cNvSpPr>
          <p:nvPr>
            <p:ph type="body" sz="quarter" idx="13"/>
          </p:nvPr>
        </p:nvSpPr>
        <p:spPr>
          <a:xfrm>
            <a:off x="731838" y="808780"/>
            <a:ext cx="3767138" cy="360892"/>
          </a:xfrm>
        </p:spPr>
        <p:txBody>
          <a:bodyPr/>
          <a:lstStyle/>
          <a:p>
            <a:pPr algn="r"/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</a:t>
            </a:r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 </a:t>
            </a:r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52" name="Title 63"/>
          <p:cNvSpPr txBox="1">
            <a:spLocks/>
          </p:cNvSpPr>
          <p:nvPr/>
        </p:nvSpPr>
        <p:spPr>
          <a:xfrm>
            <a:off x="6378576" y="1535257"/>
            <a:ext cx="2154236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20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sz="2600" dirty="0" smtClean="0">
                <a:solidFill>
                  <a:schemeClr val="bg1"/>
                </a:solidFill>
                <a:cs typeface="B Titr" panose="00000700000000000000" pitchFamily="2" charset="-78"/>
              </a:rPr>
              <a:t>ارتباطات انسانی 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28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1470"/>
          <p:cNvSpPr>
            <a:spLocks noEditPoints="1"/>
          </p:cNvSpPr>
          <p:nvPr/>
        </p:nvSpPr>
        <p:spPr bwMode="auto">
          <a:xfrm>
            <a:off x="2667001" y="2257425"/>
            <a:ext cx="3810000" cy="3810000"/>
          </a:xfrm>
          <a:custGeom>
            <a:avLst/>
            <a:gdLst>
              <a:gd name="T0" fmla="*/ 600 w 1200"/>
              <a:gd name="T1" fmla="*/ 1200 h 1200"/>
              <a:gd name="T2" fmla="*/ 0 w 1200"/>
              <a:gd name="T3" fmla="*/ 600 h 1200"/>
              <a:gd name="T4" fmla="*/ 600 w 1200"/>
              <a:gd name="T5" fmla="*/ 0 h 1200"/>
              <a:gd name="T6" fmla="*/ 1200 w 1200"/>
              <a:gd name="T7" fmla="*/ 600 h 1200"/>
              <a:gd name="T8" fmla="*/ 600 w 1200"/>
              <a:gd name="T9" fmla="*/ 1200 h 1200"/>
              <a:gd name="T10" fmla="*/ 600 w 1200"/>
              <a:gd name="T11" fmla="*/ 48 h 1200"/>
              <a:gd name="T12" fmla="*/ 48 w 1200"/>
              <a:gd name="T13" fmla="*/ 600 h 1200"/>
              <a:gd name="T14" fmla="*/ 600 w 1200"/>
              <a:gd name="T15" fmla="*/ 1152 h 1200"/>
              <a:gd name="T16" fmla="*/ 1152 w 1200"/>
              <a:gd name="T17" fmla="*/ 600 h 1200"/>
              <a:gd name="T18" fmla="*/ 600 w 1200"/>
              <a:gd name="T19" fmla="*/ 48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00" h="1200">
                <a:moveTo>
                  <a:pt x="600" y="1200"/>
                </a:moveTo>
                <a:cubicBezTo>
                  <a:pt x="269" y="1200"/>
                  <a:pt x="0" y="931"/>
                  <a:pt x="0" y="600"/>
                </a:cubicBezTo>
                <a:cubicBezTo>
                  <a:pt x="0" y="269"/>
                  <a:pt x="269" y="0"/>
                  <a:pt x="600" y="0"/>
                </a:cubicBezTo>
                <a:cubicBezTo>
                  <a:pt x="931" y="0"/>
                  <a:pt x="1200" y="269"/>
                  <a:pt x="1200" y="600"/>
                </a:cubicBezTo>
                <a:cubicBezTo>
                  <a:pt x="1200" y="931"/>
                  <a:pt x="931" y="1200"/>
                  <a:pt x="600" y="1200"/>
                </a:cubicBezTo>
                <a:close/>
                <a:moveTo>
                  <a:pt x="600" y="48"/>
                </a:moveTo>
                <a:cubicBezTo>
                  <a:pt x="295" y="48"/>
                  <a:pt x="48" y="296"/>
                  <a:pt x="48" y="600"/>
                </a:cubicBezTo>
                <a:cubicBezTo>
                  <a:pt x="48" y="905"/>
                  <a:pt x="295" y="1152"/>
                  <a:pt x="600" y="1152"/>
                </a:cubicBezTo>
                <a:cubicBezTo>
                  <a:pt x="905" y="1152"/>
                  <a:pt x="1152" y="905"/>
                  <a:pt x="1152" y="600"/>
                </a:cubicBezTo>
                <a:cubicBezTo>
                  <a:pt x="1152" y="296"/>
                  <a:pt x="905" y="48"/>
                  <a:pt x="600" y="48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98"/>
          <p:cNvSpPr>
            <a:spLocks/>
          </p:cNvSpPr>
          <p:nvPr/>
        </p:nvSpPr>
        <p:spPr bwMode="auto">
          <a:xfrm>
            <a:off x="3251201" y="2025650"/>
            <a:ext cx="2641600" cy="1304925"/>
          </a:xfrm>
          <a:custGeom>
            <a:avLst/>
            <a:gdLst>
              <a:gd name="T0" fmla="*/ 416 w 832"/>
              <a:gd name="T1" fmla="*/ 0 h 411"/>
              <a:gd name="T2" fmla="*/ 831 w 832"/>
              <a:gd name="T3" fmla="*/ 371 h 411"/>
              <a:gd name="T4" fmla="*/ 825 w 832"/>
              <a:gd name="T5" fmla="*/ 387 h 411"/>
              <a:gd name="T6" fmla="*/ 808 w 832"/>
              <a:gd name="T7" fmla="*/ 389 h 411"/>
              <a:gd name="T8" fmla="*/ 637 w 832"/>
              <a:gd name="T9" fmla="*/ 355 h 411"/>
              <a:gd name="T10" fmla="*/ 427 w 832"/>
              <a:gd name="T11" fmla="*/ 408 h 411"/>
              <a:gd name="T12" fmla="*/ 405 w 832"/>
              <a:gd name="T13" fmla="*/ 408 h 411"/>
              <a:gd name="T14" fmla="*/ 195 w 832"/>
              <a:gd name="T15" fmla="*/ 355 h 411"/>
              <a:gd name="T16" fmla="*/ 24 w 832"/>
              <a:gd name="T17" fmla="*/ 389 h 411"/>
              <a:gd name="T18" fmla="*/ 7 w 832"/>
              <a:gd name="T19" fmla="*/ 387 h 411"/>
              <a:gd name="T20" fmla="*/ 1 w 832"/>
              <a:gd name="T21" fmla="*/ 371 h 411"/>
              <a:gd name="T22" fmla="*/ 416 w 832"/>
              <a:gd name="T23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832" h="411">
                <a:moveTo>
                  <a:pt x="416" y="0"/>
                </a:moveTo>
                <a:cubicBezTo>
                  <a:pt x="631" y="0"/>
                  <a:pt x="808" y="163"/>
                  <a:pt x="831" y="371"/>
                </a:cubicBezTo>
                <a:cubicBezTo>
                  <a:pt x="832" y="377"/>
                  <a:pt x="830" y="383"/>
                  <a:pt x="825" y="387"/>
                </a:cubicBezTo>
                <a:cubicBezTo>
                  <a:pt x="820" y="390"/>
                  <a:pt x="814" y="391"/>
                  <a:pt x="808" y="389"/>
                </a:cubicBezTo>
                <a:cubicBezTo>
                  <a:pt x="755" y="367"/>
                  <a:pt x="698" y="355"/>
                  <a:pt x="637" y="355"/>
                </a:cubicBezTo>
                <a:cubicBezTo>
                  <a:pt x="561" y="355"/>
                  <a:pt x="489" y="374"/>
                  <a:pt x="427" y="408"/>
                </a:cubicBezTo>
                <a:cubicBezTo>
                  <a:pt x="420" y="411"/>
                  <a:pt x="412" y="411"/>
                  <a:pt x="405" y="408"/>
                </a:cubicBezTo>
                <a:cubicBezTo>
                  <a:pt x="343" y="374"/>
                  <a:pt x="271" y="355"/>
                  <a:pt x="195" y="355"/>
                </a:cubicBezTo>
                <a:cubicBezTo>
                  <a:pt x="134" y="355"/>
                  <a:pt x="77" y="367"/>
                  <a:pt x="24" y="389"/>
                </a:cubicBezTo>
                <a:cubicBezTo>
                  <a:pt x="18" y="391"/>
                  <a:pt x="12" y="390"/>
                  <a:pt x="7" y="387"/>
                </a:cubicBezTo>
                <a:cubicBezTo>
                  <a:pt x="2" y="383"/>
                  <a:pt x="0" y="377"/>
                  <a:pt x="1" y="371"/>
                </a:cubicBezTo>
                <a:cubicBezTo>
                  <a:pt x="24" y="163"/>
                  <a:pt x="201" y="0"/>
                  <a:pt x="4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99"/>
          <p:cNvSpPr>
            <a:spLocks/>
          </p:cNvSpPr>
          <p:nvPr/>
        </p:nvSpPr>
        <p:spPr bwMode="auto">
          <a:xfrm>
            <a:off x="2543176" y="3486150"/>
            <a:ext cx="1892300" cy="2409825"/>
          </a:xfrm>
          <a:custGeom>
            <a:avLst/>
            <a:gdLst>
              <a:gd name="T0" fmla="*/ 418 w 596"/>
              <a:gd name="T1" fmla="*/ 759 h 759"/>
              <a:gd name="T2" fmla="*/ 0 w 596"/>
              <a:gd name="T3" fmla="*/ 341 h 759"/>
              <a:gd name="T4" fmla="*/ 170 w 596"/>
              <a:gd name="T5" fmla="*/ 5 h 759"/>
              <a:gd name="T6" fmla="*/ 187 w 596"/>
              <a:gd name="T7" fmla="*/ 3 h 759"/>
              <a:gd name="T8" fmla="*/ 197 w 596"/>
              <a:gd name="T9" fmla="*/ 16 h 759"/>
              <a:gd name="T10" fmla="*/ 404 w 596"/>
              <a:gd name="T11" fmla="*/ 336 h 759"/>
              <a:gd name="T12" fmla="*/ 415 w 596"/>
              <a:gd name="T13" fmla="*/ 355 h 759"/>
              <a:gd name="T14" fmla="*/ 589 w 596"/>
              <a:gd name="T15" fmla="*/ 695 h 759"/>
              <a:gd name="T16" fmla="*/ 596 w 596"/>
              <a:gd name="T17" fmla="*/ 710 h 759"/>
              <a:gd name="T18" fmla="*/ 585 w 596"/>
              <a:gd name="T19" fmla="*/ 724 h 759"/>
              <a:gd name="T20" fmla="*/ 418 w 596"/>
              <a:gd name="T21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759">
                <a:moveTo>
                  <a:pt x="418" y="759"/>
                </a:moveTo>
                <a:cubicBezTo>
                  <a:pt x="187" y="759"/>
                  <a:pt x="0" y="571"/>
                  <a:pt x="0" y="341"/>
                </a:cubicBezTo>
                <a:cubicBezTo>
                  <a:pt x="0" y="203"/>
                  <a:pt x="67" y="81"/>
                  <a:pt x="170" y="5"/>
                </a:cubicBezTo>
                <a:cubicBezTo>
                  <a:pt x="175" y="1"/>
                  <a:pt x="181" y="0"/>
                  <a:pt x="187" y="3"/>
                </a:cubicBezTo>
                <a:cubicBezTo>
                  <a:pt x="192" y="5"/>
                  <a:pt x="196" y="10"/>
                  <a:pt x="197" y="16"/>
                </a:cubicBezTo>
                <a:cubicBezTo>
                  <a:pt x="215" y="151"/>
                  <a:pt x="293" y="267"/>
                  <a:pt x="404" y="336"/>
                </a:cubicBezTo>
                <a:cubicBezTo>
                  <a:pt x="410" y="340"/>
                  <a:pt x="414" y="347"/>
                  <a:pt x="415" y="355"/>
                </a:cubicBezTo>
                <a:cubicBezTo>
                  <a:pt x="419" y="493"/>
                  <a:pt x="486" y="616"/>
                  <a:pt x="589" y="695"/>
                </a:cubicBezTo>
                <a:cubicBezTo>
                  <a:pt x="594" y="698"/>
                  <a:pt x="596" y="704"/>
                  <a:pt x="596" y="710"/>
                </a:cubicBezTo>
                <a:cubicBezTo>
                  <a:pt x="595" y="716"/>
                  <a:pt x="591" y="721"/>
                  <a:pt x="585" y="724"/>
                </a:cubicBezTo>
                <a:cubicBezTo>
                  <a:pt x="534" y="746"/>
                  <a:pt x="477" y="759"/>
                  <a:pt x="418" y="7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100"/>
          <p:cNvSpPr>
            <a:spLocks/>
          </p:cNvSpPr>
          <p:nvPr/>
        </p:nvSpPr>
        <p:spPr bwMode="auto">
          <a:xfrm>
            <a:off x="4708526" y="3486150"/>
            <a:ext cx="1892300" cy="2409825"/>
          </a:xfrm>
          <a:custGeom>
            <a:avLst/>
            <a:gdLst>
              <a:gd name="T0" fmla="*/ 178 w 596"/>
              <a:gd name="T1" fmla="*/ 759 h 759"/>
              <a:gd name="T2" fmla="*/ 11 w 596"/>
              <a:gd name="T3" fmla="*/ 724 h 759"/>
              <a:gd name="T4" fmla="*/ 0 w 596"/>
              <a:gd name="T5" fmla="*/ 710 h 759"/>
              <a:gd name="T6" fmla="*/ 7 w 596"/>
              <a:gd name="T7" fmla="*/ 695 h 759"/>
              <a:gd name="T8" fmla="*/ 181 w 596"/>
              <a:gd name="T9" fmla="*/ 355 h 759"/>
              <a:gd name="T10" fmla="*/ 192 w 596"/>
              <a:gd name="T11" fmla="*/ 336 h 759"/>
              <a:gd name="T12" fmla="*/ 399 w 596"/>
              <a:gd name="T13" fmla="*/ 16 h 759"/>
              <a:gd name="T14" fmla="*/ 409 w 596"/>
              <a:gd name="T15" fmla="*/ 3 h 759"/>
              <a:gd name="T16" fmla="*/ 426 w 596"/>
              <a:gd name="T17" fmla="*/ 4 h 759"/>
              <a:gd name="T18" fmla="*/ 596 w 596"/>
              <a:gd name="T19" fmla="*/ 341 h 759"/>
              <a:gd name="T20" fmla="*/ 178 w 596"/>
              <a:gd name="T21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759">
                <a:moveTo>
                  <a:pt x="178" y="759"/>
                </a:moveTo>
                <a:cubicBezTo>
                  <a:pt x="119" y="759"/>
                  <a:pt x="62" y="746"/>
                  <a:pt x="11" y="724"/>
                </a:cubicBezTo>
                <a:cubicBezTo>
                  <a:pt x="5" y="721"/>
                  <a:pt x="1" y="716"/>
                  <a:pt x="0" y="710"/>
                </a:cubicBezTo>
                <a:cubicBezTo>
                  <a:pt x="0" y="704"/>
                  <a:pt x="2" y="698"/>
                  <a:pt x="7" y="695"/>
                </a:cubicBezTo>
                <a:cubicBezTo>
                  <a:pt x="110" y="616"/>
                  <a:pt x="177" y="493"/>
                  <a:pt x="181" y="355"/>
                </a:cubicBezTo>
                <a:cubicBezTo>
                  <a:pt x="182" y="347"/>
                  <a:pt x="186" y="340"/>
                  <a:pt x="192" y="336"/>
                </a:cubicBezTo>
                <a:cubicBezTo>
                  <a:pt x="303" y="267"/>
                  <a:pt x="381" y="151"/>
                  <a:pt x="399" y="16"/>
                </a:cubicBezTo>
                <a:cubicBezTo>
                  <a:pt x="400" y="10"/>
                  <a:pt x="404" y="5"/>
                  <a:pt x="409" y="3"/>
                </a:cubicBezTo>
                <a:cubicBezTo>
                  <a:pt x="415" y="0"/>
                  <a:pt x="421" y="1"/>
                  <a:pt x="426" y="4"/>
                </a:cubicBezTo>
                <a:cubicBezTo>
                  <a:pt x="529" y="81"/>
                  <a:pt x="596" y="203"/>
                  <a:pt x="596" y="341"/>
                </a:cubicBezTo>
                <a:cubicBezTo>
                  <a:pt x="596" y="571"/>
                  <a:pt x="409" y="759"/>
                  <a:pt x="178" y="75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1471"/>
          <p:cNvSpPr>
            <a:spLocks/>
          </p:cNvSpPr>
          <p:nvPr/>
        </p:nvSpPr>
        <p:spPr bwMode="auto">
          <a:xfrm>
            <a:off x="4708526" y="3241675"/>
            <a:ext cx="1190625" cy="1190625"/>
          </a:xfrm>
          <a:custGeom>
            <a:avLst/>
            <a:gdLst>
              <a:gd name="T0" fmla="*/ 205 w 375"/>
              <a:gd name="T1" fmla="*/ 371 h 375"/>
              <a:gd name="T2" fmla="*/ 188 w 375"/>
              <a:gd name="T3" fmla="*/ 373 h 375"/>
              <a:gd name="T4" fmla="*/ 178 w 375"/>
              <a:gd name="T5" fmla="*/ 360 h 375"/>
              <a:gd name="T6" fmla="*/ 7 w 375"/>
              <a:gd name="T7" fmla="*/ 64 h 375"/>
              <a:gd name="T8" fmla="*/ 0 w 375"/>
              <a:gd name="T9" fmla="*/ 49 h 375"/>
              <a:gd name="T10" fmla="*/ 11 w 375"/>
              <a:gd name="T11" fmla="*/ 35 h 375"/>
              <a:gd name="T12" fmla="*/ 178 w 375"/>
              <a:gd name="T13" fmla="*/ 0 h 375"/>
              <a:gd name="T14" fmla="*/ 361 w 375"/>
              <a:gd name="T15" fmla="*/ 42 h 375"/>
              <a:gd name="T16" fmla="*/ 374 w 375"/>
              <a:gd name="T17" fmla="*/ 64 h 375"/>
              <a:gd name="T18" fmla="*/ 205 w 375"/>
              <a:gd name="T19" fmla="*/ 371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5" h="375">
                <a:moveTo>
                  <a:pt x="205" y="371"/>
                </a:moveTo>
                <a:cubicBezTo>
                  <a:pt x="200" y="375"/>
                  <a:pt x="194" y="375"/>
                  <a:pt x="188" y="373"/>
                </a:cubicBezTo>
                <a:cubicBezTo>
                  <a:pt x="183" y="371"/>
                  <a:pt x="179" y="365"/>
                  <a:pt x="178" y="360"/>
                </a:cubicBezTo>
                <a:cubicBezTo>
                  <a:pt x="162" y="240"/>
                  <a:pt x="99" y="135"/>
                  <a:pt x="7" y="64"/>
                </a:cubicBezTo>
                <a:cubicBezTo>
                  <a:pt x="2" y="60"/>
                  <a:pt x="0" y="55"/>
                  <a:pt x="0" y="49"/>
                </a:cubicBezTo>
                <a:cubicBezTo>
                  <a:pt x="1" y="43"/>
                  <a:pt x="5" y="38"/>
                  <a:pt x="11" y="35"/>
                </a:cubicBezTo>
                <a:cubicBezTo>
                  <a:pt x="62" y="12"/>
                  <a:pt x="119" y="0"/>
                  <a:pt x="178" y="0"/>
                </a:cubicBezTo>
                <a:cubicBezTo>
                  <a:pt x="244" y="0"/>
                  <a:pt x="306" y="15"/>
                  <a:pt x="361" y="42"/>
                </a:cubicBezTo>
                <a:cubicBezTo>
                  <a:pt x="370" y="46"/>
                  <a:pt x="375" y="55"/>
                  <a:pt x="374" y="64"/>
                </a:cubicBezTo>
                <a:cubicBezTo>
                  <a:pt x="365" y="190"/>
                  <a:pt x="301" y="300"/>
                  <a:pt x="205" y="3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1472"/>
          <p:cNvSpPr>
            <a:spLocks/>
          </p:cNvSpPr>
          <p:nvPr/>
        </p:nvSpPr>
        <p:spPr bwMode="auto">
          <a:xfrm>
            <a:off x="3244851" y="3241675"/>
            <a:ext cx="1190625" cy="1190625"/>
          </a:xfrm>
          <a:custGeom>
            <a:avLst/>
            <a:gdLst>
              <a:gd name="T0" fmla="*/ 1 w 375"/>
              <a:gd name="T1" fmla="*/ 64 h 375"/>
              <a:gd name="T2" fmla="*/ 14 w 375"/>
              <a:gd name="T3" fmla="*/ 42 h 375"/>
              <a:gd name="T4" fmla="*/ 197 w 375"/>
              <a:gd name="T5" fmla="*/ 0 h 375"/>
              <a:gd name="T6" fmla="*/ 364 w 375"/>
              <a:gd name="T7" fmla="*/ 35 h 375"/>
              <a:gd name="T8" fmla="*/ 375 w 375"/>
              <a:gd name="T9" fmla="*/ 49 h 375"/>
              <a:gd name="T10" fmla="*/ 368 w 375"/>
              <a:gd name="T11" fmla="*/ 64 h 375"/>
              <a:gd name="T12" fmla="*/ 197 w 375"/>
              <a:gd name="T13" fmla="*/ 360 h 375"/>
              <a:gd name="T14" fmla="*/ 187 w 375"/>
              <a:gd name="T15" fmla="*/ 373 h 375"/>
              <a:gd name="T16" fmla="*/ 170 w 375"/>
              <a:gd name="T17" fmla="*/ 371 h 375"/>
              <a:gd name="T18" fmla="*/ 1 w 375"/>
              <a:gd name="T19" fmla="*/ 64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75" h="375">
                <a:moveTo>
                  <a:pt x="1" y="64"/>
                </a:moveTo>
                <a:cubicBezTo>
                  <a:pt x="0" y="55"/>
                  <a:pt x="5" y="46"/>
                  <a:pt x="14" y="42"/>
                </a:cubicBezTo>
                <a:cubicBezTo>
                  <a:pt x="69" y="15"/>
                  <a:pt x="131" y="0"/>
                  <a:pt x="197" y="0"/>
                </a:cubicBezTo>
                <a:cubicBezTo>
                  <a:pt x="256" y="0"/>
                  <a:pt x="313" y="12"/>
                  <a:pt x="364" y="35"/>
                </a:cubicBezTo>
                <a:cubicBezTo>
                  <a:pt x="370" y="38"/>
                  <a:pt x="374" y="43"/>
                  <a:pt x="375" y="49"/>
                </a:cubicBezTo>
                <a:cubicBezTo>
                  <a:pt x="375" y="55"/>
                  <a:pt x="373" y="60"/>
                  <a:pt x="368" y="64"/>
                </a:cubicBezTo>
                <a:cubicBezTo>
                  <a:pt x="276" y="135"/>
                  <a:pt x="213" y="240"/>
                  <a:pt x="197" y="360"/>
                </a:cubicBezTo>
                <a:cubicBezTo>
                  <a:pt x="196" y="365"/>
                  <a:pt x="192" y="371"/>
                  <a:pt x="187" y="373"/>
                </a:cubicBezTo>
                <a:cubicBezTo>
                  <a:pt x="181" y="375"/>
                  <a:pt x="175" y="375"/>
                  <a:pt x="170" y="371"/>
                </a:cubicBezTo>
                <a:cubicBezTo>
                  <a:pt x="74" y="300"/>
                  <a:pt x="10" y="190"/>
                  <a:pt x="1" y="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473"/>
          <p:cNvSpPr>
            <a:spLocks/>
          </p:cNvSpPr>
          <p:nvPr/>
        </p:nvSpPr>
        <p:spPr bwMode="auto">
          <a:xfrm>
            <a:off x="3952876" y="4651375"/>
            <a:ext cx="1238250" cy="1031875"/>
          </a:xfrm>
          <a:custGeom>
            <a:avLst/>
            <a:gdLst>
              <a:gd name="T0" fmla="*/ 366 w 390"/>
              <a:gd name="T1" fmla="*/ 3 h 325"/>
              <a:gd name="T2" fmla="*/ 382 w 390"/>
              <a:gd name="T3" fmla="*/ 5 h 325"/>
              <a:gd name="T4" fmla="*/ 389 w 390"/>
              <a:gd name="T5" fmla="*/ 20 h 325"/>
              <a:gd name="T6" fmla="*/ 208 w 390"/>
              <a:gd name="T7" fmla="*/ 320 h 325"/>
              <a:gd name="T8" fmla="*/ 182 w 390"/>
              <a:gd name="T9" fmla="*/ 320 h 325"/>
              <a:gd name="T10" fmla="*/ 1 w 390"/>
              <a:gd name="T11" fmla="*/ 20 h 325"/>
              <a:gd name="T12" fmla="*/ 8 w 390"/>
              <a:gd name="T13" fmla="*/ 5 h 325"/>
              <a:gd name="T14" fmla="*/ 24 w 390"/>
              <a:gd name="T15" fmla="*/ 3 h 325"/>
              <a:gd name="T16" fmla="*/ 195 w 390"/>
              <a:gd name="T17" fmla="*/ 37 h 325"/>
              <a:gd name="T18" fmla="*/ 366 w 390"/>
              <a:gd name="T19" fmla="*/ 3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90" h="325">
                <a:moveTo>
                  <a:pt x="366" y="3"/>
                </a:moveTo>
                <a:cubicBezTo>
                  <a:pt x="371" y="0"/>
                  <a:pt x="378" y="1"/>
                  <a:pt x="382" y="5"/>
                </a:cubicBezTo>
                <a:cubicBezTo>
                  <a:pt x="387" y="8"/>
                  <a:pt x="390" y="14"/>
                  <a:pt x="389" y="20"/>
                </a:cubicBezTo>
                <a:cubicBezTo>
                  <a:pt x="375" y="145"/>
                  <a:pt x="307" y="253"/>
                  <a:pt x="208" y="320"/>
                </a:cubicBezTo>
                <a:cubicBezTo>
                  <a:pt x="200" y="325"/>
                  <a:pt x="190" y="325"/>
                  <a:pt x="182" y="320"/>
                </a:cubicBezTo>
                <a:cubicBezTo>
                  <a:pt x="83" y="253"/>
                  <a:pt x="15" y="145"/>
                  <a:pt x="1" y="20"/>
                </a:cubicBezTo>
                <a:cubicBezTo>
                  <a:pt x="0" y="14"/>
                  <a:pt x="3" y="8"/>
                  <a:pt x="8" y="5"/>
                </a:cubicBezTo>
                <a:cubicBezTo>
                  <a:pt x="12" y="1"/>
                  <a:pt x="19" y="0"/>
                  <a:pt x="24" y="3"/>
                </a:cubicBezTo>
                <a:cubicBezTo>
                  <a:pt x="77" y="24"/>
                  <a:pt x="135" y="37"/>
                  <a:pt x="195" y="37"/>
                </a:cubicBezTo>
                <a:cubicBezTo>
                  <a:pt x="255" y="37"/>
                  <a:pt x="313" y="24"/>
                  <a:pt x="366" y="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dirty="0">
                <a:cs typeface="B Titr" panose="00000700000000000000" pitchFamily="2" charset="-78"/>
              </a:rPr>
              <a:t>موضوعات قابل ارائه درمورد ویدئو کنفرانس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6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13362" y="808384"/>
            <a:ext cx="2475677" cy="360892"/>
          </a:xfrm>
        </p:spPr>
        <p:txBody>
          <a:bodyPr/>
          <a:lstStyle/>
          <a:p>
            <a:pPr algn="r"/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7" name="Freeform 273"/>
          <p:cNvSpPr>
            <a:spLocks noEditPoints="1"/>
          </p:cNvSpPr>
          <p:nvPr/>
        </p:nvSpPr>
        <p:spPr bwMode="auto">
          <a:xfrm>
            <a:off x="611188" y="1798657"/>
            <a:ext cx="292100" cy="422275"/>
          </a:xfrm>
          <a:custGeom>
            <a:avLst/>
            <a:gdLst>
              <a:gd name="T0" fmla="*/ 46 w 92"/>
              <a:gd name="T1" fmla="*/ 19 h 133"/>
              <a:gd name="T2" fmla="*/ 48 w 92"/>
              <a:gd name="T3" fmla="*/ 16 h 133"/>
              <a:gd name="T4" fmla="*/ 46 w 92"/>
              <a:gd name="T5" fmla="*/ 14 h 133"/>
              <a:gd name="T6" fmla="*/ 14 w 92"/>
              <a:gd name="T7" fmla="*/ 46 h 133"/>
              <a:gd name="T8" fmla="*/ 16 w 92"/>
              <a:gd name="T9" fmla="*/ 48 h 133"/>
              <a:gd name="T10" fmla="*/ 19 w 92"/>
              <a:gd name="T11" fmla="*/ 46 h 133"/>
              <a:gd name="T12" fmla="*/ 46 w 92"/>
              <a:gd name="T13" fmla="*/ 19 h 133"/>
              <a:gd name="T14" fmla="*/ 26 w 92"/>
              <a:gd name="T15" fmla="*/ 115 h 133"/>
              <a:gd name="T16" fmla="*/ 27 w 92"/>
              <a:gd name="T17" fmla="*/ 122 h 133"/>
              <a:gd name="T18" fmla="*/ 34 w 92"/>
              <a:gd name="T19" fmla="*/ 126 h 133"/>
              <a:gd name="T20" fmla="*/ 34 w 92"/>
              <a:gd name="T21" fmla="*/ 130 h 133"/>
              <a:gd name="T22" fmla="*/ 46 w 92"/>
              <a:gd name="T23" fmla="*/ 133 h 133"/>
              <a:gd name="T24" fmla="*/ 57 w 92"/>
              <a:gd name="T25" fmla="*/ 130 h 133"/>
              <a:gd name="T26" fmla="*/ 58 w 92"/>
              <a:gd name="T27" fmla="*/ 126 h 133"/>
              <a:gd name="T28" fmla="*/ 64 w 92"/>
              <a:gd name="T29" fmla="*/ 122 h 133"/>
              <a:gd name="T30" fmla="*/ 65 w 92"/>
              <a:gd name="T31" fmla="*/ 115 h 133"/>
              <a:gd name="T32" fmla="*/ 46 w 92"/>
              <a:gd name="T33" fmla="*/ 118 h 133"/>
              <a:gd name="T34" fmla="*/ 26 w 92"/>
              <a:gd name="T35" fmla="*/ 115 h 133"/>
              <a:gd name="T36" fmla="*/ 25 w 92"/>
              <a:gd name="T37" fmla="*/ 102 h 133"/>
              <a:gd name="T38" fmla="*/ 26 w 92"/>
              <a:gd name="T39" fmla="*/ 109 h 133"/>
              <a:gd name="T40" fmla="*/ 46 w 92"/>
              <a:gd name="T41" fmla="*/ 113 h 133"/>
              <a:gd name="T42" fmla="*/ 66 w 92"/>
              <a:gd name="T43" fmla="*/ 109 h 133"/>
              <a:gd name="T44" fmla="*/ 67 w 92"/>
              <a:gd name="T45" fmla="*/ 102 h 133"/>
              <a:gd name="T46" fmla="*/ 46 w 92"/>
              <a:gd name="T47" fmla="*/ 106 h 133"/>
              <a:gd name="T48" fmla="*/ 25 w 92"/>
              <a:gd name="T49" fmla="*/ 102 h 133"/>
              <a:gd name="T50" fmla="*/ 46 w 92"/>
              <a:gd name="T51" fmla="*/ 0 h 133"/>
              <a:gd name="T52" fmla="*/ 0 w 92"/>
              <a:gd name="T53" fmla="*/ 46 h 133"/>
              <a:gd name="T54" fmla="*/ 22 w 92"/>
              <a:gd name="T55" fmla="*/ 85 h 133"/>
              <a:gd name="T56" fmla="*/ 24 w 92"/>
              <a:gd name="T57" fmla="*/ 96 h 133"/>
              <a:gd name="T58" fmla="*/ 46 w 92"/>
              <a:gd name="T59" fmla="*/ 101 h 133"/>
              <a:gd name="T60" fmla="*/ 68 w 92"/>
              <a:gd name="T61" fmla="*/ 96 h 133"/>
              <a:gd name="T62" fmla="*/ 69 w 92"/>
              <a:gd name="T63" fmla="*/ 85 h 133"/>
              <a:gd name="T64" fmla="*/ 92 w 92"/>
              <a:gd name="T65" fmla="*/ 46 h 133"/>
              <a:gd name="T66" fmla="*/ 46 w 92"/>
              <a:gd name="T67" fmla="*/ 0 h 133"/>
              <a:gd name="T68" fmla="*/ 63 w 92"/>
              <a:gd name="T69" fmla="*/ 79 h 133"/>
              <a:gd name="T70" fmla="*/ 62 w 92"/>
              <a:gd name="T71" fmla="*/ 90 h 133"/>
              <a:gd name="T72" fmla="*/ 46 w 92"/>
              <a:gd name="T73" fmla="*/ 93 h 133"/>
              <a:gd name="T74" fmla="*/ 30 w 92"/>
              <a:gd name="T75" fmla="*/ 90 h 133"/>
              <a:gd name="T76" fmla="*/ 29 w 92"/>
              <a:gd name="T77" fmla="*/ 79 h 133"/>
              <a:gd name="T78" fmla="*/ 8 w 92"/>
              <a:gd name="T79" fmla="*/ 46 h 133"/>
              <a:gd name="T80" fmla="*/ 46 w 92"/>
              <a:gd name="T81" fmla="*/ 8 h 133"/>
              <a:gd name="T82" fmla="*/ 83 w 92"/>
              <a:gd name="T83" fmla="*/ 46 h 133"/>
              <a:gd name="T84" fmla="*/ 63 w 92"/>
              <a:gd name="T85" fmla="*/ 79 h 133"/>
              <a:gd name="T86" fmla="*/ 56 w 92"/>
              <a:gd name="T87" fmla="*/ 63 h 133"/>
              <a:gd name="T88" fmla="*/ 46 w 92"/>
              <a:gd name="T89" fmla="*/ 44 h 133"/>
              <a:gd name="T90" fmla="*/ 36 w 92"/>
              <a:gd name="T91" fmla="*/ 63 h 133"/>
              <a:gd name="T92" fmla="*/ 31 w 92"/>
              <a:gd name="T93" fmla="*/ 54 h 133"/>
              <a:gd name="T94" fmla="*/ 25 w 92"/>
              <a:gd name="T95" fmla="*/ 57 h 133"/>
              <a:gd name="T96" fmla="*/ 35 w 92"/>
              <a:gd name="T97" fmla="*/ 78 h 133"/>
              <a:gd name="T98" fmla="*/ 46 w 92"/>
              <a:gd name="T99" fmla="*/ 59 h 133"/>
              <a:gd name="T100" fmla="*/ 56 w 92"/>
              <a:gd name="T101" fmla="*/ 78 h 133"/>
              <a:gd name="T102" fmla="*/ 67 w 92"/>
              <a:gd name="T103" fmla="*/ 57 h 133"/>
              <a:gd name="T104" fmla="*/ 60 w 92"/>
              <a:gd name="T105" fmla="*/ 54 h 133"/>
              <a:gd name="T106" fmla="*/ 56 w 92"/>
              <a:gd name="T107" fmla="*/ 6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2" h="133">
                <a:moveTo>
                  <a:pt x="46" y="19"/>
                </a:moveTo>
                <a:cubicBezTo>
                  <a:pt x="47" y="19"/>
                  <a:pt x="48" y="18"/>
                  <a:pt x="48" y="16"/>
                </a:cubicBezTo>
                <a:cubicBezTo>
                  <a:pt x="48" y="15"/>
                  <a:pt x="47" y="14"/>
                  <a:pt x="46" y="14"/>
                </a:cubicBezTo>
                <a:cubicBezTo>
                  <a:pt x="28" y="14"/>
                  <a:pt x="14" y="28"/>
                  <a:pt x="14" y="46"/>
                </a:cubicBezTo>
                <a:cubicBezTo>
                  <a:pt x="14" y="47"/>
                  <a:pt x="15" y="48"/>
                  <a:pt x="16" y="48"/>
                </a:cubicBezTo>
                <a:cubicBezTo>
                  <a:pt x="18" y="48"/>
                  <a:pt x="19" y="47"/>
                  <a:pt x="19" y="46"/>
                </a:cubicBezTo>
                <a:cubicBezTo>
                  <a:pt x="19" y="31"/>
                  <a:pt x="31" y="19"/>
                  <a:pt x="46" y="19"/>
                </a:cubicBezTo>
                <a:close/>
                <a:moveTo>
                  <a:pt x="26" y="115"/>
                </a:moveTo>
                <a:cubicBezTo>
                  <a:pt x="27" y="122"/>
                  <a:pt x="27" y="122"/>
                  <a:pt x="27" y="122"/>
                </a:cubicBezTo>
                <a:cubicBezTo>
                  <a:pt x="27" y="122"/>
                  <a:pt x="29" y="124"/>
                  <a:pt x="34" y="126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0"/>
                  <a:pt x="37" y="133"/>
                  <a:pt x="46" y="133"/>
                </a:cubicBezTo>
                <a:cubicBezTo>
                  <a:pt x="55" y="133"/>
                  <a:pt x="57" y="130"/>
                  <a:pt x="57" y="130"/>
                </a:cubicBezTo>
                <a:cubicBezTo>
                  <a:pt x="58" y="126"/>
                  <a:pt x="58" y="126"/>
                  <a:pt x="58" y="126"/>
                </a:cubicBezTo>
                <a:cubicBezTo>
                  <a:pt x="63" y="124"/>
                  <a:pt x="64" y="122"/>
                  <a:pt x="64" y="122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59" y="117"/>
                  <a:pt x="53" y="118"/>
                  <a:pt x="46" y="118"/>
                </a:cubicBezTo>
                <a:cubicBezTo>
                  <a:pt x="39" y="118"/>
                  <a:pt x="32" y="117"/>
                  <a:pt x="26" y="115"/>
                </a:cubicBezTo>
                <a:close/>
                <a:moveTo>
                  <a:pt x="25" y="102"/>
                </a:moveTo>
                <a:cubicBezTo>
                  <a:pt x="26" y="109"/>
                  <a:pt x="26" y="109"/>
                  <a:pt x="26" y="109"/>
                </a:cubicBezTo>
                <a:cubicBezTo>
                  <a:pt x="32" y="111"/>
                  <a:pt x="38" y="113"/>
                  <a:pt x="46" y="113"/>
                </a:cubicBezTo>
                <a:cubicBezTo>
                  <a:pt x="53" y="113"/>
                  <a:pt x="60" y="111"/>
                  <a:pt x="66" y="109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1" y="105"/>
                  <a:pt x="53" y="106"/>
                  <a:pt x="46" y="106"/>
                </a:cubicBezTo>
                <a:cubicBezTo>
                  <a:pt x="38" y="106"/>
                  <a:pt x="31" y="105"/>
                  <a:pt x="25" y="102"/>
                </a:cubicBezTo>
                <a:close/>
                <a:moveTo>
                  <a:pt x="46" y="0"/>
                </a:moveTo>
                <a:cubicBezTo>
                  <a:pt x="21" y="0"/>
                  <a:pt x="0" y="20"/>
                  <a:pt x="0" y="46"/>
                </a:cubicBezTo>
                <a:cubicBezTo>
                  <a:pt x="0" y="62"/>
                  <a:pt x="9" y="77"/>
                  <a:pt x="22" y="85"/>
                </a:cubicBezTo>
                <a:cubicBezTo>
                  <a:pt x="24" y="96"/>
                  <a:pt x="24" y="96"/>
                  <a:pt x="24" y="96"/>
                </a:cubicBezTo>
                <a:cubicBezTo>
                  <a:pt x="30" y="99"/>
                  <a:pt x="38" y="101"/>
                  <a:pt x="46" y="101"/>
                </a:cubicBezTo>
                <a:cubicBezTo>
                  <a:pt x="54" y="101"/>
                  <a:pt x="61" y="99"/>
                  <a:pt x="68" y="96"/>
                </a:cubicBezTo>
                <a:cubicBezTo>
                  <a:pt x="69" y="85"/>
                  <a:pt x="69" y="85"/>
                  <a:pt x="69" y="85"/>
                </a:cubicBezTo>
                <a:cubicBezTo>
                  <a:pt x="83" y="77"/>
                  <a:pt x="92" y="62"/>
                  <a:pt x="92" y="46"/>
                </a:cubicBezTo>
                <a:cubicBezTo>
                  <a:pt x="92" y="20"/>
                  <a:pt x="71" y="0"/>
                  <a:pt x="46" y="0"/>
                </a:cubicBezTo>
                <a:close/>
                <a:moveTo>
                  <a:pt x="63" y="79"/>
                </a:moveTo>
                <a:cubicBezTo>
                  <a:pt x="62" y="90"/>
                  <a:pt x="62" y="90"/>
                  <a:pt x="62" y="90"/>
                </a:cubicBezTo>
                <a:cubicBezTo>
                  <a:pt x="62" y="90"/>
                  <a:pt x="57" y="93"/>
                  <a:pt x="46" y="93"/>
                </a:cubicBezTo>
                <a:cubicBezTo>
                  <a:pt x="34" y="93"/>
                  <a:pt x="30" y="90"/>
                  <a:pt x="30" y="90"/>
                </a:cubicBezTo>
                <a:cubicBezTo>
                  <a:pt x="29" y="79"/>
                  <a:pt x="29" y="79"/>
                  <a:pt x="29" y="79"/>
                </a:cubicBezTo>
                <a:cubicBezTo>
                  <a:pt x="17" y="73"/>
                  <a:pt x="8" y="60"/>
                  <a:pt x="8" y="46"/>
                </a:cubicBezTo>
                <a:cubicBezTo>
                  <a:pt x="8" y="25"/>
                  <a:pt x="25" y="8"/>
                  <a:pt x="46" y="8"/>
                </a:cubicBezTo>
                <a:cubicBezTo>
                  <a:pt x="67" y="8"/>
                  <a:pt x="83" y="25"/>
                  <a:pt x="83" y="46"/>
                </a:cubicBezTo>
                <a:cubicBezTo>
                  <a:pt x="83" y="60"/>
                  <a:pt x="75" y="73"/>
                  <a:pt x="63" y="79"/>
                </a:cubicBezTo>
                <a:close/>
                <a:moveTo>
                  <a:pt x="56" y="63"/>
                </a:moveTo>
                <a:cubicBezTo>
                  <a:pt x="46" y="44"/>
                  <a:pt x="46" y="44"/>
                  <a:pt x="46" y="44"/>
                </a:cubicBezTo>
                <a:cubicBezTo>
                  <a:pt x="36" y="63"/>
                  <a:pt x="36" y="63"/>
                  <a:pt x="36" y="63"/>
                </a:cubicBezTo>
                <a:cubicBezTo>
                  <a:pt x="31" y="54"/>
                  <a:pt x="31" y="54"/>
                  <a:pt x="31" y="54"/>
                </a:cubicBezTo>
                <a:cubicBezTo>
                  <a:pt x="25" y="57"/>
                  <a:pt x="25" y="57"/>
                  <a:pt x="25" y="57"/>
                </a:cubicBezTo>
                <a:cubicBezTo>
                  <a:pt x="35" y="78"/>
                  <a:pt x="35" y="78"/>
                  <a:pt x="35" y="78"/>
                </a:cubicBezTo>
                <a:cubicBezTo>
                  <a:pt x="46" y="59"/>
                  <a:pt x="46" y="59"/>
                  <a:pt x="46" y="59"/>
                </a:cubicBezTo>
                <a:cubicBezTo>
                  <a:pt x="56" y="78"/>
                  <a:pt x="56" y="78"/>
                  <a:pt x="56" y="78"/>
                </a:cubicBezTo>
                <a:cubicBezTo>
                  <a:pt x="67" y="57"/>
                  <a:pt x="67" y="57"/>
                  <a:pt x="67" y="57"/>
                </a:cubicBezTo>
                <a:cubicBezTo>
                  <a:pt x="60" y="54"/>
                  <a:pt x="60" y="54"/>
                  <a:pt x="60" y="54"/>
                </a:cubicBezTo>
                <a:lnTo>
                  <a:pt x="56" y="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274"/>
          <p:cNvSpPr>
            <a:spLocks noEditPoints="1"/>
          </p:cNvSpPr>
          <p:nvPr/>
        </p:nvSpPr>
        <p:spPr bwMode="auto">
          <a:xfrm>
            <a:off x="8112214" y="1595526"/>
            <a:ext cx="390525" cy="333375"/>
          </a:xfrm>
          <a:custGeom>
            <a:avLst/>
            <a:gdLst>
              <a:gd name="T0" fmla="*/ 5 w 123"/>
              <a:gd name="T1" fmla="*/ 100 h 105"/>
              <a:gd name="T2" fmla="*/ 10 w 123"/>
              <a:gd name="T3" fmla="*/ 105 h 105"/>
              <a:gd name="T4" fmla="*/ 32 w 123"/>
              <a:gd name="T5" fmla="*/ 105 h 105"/>
              <a:gd name="T6" fmla="*/ 32 w 123"/>
              <a:gd name="T7" fmla="*/ 57 h 105"/>
              <a:gd name="T8" fmla="*/ 5 w 123"/>
              <a:gd name="T9" fmla="*/ 84 h 105"/>
              <a:gd name="T10" fmla="*/ 5 w 123"/>
              <a:gd name="T11" fmla="*/ 100 h 105"/>
              <a:gd name="T12" fmla="*/ 43 w 123"/>
              <a:gd name="T13" fmla="*/ 68 h 105"/>
              <a:gd name="T14" fmla="*/ 43 w 123"/>
              <a:gd name="T15" fmla="*/ 105 h 105"/>
              <a:gd name="T16" fmla="*/ 71 w 123"/>
              <a:gd name="T17" fmla="*/ 105 h 105"/>
              <a:gd name="T18" fmla="*/ 71 w 123"/>
              <a:gd name="T19" fmla="*/ 72 h 105"/>
              <a:gd name="T20" fmla="*/ 59 w 123"/>
              <a:gd name="T21" fmla="*/ 84 h 105"/>
              <a:gd name="T22" fmla="*/ 43 w 123"/>
              <a:gd name="T23" fmla="*/ 68 h 105"/>
              <a:gd name="T24" fmla="*/ 82 w 123"/>
              <a:gd name="T25" fmla="*/ 61 h 105"/>
              <a:gd name="T26" fmla="*/ 82 w 123"/>
              <a:gd name="T27" fmla="*/ 105 h 105"/>
              <a:gd name="T28" fmla="*/ 104 w 123"/>
              <a:gd name="T29" fmla="*/ 105 h 105"/>
              <a:gd name="T30" fmla="*/ 109 w 123"/>
              <a:gd name="T31" fmla="*/ 100 h 105"/>
              <a:gd name="T32" fmla="*/ 109 w 123"/>
              <a:gd name="T33" fmla="*/ 33 h 105"/>
              <a:gd name="T34" fmla="*/ 85 w 123"/>
              <a:gd name="T35" fmla="*/ 57 h 105"/>
              <a:gd name="T36" fmla="*/ 82 w 123"/>
              <a:gd name="T37" fmla="*/ 61 h 105"/>
              <a:gd name="T38" fmla="*/ 98 w 123"/>
              <a:gd name="T39" fmla="*/ 2 h 105"/>
              <a:gd name="T40" fmla="*/ 94 w 123"/>
              <a:gd name="T41" fmla="*/ 8 h 105"/>
              <a:gd name="T42" fmla="*/ 99 w 123"/>
              <a:gd name="T43" fmla="*/ 12 h 105"/>
              <a:gd name="T44" fmla="*/ 104 w 123"/>
              <a:gd name="T45" fmla="*/ 12 h 105"/>
              <a:gd name="T46" fmla="*/ 59 w 123"/>
              <a:gd name="T47" fmla="*/ 57 h 105"/>
              <a:gd name="T48" fmla="*/ 32 w 123"/>
              <a:gd name="T49" fmla="*/ 30 h 105"/>
              <a:gd name="T50" fmla="*/ 2 w 123"/>
              <a:gd name="T51" fmla="*/ 61 h 105"/>
              <a:gd name="T52" fmla="*/ 2 w 123"/>
              <a:gd name="T53" fmla="*/ 68 h 105"/>
              <a:gd name="T54" fmla="*/ 8 w 123"/>
              <a:gd name="T55" fmla="*/ 68 h 105"/>
              <a:gd name="T56" fmla="*/ 32 w 123"/>
              <a:gd name="T57" fmla="*/ 44 h 105"/>
              <a:gd name="T58" fmla="*/ 59 w 123"/>
              <a:gd name="T59" fmla="*/ 71 h 105"/>
              <a:gd name="T60" fmla="*/ 111 w 123"/>
              <a:gd name="T61" fmla="*/ 19 h 105"/>
              <a:gd name="T62" fmla="*/ 111 w 123"/>
              <a:gd name="T63" fmla="*/ 24 h 105"/>
              <a:gd name="T64" fmla="*/ 115 w 123"/>
              <a:gd name="T65" fmla="*/ 29 h 105"/>
              <a:gd name="T66" fmla="*/ 116 w 123"/>
              <a:gd name="T67" fmla="*/ 29 h 105"/>
              <a:gd name="T68" fmla="*/ 121 w 123"/>
              <a:gd name="T69" fmla="*/ 25 h 105"/>
              <a:gd name="T70" fmla="*/ 123 w 123"/>
              <a:gd name="T71" fmla="*/ 0 h 105"/>
              <a:gd name="T72" fmla="*/ 98 w 123"/>
              <a:gd name="T73" fmla="*/ 2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3" h="105">
                <a:moveTo>
                  <a:pt x="5" y="100"/>
                </a:moveTo>
                <a:cubicBezTo>
                  <a:pt x="5" y="102"/>
                  <a:pt x="7" y="105"/>
                  <a:pt x="10" y="105"/>
                </a:cubicBezTo>
                <a:cubicBezTo>
                  <a:pt x="32" y="105"/>
                  <a:pt x="32" y="105"/>
                  <a:pt x="32" y="105"/>
                </a:cubicBezTo>
                <a:cubicBezTo>
                  <a:pt x="32" y="57"/>
                  <a:pt x="32" y="57"/>
                  <a:pt x="32" y="57"/>
                </a:cubicBezTo>
                <a:cubicBezTo>
                  <a:pt x="5" y="84"/>
                  <a:pt x="5" y="84"/>
                  <a:pt x="5" y="84"/>
                </a:cubicBezTo>
                <a:lnTo>
                  <a:pt x="5" y="100"/>
                </a:lnTo>
                <a:close/>
                <a:moveTo>
                  <a:pt x="43" y="68"/>
                </a:moveTo>
                <a:cubicBezTo>
                  <a:pt x="43" y="105"/>
                  <a:pt x="43" y="105"/>
                  <a:pt x="43" y="105"/>
                </a:cubicBezTo>
                <a:cubicBezTo>
                  <a:pt x="71" y="105"/>
                  <a:pt x="71" y="105"/>
                  <a:pt x="71" y="105"/>
                </a:cubicBezTo>
                <a:cubicBezTo>
                  <a:pt x="71" y="72"/>
                  <a:pt x="71" y="72"/>
                  <a:pt x="71" y="72"/>
                </a:cubicBezTo>
                <a:cubicBezTo>
                  <a:pt x="59" y="84"/>
                  <a:pt x="59" y="84"/>
                  <a:pt x="59" y="84"/>
                </a:cubicBezTo>
                <a:lnTo>
                  <a:pt x="43" y="68"/>
                </a:lnTo>
                <a:close/>
                <a:moveTo>
                  <a:pt x="82" y="61"/>
                </a:moveTo>
                <a:cubicBezTo>
                  <a:pt x="82" y="105"/>
                  <a:pt x="82" y="105"/>
                  <a:pt x="82" y="105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07" y="105"/>
                  <a:pt x="109" y="102"/>
                  <a:pt x="109" y="100"/>
                </a:cubicBezTo>
                <a:cubicBezTo>
                  <a:pt x="109" y="33"/>
                  <a:pt x="109" y="33"/>
                  <a:pt x="109" y="33"/>
                </a:cubicBezTo>
                <a:cubicBezTo>
                  <a:pt x="85" y="57"/>
                  <a:pt x="85" y="57"/>
                  <a:pt x="85" y="57"/>
                </a:cubicBezTo>
                <a:lnTo>
                  <a:pt x="82" y="61"/>
                </a:lnTo>
                <a:close/>
                <a:moveTo>
                  <a:pt x="98" y="2"/>
                </a:moveTo>
                <a:cubicBezTo>
                  <a:pt x="95" y="2"/>
                  <a:pt x="93" y="5"/>
                  <a:pt x="94" y="8"/>
                </a:cubicBezTo>
                <a:cubicBezTo>
                  <a:pt x="94" y="10"/>
                  <a:pt x="96" y="12"/>
                  <a:pt x="99" y="12"/>
                </a:cubicBezTo>
                <a:cubicBezTo>
                  <a:pt x="104" y="12"/>
                  <a:pt x="104" y="12"/>
                  <a:pt x="104" y="12"/>
                </a:cubicBezTo>
                <a:cubicBezTo>
                  <a:pt x="59" y="57"/>
                  <a:pt x="59" y="57"/>
                  <a:pt x="59" y="57"/>
                </a:cubicBezTo>
                <a:cubicBezTo>
                  <a:pt x="32" y="30"/>
                  <a:pt x="32" y="30"/>
                  <a:pt x="32" y="30"/>
                </a:cubicBezTo>
                <a:cubicBezTo>
                  <a:pt x="2" y="61"/>
                  <a:pt x="2" y="61"/>
                  <a:pt x="2" y="61"/>
                </a:cubicBezTo>
                <a:cubicBezTo>
                  <a:pt x="0" y="63"/>
                  <a:pt x="0" y="66"/>
                  <a:pt x="2" y="68"/>
                </a:cubicBezTo>
                <a:cubicBezTo>
                  <a:pt x="3" y="70"/>
                  <a:pt x="7" y="70"/>
                  <a:pt x="8" y="68"/>
                </a:cubicBezTo>
                <a:cubicBezTo>
                  <a:pt x="32" y="44"/>
                  <a:pt x="32" y="44"/>
                  <a:pt x="32" y="44"/>
                </a:cubicBezTo>
                <a:cubicBezTo>
                  <a:pt x="59" y="71"/>
                  <a:pt x="59" y="71"/>
                  <a:pt x="59" y="71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6"/>
                  <a:pt x="113" y="29"/>
                  <a:pt x="115" y="29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8" y="29"/>
                  <a:pt x="120" y="27"/>
                  <a:pt x="121" y="25"/>
                </a:cubicBezTo>
                <a:cubicBezTo>
                  <a:pt x="123" y="0"/>
                  <a:pt x="123" y="0"/>
                  <a:pt x="123" y="0"/>
                </a:cubicBezTo>
                <a:lnTo>
                  <a:pt x="98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275"/>
          <p:cNvSpPr>
            <a:spLocks noEditPoints="1"/>
          </p:cNvSpPr>
          <p:nvPr/>
        </p:nvSpPr>
        <p:spPr bwMode="auto">
          <a:xfrm>
            <a:off x="8199438" y="4327125"/>
            <a:ext cx="333375" cy="415925"/>
          </a:xfrm>
          <a:custGeom>
            <a:avLst/>
            <a:gdLst>
              <a:gd name="T0" fmla="*/ 150 w 210"/>
              <a:gd name="T1" fmla="*/ 108 h 262"/>
              <a:gd name="T2" fmla="*/ 36 w 210"/>
              <a:gd name="T3" fmla="*/ 108 h 262"/>
              <a:gd name="T4" fmla="*/ 36 w 210"/>
              <a:gd name="T5" fmla="*/ 124 h 262"/>
              <a:gd name="T6" fmla="*/ 150 w 210"/>
              <a:gd name="T7" fmla="*/ 124 h 262"/>
              <a:gd name="T8" fmla="*/ 150 w 210"/>
              <a:gd name="T9" fmla="*/ 108 h 262"/>
              <a:gd name="T10" fmla="*/ 150 w 210"/>
              <a:gd name="T11" fmla="*/ 42 h 262"/>
              <a:gd name="T12" fmla="*/ 36 w 210"/>
              <a:gd name="T13" fmla="*/ 42 h 262"/>
              <a:gd name="T14" fmla="*/ 36 w 210"/>
              <a:gd name="T15" fmla="*/ 58 h 262"/>
              <a:gd name="T16" fmla="*/ 150 w 210"/>
              <a:gd name="T17" fmla="*/ 58 h 262"/>
              <a:gd name="T18" fmla="*/ 150 w 210"/>
              <a:gd name="T19" fmla="*/ 42 h 262"/>
              <a:gd name="T20" fmla="*/ 150 w 210"/>
              <a:gd name="T21" fmla="*/ 74 h 262"/>
              <a:gd name="T22" fmla="*/ 36 w 210"/>
              <a:gd name="T23" fmla="*/ 74 h 262"/>
              <a:gd name="T24" fmla="*/ 36 w 210"/>
              <a:gd name="T25" fmla="*/ 92 h 262"/>
              <a:gd name="T26" fmla="*/ 150 w 210"/>
              <a:gd name="T27" fmla="*/ 92 h 262"/>
              <a:gd name="T28" fmla="*/ 150 w 210"/>
              <a:gd name="T29" fmla="*/ 74 h 262"/>
              <a:gd name="T30" fmla="*/ 186 w 210"/>
              <a:gd name="T31" fmla="*/ 22 h 262"/>
              <a:gd name="T32" fmla="*/ 186 w 210"/>
              <a:gd name="T33" fmla="*/ 0 h 262"/>
              <a:gd name="T34" fmla="*/ 0 w 210"/>
              <a:gd name="T35" fmla="*/ 0 h 262"/>
              <a:gd name="T36" fmla="*/ 0 w 210"/>
              <a:gd name="T37" fmla="*/ 240 h 262"/>
              <a:gd name="T38" fmla="*/ 24 w 210"/>
              <a:gd name="T39" fmla="*/ 240 h 262"/>
              <a:gd name="T40" fmla="*/ 24 w 210"/>
              <a:gd name="T41" fmla="*/ 262 h 262"/>
              <a:gd name="T42" fmla="*/ 210 w 210"/>
              <a:gd name="T43" fmla="*/ 262 h 262"/>
              <a:gd name="T44" fmla="*/ 210 w 210"/>
              <a:gd name="T45" fmla="*/ 22 h 262"/>
              <a:gd name="T46" fmla="*/ 186 w 210"/>
              <a:gd name="T47" fmla="*/ 22 h 262"/>
              <a:gd name="T48" fmla="*/ 14 w 210"/>
              <a:gd name="T49" fmla="*/ 226 h 262"/>
              <a:gd name="T50" fmla="*/ 14 w 210"/>
              <a:gd name="T51" fmla="*/ 12 h 262"/>
              <a:gd name="T52" fmla="*/ 174 w 210"/>
              <a:gd name="T53" fmla="*/ 12 h 262"/>
              <a:gd name="T54" fmla="*/ 174 w 210"/>
              <a:gd name="T55" fmla="*/ 172 h 262"/>
              <a:gd name="T56" fmla="*/ 118 w 210"/>
              <a:gd name="T57" fmla="*/ 172 h 262"/>
              <a:gd name="T58" fmla="*/ 118 w 210"/>
              <a:gd name="T59" fmla="*/ 226 h 262"/>
              <a:gd name="T60" fmla="*/ 14 w 210"/>
              <a:gd name="T61" fmla="*/ 226 h 262"/>
              <a:gd name="T62" fmla="*/ 196 w 210"/>
              <a:gd name="T63" fmla="*/ 250 h 262"/>
              <a:gd name="T64" fmla="*/ 36 w 210"/>
              <a:gd name="T65" fmla="*/ 250 h 262"/>
              <a:gd name="T66" fmla="*/ 36 w 210"/>
              <a:gd name="T67" fmla="*/ 240 h 262"/>
              <a:gd name="T68" fmla="*/ 126 w 210"/>
              <a:gd name="T69" fmla="*/ 240 h 262"/>
              <a:gd name="T70" fmla="*/ 186 w 210"/>
              <a:gd name="T71" fmla="*/ 178 h 262"/>
              <a:gd name="T72" fmla="*/ 186 w 210"/>
              <a:gd name="T73" fmla="*/ 36 h 262"/>
              <a:gd name="T74" fmla="*/ 196 w 210"/>
              <a:gd name="T75" fmla="*/ 36 h 262"/>
              <a:gd name="T76" fmla="*/ 196 w 210"/>
              <a:gd name="T77" fmla="*/ 250 h 262"/>
              <a:gd name="T78" fmla="*/ 36 w 210"/>
              <a:gd name="T79" fmla="*/ 156 h 262"/>
              <a:gd name="T80" fmla="*/ 94 w 210"/>
              <a:gd name="T81" fmla="*/ 156 h 262"/>
              <a:gd name="T82" fmla="*/ 94 w 210"/>
              <a:gd name="T83" fmla="*/ 140 h 262"/>
              <a:gd name="T84" fmla="*/ 36 w 210"/>
              <a:gd name="T85" fmla="*/ 140 h 262"/>
              <a:gd name="T86" fmla="*/ 36 w 210"/>
              <a:gd name="T87" fmla="*/ 156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0" h="262">
                <a:moveTo>
                  <a:pt x="150" y="108"/>
                </a:moveTo>
                <a:lnTo>
                  <a:pt x="36" y="108"/>
                </a:lnTo>
                <a:lnTo>
                  <a:pt x="36" y="124"/>
                </a:lnTo>
                <a:lnTo>
                  <a:pt x="150" y="124"/>
                </a:lnTo>
                <a:lnTo>
                  <a:pt x="150" y="108"/>
                </a:lnTo>
                <a:close/>
                <a:moveTo>
                  <a:pt x="150" y="42"/>
                </a:moveTo>
                <a:lnTo>
                  <a:pt x="36" y="42"/>
                </a:lnTo>
                <a:lnTo>
                  <a:pt x="36" y="58"/>
                </a:lnTo>
                <a:lnTo>
                  <a:pt x="150" y="58"/>
                </a:lnTo>
                <a:lnTo>
                  <a:pt x="150" y="42"/>
                </a:lnTo>
                <a:close/>
                <a:moveTo>
                  <a:pt x="150" y="74"/>
                </a:moveTo>
                <a:lnTo>
                  <a:pt x="36" y="74"/>
                </a:lnTo>
                <a:lnTo>
                  <a:pt x="36" y="92"/>
                </a:lnTo>
                <a:lnTo>
                  <a:pt x="150" y="92"/>
                </a:lnTo>
                <a:lnTo>
                  <a:pt x="150" y="74"/>
                </a:lnTo>
                <a:close/>
                <a:moveTo>
                  <a:pt x="186" y="22"/>
                </a:moveTo>
                <a:lnTo>
                  <a:pt x="186" y="0"/>
                </a:lnTo>
                <a:lnTo>
                  <a:pt x="0" y="0"/>
                </a:lnTo>
                <a:lnTo>
                  <a:pt x="0" y="240"/>
                </a:lnTo>
                <a:lnTo>
                  <a:pt x="24" y="240"/>
                </a:lnTo>
                <a:lnTo>
                  <a:pt x="24" y="262"/>
                </a:lnTo>
                <a:lnTo>
                  <a:pt x="210" y="262"/>
                </a:lnTo>
                <a:lnTo>
                  <a:pt x="210" y="22"/>
                </a:lnTo>
                <a:lnTo>
                  <a:pt x="186" y="22"/>
                </a:lnTo>
                <a:close/>
                <a:moveTo>
                  <a:pt x="14" y="226"/>
                </a:moveTo>
                <a:lnTo>
                  <a:pt x="14" y="12"/>
                </a:lnTo>
                <a:lnTo>
                  <a:pt x="174" y="12"/>
                </a:lnTo>
                <a:lnTo>
                  <a:pt x="174" y="172"/>
                </a:lnTo>
                <a:lnTo>
                  <a:pt x="118" y="172"/>
                </a:lnTo>
                <a:lnTo>
                  <a:pt x="118" y="226"/>
                </a:lnTo>
                <a:lnTo>
                  <a:pt x="14" y="226"/>
                </a:lnTo>
                <a:close/>
                <a:moveTo>
                  <a:pt x="196" y="250"/>
                </a:moveTo>
                <a:lnTo>
                  <a:pt x="36" y="250"/>
                </a:lnTo>
                <a:lnTo>
                  <a:pt x="36" y="240"/>
                </a:lnTo>
                <a:lnTo>
                  <a:pt x="126" y="240"/>
                </a:lnTo>
                <a:lnTo>
                  <a:pt x="186" y="178"/>
                </a:lnTo>
                <a:lnTo>
                  <a:pt x="186" y="36"/>
                </a:lnTo>
                <a:lnTo>
                  <a:pt x="196" y="36"/>
                </a:lnTo>
                <a:lnTo>
                  <a:pt x="196" y="250"/>
                </a:lnTo>
                <a:close/>
                <a:moveTo>
                  <a:pt x="36" y="156"/>
                </a:moveTo>
                <a:lnTo>
                  <a:pt x="94" y="156"/>
                </a:lnTo>
                <a:lnTo>
                  <a:pt x="94" y="140"/>
                </a:lnTo>
                <a:lnTo>
                  <a:pt x="36" y="140"/>
                </a:lnTo>
                <a:lnTo>
                  <a:pt x="36" y="15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11188" y="2321472"/>
            <a:ext cx="1975755" cy="523878"/>
            <a:chOff x="611188" y="2057397"/>
            <a:chExt cx="1975755" cy="523878"/>
          </a:xfrm>
        </p:grpSpPr>
        <p:sp>
          <p:nvSpPr>
            <p:cNvPr id="12" name="TextBox 11"/>
            <p:cNvSpPr txBox="1">
              <a:spLocks/>
            </p:cNvSpPr>
            <p:nvPr/>
          </p:nvSpPr>
          <p:spPr>
            <a:xfrm>
              <a:off x="611189" y="2057397"/>
              <a:ext cx="1975754" cy="40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a-IR" sz="2600" b="1" dirty="0" smtClean="0">
                  <a:solidFill>
                    <a:schemeClr val="bg1"/>
                  </a:solidFill>
                  <a:cs typeface="B Titr" panose="00000700000000000000" pitchFamily="2" charset="-78"/>
                </a:rPr>
                <a:t>صورت و بدن</a:t>
              </a:r>
              <a:endParaRPr lang="en-US" sz="26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3" name="Line 23"/>
            <p:cNvSpPr>
              <a:spLocks noChangeShapeType="1"/>
            </p:cNvSpPr>
            <p:nvPr/>
          </p:nvSpPr>
          <p:spPr bwMode="auto">
            <a:xfrm flipH="1">
              <a:off x="611188" y="2581275"/>
              <a:ext cx="180975" cy="0"/>
            </a:xfrm>
            <a:prstGeom prst="line">
              <a:avLst/>
            </a:prstGeom>
            <a:noFill/>
            <a:ln w="25400" cap="rnd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557059" y="2084620"/>
            <a:ext cx="1965046" cy="483074"/>
            <a:chOff x="6557059" y="1820544"/>
            <a:chExt cx="1965046" cy="570231"/>
          </a:xfrm>
        </p:grpSpPr>
        <p:sp>
          <p:nvSpPr>
            <p:cNvPr id="16" name="TextBox 15"/>
            <p:cNvSpPr txBox="1">
              <a:spLocks/>
            </p:cNvSpPr>
            <p:nvPr/>
          </p:nvSpPr>
          <p:spPr>
            <a:xfrm flipH="1">
              <a:off x="6557059" y="1820544"/>
              <a:ext cx="1958392" cy="472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fa-IR" sz="2600" dirty="0" smtClean="0">
                  <a:solidFill>
                    <a:schemeClr val="bg1"/>
                  </a:solidFill>
                  <a:cs typeface="B Titr" panose="00000700000000000000" pitchFamily="2" charset="-78"/>
                </a:rPr>
                <a:t>حالت صدا</a:t>
              </a:r>
              <a:endParaRPr lang="en-US" sz="2600" b="1" dirty="0" smtClean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17" name="Line 23"/>
            <p:cNvSpPr>
              <a:spLocks noChangeShapeType="1"/>
            </p:cNvSpPr>
            <p:nvPr/>
          </p:nvSpPr>
          <p:spPr bwMode="auto">
            <a:xfrm>
              <a:off x="8341130" y="2390775"/>
              <a:ext cx="180975" cy="0"/>
            </a:xfrm>
            <a:prstGeom prst="line">
              <a:avLst/>
            </a:prstGeom>
            <a:noFill/>
            <a:ln w="25400" cap="rnd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591781" y="4878514"/>
            <a:ext cx="1941031" cy="646331"/>
            <a:chOff x="6591781" y="4809064"/>
            <a:chExt cx="1941031" cy="646331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 flipH="1">
              <a:off x="6591781" y="4809064"/>
              <a:ext cx="1941031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fa-IR" sz="2600" b="1" dirty="0" smtClean="0">
                  <a:solidFill>
                    <a:schemeClr val="bg1"/>
                  </a:solidFill>
                  <a:latin typeface="B T"/>
                  <a:cs typeface="B Titr" panose="00000700000000000000" pitchFamily="2" charset="-78"/>
                </a:rPr>
                <a:t>کلمات</a:t>
              </a:r>
              <a:endParaRPr lang="en-US" sz="2600" b="1" dirty="0">
                <a:solidFill>
                  <a:schemeClr val="bg1"/>
                </a:solidFill>
                <a:latin typeface="B T"/>
                <a:cs typeface="B Titr" panose="00000700000000000000" pitchFamily="2" charset="-78"/>
              </a:endParaRPr>
            </a:p>
            <a:p>
              <a:pPr algn="r"/>
              <a:endParaRPr lang="en-US" sz="16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8280399" y="5211022"/>
              <a:ext cx="180975" cy="0"/>
            </a:xfrm>
            <a:prstGeom prst="line">
              <a:avLst/>
            </a:prstGeom>
            <a:noFill/>
            <a:ln w="25400" cap="rnd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reeform 274"/>
          <p:cNvSpPr>
            <a:spLocks noEditPoints="1"/>
          </p:cNvSpPr>
          <p:nvPr/>
        </p:nvSpPr>
        <p:spPr bwMode="auto">
          <a:xfrm>
            <a:off x="5248617" y="3524776"/>
            <a:ext cx="390525" cy="333375"/>
          </a:xfrm>
          <a:custGeom>
            <a:avLst/>
            <a:gdLst>
              <a:gd name="T0" fmla="*/ 5 w 123"/>
              <a:gd name="T1" fmla="*/ 100 h 105"/>
              <a:gd name="T2" fmla="*/ 10 w 123"/>
              <a:gd name="T3" fmla="*/ 105 h 105"/>
              <a:gd name="T4" fmla="*/ 32 w 123"/>
              <a:gd name="T5" fmla="*/ 105 h 105"/>
              <a:gd name="T6" fmla="*/ 32 w 123"/>
              <a:gd name="T7" fmla="*/ 57 h 105"/>
              <a:gd name="T8" fmla="*/ 5 w 123"/>
              <a:gd name="T9" fmla="*/ 84 h 105"/>
              <a:gd name="T10" fmla="*/ 5 w 123"/>
              <a:gd name="T11" fmla="*/ 100 h 105"/>
              <a:gd name="T12" fmla="*/ 43 w 123"/>
              <a:gd name="T13" fmla="*/ 68 h 105"/>
              <a:gd name="T14" fmla="*/ 43 w 123"/>
              <a:gd name="T15" fmla="*/ 105 h 105"/>
              <a:gd name="T16" fmla="*/ 71 w 123"/>
              <a:gd name="T17" fmla="*/ 105 h 105"/>
              <a:gd name="T18" fmla="*/ 71 w 123"/>
              <a:gd name="T19" fmla="*/ 72 h 105"/>
              <a:gd name="T20" fmla="*/ 59 w 123"/>
              <a:gd name="T21" fmla="*/ 84 h 105"/>
              <a:gd name="T22" fmla="*/ 43 w 123"/>
              <a:gd name="T23" fmla="*/ 68 h 105"/>
              <a:gd name="T24" fmla="*/ 82 w 123"/>
              <a:gd name="T25" fmla="*/ 61 h 105"/>
              <a:gd name="T26" fmla="*/ 82 w 123"/>
              <a:gd name="T27" fmla="*/ 105 h 105"/>
              <a:gd name="T28" fmla="*/ 104 w 123"/>
              <a:gd name="T29" fmla="*/ 105 h 105"/>
              <a:gd name="T30" fmla="*/ 109 w 123"/>
              <a:gd name="T31" fmla="*/ 100 h 105"/>
              <a:gd name="T32" fmla="*/ 109 w 123"/>
              <a:gd name="T33" fmla="*/ 33 h 105"/>
              <a:gd name="T34" fmla="*/ 85 w 123"/>
              <a:gd name="T35" fmla="*/ 57 h 105"/>
              <a:gd name="T36" fmla="*/ 82 w 123"/>
              <a:gd name="T37" fmla="*/ 61 h 105"/>
              <a:gd name="T38" fmla="*/ 98 w 123"/>
              <a:gd name="T39" fmla="*/ 2 h 105"/>
              <a:gd name="T40" fmla="*/ 94 w 123"/>
              <a:gd name="T41" fmla="*/ 8 h 105"/>
              <a:gd name="T42" fmla="*/ 99 w 123"/>
              <a:gd name="T43" fmla="*/ 12 h 105"/>
              <a:gd name="T44" fmla="*/ 104 w 123"/>
              <a:gd name="T45" fmla="*/ 12 h 105"/>
              <a:gd name="T46" fmla="*/ 59 w 123"/>
              <a:gd name="T47" fmla="*/ 57 h 105"/>
              <a:gd name="T48" fmla="*/ 32 w 123"/>
              <a:gd name="T49" fmla="*/ 30 h 105"/>
              <a:gd name="T50" fmla="*/ 2 w 123"/>
              <a:gd name="T51" fmla="*/ 61 h 105"/>
              <a:gd name="T52" fmla="*/ 2 w 123"/>
              <a:gd name="T53" fmla="*/ 68 h 105"/>
              <a:gd name="T54" fmla="*/ 8 w 123"/>
              <a:gd name="T55" fmla="*/ 68 h 105"/>
              <a:gd name="T56" fmla="*/ 32 w 123"/>
              <a:gd name="T57" fmla="*/ 44 h 105"/>
              <a:gd name="T58" fmla="*/ 59 w 123"/>
              <a:gd name="T59" fmla="*/ 71 h 105"/>
              <a:gd name="T60" fmla="*/ 111 w 123"/>
              <a:gd name="T61" fmla="*/ 19 h 105"/>
              <a:gd name="T62" fmla="*/ 111 w 123"/>
              <a:gd name="T63" fmla="*/ 24 h 105"/>
              <a:gd name="T64" fmla="*/ 115 w 123"/>
              <a:gd name="T65" fmla="*/ 29 h 105"/>
              <a:gd name="T66" fmla="*/ 116 w 123"/>
              <a:gd name="T67" fmla="*/ 29 h 105"/>
              <a:gd name="T68" fmla="*/ 121 w 123"/>
              <a:gd name="T69" fmla="*/ 25 h 105"/>
              <a:gd name="T70" fmla="*/ 123 w 123"/>
              <a:gd name="T71" fmla="*/ 0 h 105"/>
              <a:gd name="T72" fmla="*/ 98 w 123"/>
              <a:gd name="T73" fmla="*/ 2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3" h="105">
                <a:moveTo>
                  <a:pt x="5" y="100"/>
                </a:moveTo>
                <a:cubicBezTo>
                  <a:pt x="5" y="102"/>
                  <a:pt x="7" y="105"/>
                  <a:pt x="10" y="105"/>
                </a:cubicBezTo>
                <a:cubicBezTo>
                  <a:pt x="32" y="105"/>
                  <a:pt x="32" y="105"/>
                  <a:pt x="32" y="105"/>
                </a:cubicBezTo>
                <a:cubicBezTo>
                  <a:pt x="32" y="57"/>
                  <a:pt x="32" y="57"/>
                  <a:pt x="32" y="57"/>
                </a:cubicBezTo>
                <a:cubicBezTo>
                  <a:pt x="5" y="84"/>
                  <a:pt x="5" y="84"/>
                  <a:pt x="5" y="84"/>
                </a:cubicBezTo>
                <a:lnTo>
                  <a:pt x="5" y="100"/>
                </a:lnTo>
                <a:close/>
                <a:moveTo>
                  <a:pt x="43" y="68"/>
                </a:moveTo>
                <a:cubicBezTo>
                  <a:pt x="43" y="105"/>
                  <a:pt x="43" y="105"/>
                  <a:pt x="43" y="105"/>
                </a:cubicBezTo>
                <a:cubicBezTo>
                  <a:pt x="71" y="105"/>
                  <a:pt x="71" y="105"/>
                  <a:pt x="71" y="105"/>
                </a:cubicBezTo>
                <a:cubicBezTo>
                  <a:pt x="71" y="72"/>
                  <a:pt x="71" y="72"/>
                  <a:pt x="71" y="72"/>
                </a:cubicBezTo>
                <a:cubicBezTo>
                  <a:pt x="59" y="84"/>
                  <a:pt x="59" y="84"/>
                  <a:pt x="59" y="84"/>
                </a:cubicBezTo>
                <a:lnTo>
                  <a:pt x="43" y="68"/>
                </a:lnTo>
                <a:close/>
                <a:moveTo>
                  <a:pt x="82" y="61"/>
                </a:moveTo>
                <a:cubicBezTo>
                  <a:pt x="82" y="105"/>
                  <a:pt x="82" y="105"/>
                  <a:pt x="82" y="105"/>
                </a:cubicBezTo>
                <a:cubicBezTo>
                  <a:pt x="104" y="105"/>
                  <a:pt x="104" y="105"/>
                  <a:pt x="104" y="105"/>
                </a:cubicBezTo>
                <a:cubicBezTo>
                  <a:pt x="107" y="105"/>
                  <a:pt x="109" y="102"/>
                  <a:pt x="109" y="100"/>
                </a:cubicBezTo>
                <a:cubicBezTo>
                  <a:pt x="109" y="33"/>
                  <a:pt x="109" y="33"/>
                  <a:pt x="109" y="33"/>
                </a:cubicBezTo>
                <a:cubicBezTo>
                  <a:pt x="85" y="57"/>
                  <a:pt x="85" y="57"/>
                  <a:pt x="85" y="57"/>
                </a:cubicBezTo>
                <a:lnTo>
                  <a:pt x="82" y="61"/>
                </a:lnTo>
                <a:close/>
                <a:moveTo>
                  <a:pt x="98" y="2"/>
                </a:moveTo>
                <a:cubicBezTo>
                  <a:pt x="95" y="2"/>
                  <a:pt x="93" y="5"/>
                  <a:pt x="94" y="8"/>
                </a:cubicBezTo>
                <a:cubicBezTo>
                  <a:pt x="94" y="10"/>
                  <a:pt x="96" y="12"/>
                  <a:pt x="99" y="12"/>
                </a:cubicBezTo>
                <a:cubicBezTo>
                  <a:pt x="104" y="12"/>
                  <a:pt x="104" y="12"/>
                  <a:pt x="104" y="12"/>
                </a:cubicBezTo>
                <a:cubicBezTo>
                  <a:pt x="59" y="57"/>
                  <a:pt x="59" y="57"/>
                  <a:pt x="59" y="57"/>
                </a:cubicBezTo>
                <a:cubicBezTo>
                  <a:pt x="32" y="30"/>
                  <a:pt x="32" y="30"/>
                  <a:pt x="32" y="30"/>
                </a:cubicBezTo>
                <a:cubicBezTo>
                  <a:pt x="2" y="61"/>
                  <a:pt x="2" y="61"/>
                  <a:pt x="2" y="61"/>
                </a:cubicBezTo>
                <a:cubicBezTo>
                  <a:pt x="0" y="63"/>
                  <a:pt x="0" y="66"/>
                  <a:pt x="2" y="68"/>
                </a:cubicBezTo>
                <a:cubicBezTo>
                  <a:pt x="3" y="70"/>
                  <a:pt x="7" y="70"/>
                  <a:pt x="8" y="68"/>
                </a:cubicBezTo>
                <a:cubicBezTo>
                  <a:pt x="32" y="44"/>
                  <a:pt x="32" y="44"/>
                  <a:pt x="32" y="44"/>
                </a:cubicBezTo>
                <a:cubicBezTo>
                  <a:pt x="59" y="71"/>
                  <a:pt x="59" y="71"/>
                  <a:pt x="59" y="71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24"/>
                  <a:pt x="111" y="24"/>
                  <a:pt x="111" y="24"/>
                </a:cubicBezTo>
                <a:cubicBezTo>
                  <a:pt x="111" y="26"/>
                  <a:pt x="113" y="29"/>
                  <a:pt x="115" y="29"/>
                </a:cubicBezTo>
                <a:cubicBezTo>
                  <a:pt x="116" y="29"/>
                  <a:pt x="116" y="29"/>
                  <a:pt x="116" y="29"/>
                </a:cubicBezTo>
                <a:cubicBezTo>
                  <a:pt x="118" y="29"/>
                  <a:pt x="120" y="27"/>
                  <a:pt x="121" y="25"/>
                </a:cubicBezTo>
                <a:cubicBezTo>
                  <a:pt x="123" y="0"/>
                  <a:pt x="123" y="0"/>
                  <a:pt x="123" y="0"/>
                </a:cubicBezTo>
                <a:lnTo>
                  <a:pt x="98" y="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75"/>
          <p:cNvSpPr>
            <a:spLocks noEditPoints="1"/>
          </p:cNvSpPr>
          <p:nvPr/>
        </p:nvSpPr>
        <p:spPr bwMode="auto">
          <a:xfrm>
            <a:off x="4392816" y="4946369"/>
            <a:ext cx="333375" cy="415925"/>
          </a:xfrm>
          <a:custGeom>
            <a:avLst/>
            <a:gdLst>
              <a:gd name="T0" fmla="*/ 150 w 210"/>
              <a:gd name="T1" fmla="*/ 108 h 262"/>
              <a:gd name="T2" fmla="*/ 36 w 210"/>
              <a:gd name="T3" fmla="*/ 108 h 262"/>
              <a:gd name="T4" fmla="*/ 36 w 210"/>
              <a:gd name="T5" fmla="*/ 124 h 262"/>
              <a:gd name="T6" fmla="*/ 150 w 210"/>
              <a:gd name="T7" fmla="*/ 124 h 262"/>
              <a:gd name="T8" fmla="*/ 150 w 210"/>
              <a:gd name="T9" fmla="*/ 108 h 262"/>
              <a:gd name="T10" fmla="*/ 150 w 210"/>
              <a:gd name="T11" fmla="*/ 42 h 262"/>
              <a:gd name="T12" fmla="*/ 36 w 210"/>
              <a:gd name="T13" fmla="*/ 42 h 262"/>
              <a:gd name="T14" fmla="*/ 36 w 210"/>
              <a:gd name="T15" fmla="*/ 58 h 262"/>
              <a:gd name="T16" fmla="*/ 150 w 210"/>
              <a:gd name="T17" fmla="*/ 58 h 262"/>
              <a:gd name="T18" fmla="*/ 150 w 210"/>
              <a:gd name="T19" fmla="*/ 42 h 262"/>
              <a:gd name="T20" fmla="*/ 150 w 210"/>
              <a:gd name="T21" fmla="*/ 74 h 262"/>
              <a:gd name="T22" fmla="*/ 36 w 210"/>
              <a:gd name="T23" fmla="*/ 74 h 262"/>
              <a:gd name="T24" fmla="*/ 36 w 210"/>
              <a:gd name="T25" fmla="*/ 92 h 262"/>
              <a:gd name="T26" fmla="*/ 150 w 210"/>
              <a:gd name="T27" fmla="*/ 92 h 262"/>
              <a:gd name="T28" fmla="*/ 150 w 210"/>
              <a:gd name="T29" fmla="*/ 74 h 262"/>
              <a:gd name="T30" fmla="*/ 186 w 210"/>
              <a:gd name="T31" fmla="*/ 22 h 262"/>
              <a:gd name="T32" fmla="*/ 186 w 210"/>
              <a:gd name="T33" fmla="*/ 0 h 262"/>
              <a:gd name="T34" fmla="*/ 0 w 210"/>
              <a:gd name="T35" fmla="*/ 0 h 262"/>
              <a:gd name="T36" fmla="*/ 0 w 210"/>
              <a:gd name="T37" fmla="*/ 240 h 262"/>
              <a:gd name="T38" fmla="*/ 24 w 210"/>
              <a:gd name="T39" fmla="*/ 240 h 262"/>
              <a:gd name="T40" fmla="*/ 24 w 210"/>
              <a:gd name="T41" fmla="*/ 262 h 262"/>
              <a:gd name="T42" fmla="*/ 210 w 210"/>
              <a:gd name="T43" fmla="*/ 262 h 262"/>
              <a:gd name="T44" fmla="*/ 210 w 210"/>
              <a:gd name="T45" fmla="*/ 22 h 262"/>
              <a:gd name="T46" fmla="*/ 186 w 210"/>
              <a:gd name="T47" fmla="*/ 22 h 262"/>
              <a:gd name="T48" fmla="*/ 14 w 210"/>
              <a:gd name="T49" fmla="*/ 226 h 262"/>
              <a:gd name="T50" fmla="*/ 14 w 210"/>
              <a:gd name="T51" fmla="*/ 12 h 262"/>
              <a:gd name="T52" fmla="*/ 174 w 210"/>
              <a:gd name="T53" fmla="*/ 12 h 262"/>
              <a:gd name="T54" fmla="*/ 174 w 210"/>
              <a:gd name="T55" fmla="*/ 172 h 262"/>
              <a:gd name="T56" fmla="*/ 118 w 210"/>
              <a:gd name="T57" fmla="*/ 172 h 262"/>
              <a:gd name="T58" fmla="*/ 118 w 210"/>
              <a:gd name="T59" fmla="*/ 226 h 262"/>
              <a:gd name="T60" fmla="*/ 14 w 210"/>
              <a:gd name="T61" fmla="*/ 226 h 262"/>
              <a:gd name="T62" fmla="*/ 196 w 210"/>
              <a:gd name="T63" fmla="*/ 250 h 262"/>
              <a:gd name="T64" fmla="*/ 36 w 210"/>
              <a:gd name="T65" fmla="*/ 250 h 262"/>
              <a:gd name="T66" fmla="*/ 36 w 210"/>
              <a:gd name="T67" fmla="*/ 240 h 262"/>
              <a:gd name="T68" fmla="*/ 126 w 210"/>
              <a:gd name="T69" fmla="*/ 240 h 262"/>
              <a:gd name="T70" fmla="*/ 186 w 210"/>
              <a:gd name="T71" fmla="*/ 178 h 262"/>
              <a:gd name="T72" fmla="*/ 186 w 210"/>
              <a:gd name="T73" fmla="*/ 36 h 262"/>
              <a:gd name="T74" fmla="*/ 196 w 210"/>
              <a:gd name="T75" fmla="*/ 36 h 262"/>
              <a:gd name="T76" fmla="*/ 196 w 210"/>
              <a:gd name="T77" fmla="*/ 250 h 262"/>
              <a:gd name="T78" fmla="*/ 36 w 210"/>
              <a:gd name="T79" fmla="*/ 156 h 262"/>
              <a:gd name="T80" fmla="*/ 94 w 210"/>
              <a:gd name="T81" fmla="*/ 156 h 262"/>
              <a:gd name="T82" fmla="*/ 94 w 210"/>
              <a:gd name="T83" fmla="*/ 140 h 262"/>
              <a:gd name="T84" fmla="*/ 36 w 210"/>
              <a:gd name="T85" fmla="*/ 140 h 262"/>
              <a:gd name="T86" fmla="*/ 36 w 210"/>
              <a:gd name="T87" fmla="*/ 156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10" h="262">
                <a:moveTo>
                  <a:pt x="150" y="108"/>
                </a:moveTo>
                <a:lnTo>
                  <a:pt x="36" y="108"/>
                </a:lnTo>
                <a:lnTo>
                  <a:pt x="36" y="124"/>
                </a:lnTo>
                <a:lnTo>
                  <a:pt x="150" y="124"/>
                </a:lnTo>
                <a:lnTo>
                  <a:pt x="150" y="108"/>
                </a:lnTo>
                <a:close/>
                <a:moveTo>
                  <a:pt x="150" y="42"/>
                </a:moveTo>
                <a:lnTo>
                  <a:pt x="36" y="42"/>
                </a:lnTo>
                <a:lnTo>
                  <a:pt x="36" y="58"/>
                </a:lnTo>
                <a:lnTo>
                  <a:pt x="150" y="58"/>
                </a:lnTo>
                <a:lnTo>
                  <a:pt x="150" y="42"/>
                </a:lnTo>
                <a:close/>
                <a:moveTo>
                  <a:pt x="150" y="74"/>
                </a:moveTo>
                <a:lnTo>
                  <a:pt x="36" y="74"/>
                </a:lnTo>
                <a:lnTo>
                  <a:pt x="36" y="92"/>
                </a:lnTo>
                <a:lnTo>
                  <a:pt x="150" y="92"/>
                </a:lnTo>
                <a:lnTo>
                  <a:pt x="150" y="74"/>
                </a:lnTo>
                <a:close/>
                <a:moveTo>
                  <a:pt x="186" y="22"/>
                </a:moveTo>
                <a:lnTo>
                  <a:pt x="186" y="0"/>
                </a:lnTo>
                <a:lnTo>
                  <a:pt x="0" y="0"/>
                </a:lnTo>
                <a:lnTo>
                  <a:pt x="0" y="240"/>
                </a:lnTo>
                <a:lnTo>
                  <a:pt x="24" y="240"/>
                </a:lnTo>
                <a:lnTo>
                  <a:pt x="24" y="262"/>
                </a:lnTo>
                <a:lnTo>
                  <a:pt x="210" y="262"/>
                </a:lnTo>
                <a:lnTo>
                  <a:pt x="210" y="22"/>
                </a:lnTo>
                <a:lnTo>
                  <a:pt x="186" y="22"/>
                </a:lnTo>
                <a:close/>
                <a:moveTo>
                  <a:pt x="14" y="226"/>
                </a:moveTo>
                <a:lnTo>
                  <a:pt x="14" y="12"/>
                </a:lnTo>
                <a:lnTo>
                  <a:pt x="174" y="12"/>
                </a:lnTo>
                <a:lnTo>
                  <a:pt x="174" y="172"/>
                </a:lnTo>
                <a:lnTo>
                  <a:pt x="118" y="172"/>
                </a:lnTo>
                <a:lnTo>
                  <a:pt x="118" y="226"/>
                </a:lnTo>
                <a:lnTo>
                  <a:pt x="14" y="226"/>
                </a:lnTo>
                <a:close/>
                <a:moveTo>
                  <a:pt x="196" y="250"/>
                </a:moveTo>
                <a:lnTo>
                  <a:pt x="36" y="250"/>
                </a:lnTo>
                <a:lnTo>
                  <a:pt x="36" y="240"/>
                </a:lnTo>
                <a:lnTo>
                  <a:pt x="126" y="240"/>
                </a:lnTo>
                <a:lnTo>
                  <a:pt x="186" y="178"/>
                </a:lnTo>
                <a:lnTo>
                  <a:pt x="186" y="36"/>
                </a:lnTo>
                <a:lnTo>
                  <a:pt x="196" y="36"/>
                </a:lnTo>
                <a:lnTo>
                  <a:pt x="196" y="250"/>
                </a:lnTo>
                <a:close/>
                <a:moveTo>
                  <a:pt x="36" y="156"/>
                </a:moveTo>
                <a:lnTo>
                  <a:pt x="94" y="156"/>
                </a:lnTo>
                <a:lnTo>
                  <a:pt x="94" y="140"/>
                </a:lnTo>
                <a:lnTo>
                  <a:pt x="36" y="140"/>
                </a:lnTo>
                <a:lnTo>
                  <a:pt x="36" y="1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273"/>
          <p:cNvSpPr>
            <a:spLocks noEditPoints="1"/>
          </p:cNvSpPr>
          <p:nvPr/>
        </p:nvSpPr>
        <p:spPr bwMode="auto">
          <a:xfrm>
            <a:off x="3539584" y="3493696"/>
            <a:ext cx="320573" cy="463437"/>
          </a:xfrm>
          <a:custGeom>
            <a:avLst/>
            <a:gdLst>
              <a:gd name="T0" fmla="*/ 46 w 92"/>
              <a:gd name="T1" fmla="*/ 19 h 133"/>
              <a:gd name="T2" fmla="*/ 48 w 92"/>
              <a:gd name="T3" fmla="*/ 16 h 133"/>
              <a:gd name="T4" fmla="*/ 46 w 92"/>
              <a:gd name="T5" fmla="*/ 14 h 133"/>
              <a:gd name="T6" fmla="*/ 14 w 92"/>
              <a:gd name="T7" fmla="*/ 46 h 133"/>
              <a:gd name="T8" fmla="*/ 16 w 92"/>
              <a:gd name="T9" fmla="*/ 48 h 133"/>
              <a:gd name="T10" fmla="*/ 19 w 92"/>
              <a:gd name="T11" fmla="*/ 46 h 133"/>
              <a:gd name="T12" fmla="*/ 46 w 92"/>
              <a:gd name="T13" fmla="*/ 19 h 133"/>
              <a:gd name="T14" fmla="*/ 26 w 92"/>
              <a:gd name="T15" fmla="*/ 115 h 133"/>
              <a:gd name="T16" fmla="*/ 27 w 92"/>
              <a:gd name="T17" fmla="*/ 122 h 133"/>
              <a:gd name="T18" fmla="*/ 34 w 92"/>
              <a:gd name="T19" fmla="*/ 126 h 133"/>
              <a:gd name="T20" fmla="*/ 34 w 92"/>
              <a:gd name="T21" fmla="*/ 130 h 133"/>
              <a:gd name="T22" fmla="*/ 46 w 92"/>
              <a:gd name="T23" fmla="*/ 133 h 133"/>
              <a:gd name="T24" fmla="*/ 57 w 92"/>
              <a:gd name="T25" fmla="*/ 130 h 133"/>
              <a:gd name="T26" fmla="*/ 58 w 92"/>
              <a:gd name="T27" fmla="*/ 126 h 133"/>
              <a:gd name="T28" fmla="*/ 64 w 92"/>
              <a:gd name="T29" fmla="*/ 122 h 133"/>
              <a:gd name="T30" fmla="*/ 65 w 92"/>
              <a:gd name="T31" fmla="*/ 115 h 133"/>
              <a:gd name="T32" fmla="*/ 46 w 92"/>
              <a:gd name="T33" fmla="*/ 118 h 133"/>
              <a:gd name="T34" fmla="*/ 26 w 92"/>
              <a:gd name="T35" fmla="*/ 115 h 133"/>
              <a:gd name="T36" fmla="*/ 25 w 92"/>
              <a:gd name="T37" fmla="*/ 102 h 133"/>
              <a:gd name="T38" fmla="*/ 26 w 92"/>
              <a:gd name="T39" fmla="*/ 109 h 133"/>
              <a:gd name="T40" fmla="*/ 46 w 92"/>
              <a:gd name="T41" fmla="*/ 113 h 133"/>
              <a:gd name="T42" fmla="*/ 66 w 92"/>
              <a:gd name="T43" fmla="*/ 109 h 133"/>
              <a:gd name="T44" fmla="*/ 67 w 92"/>
              <a:gd name="T45" fmla="*/ 102 h 133"/>
              <a:gd name="T46" fmla="*/ 46 w 92"/>
              <a:gd name="T47" fmla="*/ 106 h 133"/>
              <a:gd name="T48" fmla="*/ 25 w 92"/>
              <a:gd name="T49" fmla="*/ 102 h 133"/>
              <a:gd name="T50" fmla="*/ 46 w 92"/>
              <a:gd name="T51" fmla="*/ 0 h 133"/>
              <a:gd name="T52" fmla="*/ 0 w 92"/>
              <a:gd name="T53" fmla="*/ 46 h 133"/>
              <a:gd name="T54" fmla="*/ 22 w 92"/>
              <a:gd name="T55" fmla="*/ 85 h 133"/>
              <a:gd name="T56" fmla="*/ 24 w 92"/>
              <a:gd name="T57" fmla="*/ 96 h 133"/>
              <a:gd name="T58" fmla="*/ 46 w 92"/>
              <a:gd name="T59" fmla="*/ 101 h 133"/>
              <a:gd name="T60" fmla="*/ 68 w 92"/>
              <a:gd name="T61" fmla="*/ 96 h 133"/>
              <a:gd name="T62" fmla="*/ 69 w 92"/>
              <a:gd name="T63" fmla="*/ 85 h 133"/>
              <a:gd name="T64" fmla="*/ 92 w 92"/>
              <a:gd name="T65" fmla="*/ 46 h 133"/>
              <a:gd name="T66" fmla="*/ 46 w 92"/>
              <a:gd name="T67" fmla="*/ 0 h 133"/>
              <a:gd name="T68" fmla="*/ 63 w 92"/>
              <a:gd name="T69" fmla="*/ 79 h 133"/>
              <a:gd name="T70" fmla="*/ 62 w 92"/>
              <a:gd name="T71" fmla="*/ 90 h 133"/>
              <a:gd name="T72" fmla="*/ 46 w 92"/>
              <a:gd name="T73" fmla="*/ 93 h 133"/>
              <a:gd name="T74" fmla="*/ 30 w 92"/>
              <a:gd name="T75" fmla="*/ 90 h 133"/>
              <a:gd name="T76" fmla="*/ 29 w 92"/>
              <a:gd name="T77" fmla="*/ 79 h 133"/>
              <a:gd name="T78" fmla="*/ 8 w 92"/>
              <a:gd name="T79" fmla="*/ 46 h 133"/>
              <a:gd name="T80" fmla="*/ 46 w 92"/>
              <a:gd name="T81" fmla="*/ 8 h 133"/>
              <a:gd name="T82" fmla="*/ 83 w 92"/>
              <a:gd name="T83" fmla="*/ 46 h 133"/>
              <a:gd name="T84" fmla="*/ 63 w 92"/>
              <a:gd name="T85" fmla="*/ 79 h 133"/>
              <a:gd name="T86" fmla="*/ 56 w 92"/>
              <a:gd name="T87" fmla="*/ 63 h 133"/>
              <a:gd name="T88" fmla="*/ 46 w 92"/>
              <a:gd name="T89" fmla="*/ 44 h 133"/>
              <a:gd name="T90" fmla="*/ 36 w 92"/>
              <a:gd name="T91" fmla="*/ 63 h 133"/>
              <a:gd name="T92" fmla="*/ 31 w 92"/>
              <a:gd name="T93" fmla="*/ 54 h 133"/>
              <a:gd name="T94" fmla="*/ 25 w 92"/>
              <a:gd name="T95" fmla="*/ 57 h 133"/>
              <a:gd name="T96" fmla="*/ 35 w 92"/>
              <a:gd name="T97" fmla="*/ 78 h 133"/>
              <a:gd name="T98" fmla="*/ 46 w 92"/>
              <a:gd name="T99" fmla="*/ 59 h 133"/>
              <a:gd name="T100" fmla="*/ 56 w 92"/>
              <a:gd name="T101" fmla="*/ 78 h 133"/>
              <a:gd name="T102" fmla="*/ 67 w 92"/>
              <a:gd name="T103" fmla="*/ 57 h 133"/>
              <a:gd name="T104" fmla="*/ 60 w 92"/>
              <a:gd name="T105" fmla="*/ 54 h 133"/>
              <a:gd name="T106" fmla="*/ 56 w 92"/>
              <a:gd name="T107" fmla="*/ 6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2" h="133">
                <a:moveTo>
                  <a:pt x="46" y="19"/>
                </a:moveTo>
                <a:cubicBezTo>
                  <a:pt x="47" y="19"/>
                  <a:pt x="48" y="18"/>
                  <a:pt x="48" y="16"/>
                </a:cubicBezTo>
                <a:cubicBezTo>
                  <a:pt x="48" y="15"/>
                  <a:pt x="47" y="14"/>
                  <a:pt x="46" y="14"/>
                </a:cubicBezTo>
                <a:cubicBezTo>
                  <a:pt x="28" y="14"/>
                  <a:pt x="14" y="28"/>
                  <a:pt x="14" y="46"/>
                </a:cubicBezTo>
                <a:cubicBezTo>
                  <a:pt x="14" y="47"/>
                  <a:pt x="15" y="48"/>
                  <a:pt x="16" y="48"/>
                </a:cubicBezTo>
                <a:cubicBezTo>
                  <a:pt x="18" y="48"/>
                  <a:pt x="19" y="47"/>
                  <a:pt x="19" y="46"/>
                </a:cubicBezTo>
                <a:cubicBezTo>
                  <a:pt x="19" y="31"/>
                  <a:pt x="31" y="19"/>
                  <a:pt x="46" y="19"/>
                </a:cubicBezTo>
                <a:close/>
                <a:moveTo>
                  <a:pt x="26" y="115"/>
                </a:moveTo>
                <a:cubicBezTo>
                  <a:pt x="27" y="122"/>
                  <a:pt x="27" y="122"/>
                  <a:pt x="27" y="122"/>
                </a:cubicBezTo>
                <a:cubicBezTo>
                  <a:pt x="27" y="122"/>
                  <a:pt x="29" y="124"/>
                  <a:pt x="34" y="126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0"/>
                  <a:pt x="37" y="133"/>
                  <a:pt x="46" y="133"/>
                </a:cubicBezTo>
                <a:cubicBezTo>
                  <a:pt x="55" y="133"/>
                  <a:pt x="57" y="130"/>
                  <a:pt x="57" y="130"/>
                </a:cubicBezTo>
                <a:cubicBezTo>
                  <a:pt x="58" y="126"/>
                  <a:pt x="58" y="126"/>
                  <a:pt x="58" y="126"/>
                </a:cubicBezTo>
                <a:cubicBezTo>
                  <a:pt x="63" y="124"/>
                  <a:pt x="64" y="122"/>
                  <a:pt x="64" y="122"/>
                </a:cubicBezTo>
                <a:cubicBezTo>
                  <a:pt x="65" y="115"/>
                  <a:pt x="65" y="115"/>
                  <a:pt x="65" y="115"/>
                </a:cubicBezTo>
                <a:cubicBezTo>
                  <a:pt x="59" y="117"/>
                  <a:pt x="53" y="118"/>
                  <a:pt x="46" y="118"/>
                </a:cubicBezTo>
                <a:cubicBezTo>
                  <a:pt x="39" y="118"/>
                  <a:pt x="32" y="117"/>
                  <a:pt x="26" y="115"/>
                </a:cubicBezTo>
                <a:close/>
                <a:moveTo>
                  <a:pt x="25" y="102"/>
                </a:moveTo>
                <a:cubicBezTo>
                  <a:pt x="26" y="109"/>
                  <a:pt x="26" y="109"/>
                  <a:pt x="26" y="109"/>
                </a:cubicBezTo>
                <a:cubicBezTo>
                  <a:pt x="32" y="111"/>
                  <a:pt x="38" y="113"/>
                  <a:pt x="46" y="113"/>
                </a:cubicBezTo>
                <a:cubicBezTo>
                  <a:pt x="53" y="113"/>
                  <a:pt x="60" y="111"/>
                  <a:pt x="66" y="109"/>
                </a:cubicBezTo>
                <a:cubicBezTo>
                  <a:pt x="67" y="102"/>
                  <a:pt x="67" y="102"/>
                  <a:pt x="67" y="102"/>
                </a:cubicBezTo>
                <a:cubicBezTo>
                  <a:pt x="61" y="105"/>
                  <a:pt x="53" y="106"/>
                  <a:pt x="46" y="106"/>
                </a:cubicBezTo>
                <a:cubicBezTo>
                  <a:pt x="38" y="106"/>
                  <a:pt x="31" y="105"/>
                  <a:pt x="25" y="102"/>
                </a:cubicBezTo>
                <a:close/>
                <a:moveTo>
                  <a:pt x="46" y="0"/>
                </a:moveTo>
                <a:cubicBezTo>
                  <a:pt x="21" y="0"/>
                  <a:pt x="0" y="20"/>
                  <a:pt x="0" y="46"/>
                </a:cubicBezTo>
                <a:cubicBezTo>
                  <a:pt x="0" y="62"/>
                  <a:pt x="9" y="77"/>
                  <a:pt x="22" y="85"/>
                </a:cubicBezTo>
                <a:cubicBezTo>
                  <a:pt x="24" y="96"/>
                  <a:pt x="24" y="96"/>
                  <a:pt x="24" y="96"/>
                </a:cubicBezTo>
                <a:cubicBezTo>
                  <a:pt x="30" y="99"/>
                  <a:pt x="38" y="101"/>
                  <a:pt x="46" y="101"/>
                </a:cubicBezTo>
                <a:cubicBezTo>
                  <a:pt x="54" y="101"/>
                  <a:pt x="61" y="99"/>
                  <a:pt x="68" y="96"/>
                </a:cubicBezTo>
                <a:cubicBezTo>
                  <a:pt x="69" y="85"/>
                  <a:pt x="69" y="85"/>
                  <a:pt x="69" y="85"/>
                </a:cubicBezTo>
                <a:cubicBezTo>
                  <a:pt x="83" y="77"/>
                  <a:pt x="92" y="62"/>
                  <a:pt x="92" y="46"/>
                </a:cubicBezTo>
                <a:cubicBezTo>
                  <a:pt x="92" y="20"/>
                  <a:pt x="71" y="0"/>
                  <a:pt x="46" y="0"/>
                </a:cubicBezTo>
                <a:close/>
                <a:moveTo>
                  <a:pt x="63" y="79"/>
                </a:moveTo>
                <a:cubicBezTo>
                  <a:pt x="62" y="90"/>
                  <a:pt x="62" y="90"/>
                  <a:pt x="62" y="90"/>
                </a:cubicBezTo>
                <a:cubicBezTo>
                  <a:pt x="62" y="90"/>
                  <a:pt x="57" y="93"/>
                  <a:pt x="46" y="93"/>
                </a:cubicBezTo>
                <a:cubicBezTo>
                  <a:pt x="34" y="93"/>
                  <a:pt x="30" y="90"/>
                  <a:pt x="30" y="90"/>
                </a:cubicBezTo>
                <a:cubicBezTo>
                  <a:pt x="29" y="79"/>
                  <a:pt x="29" y="79"/>
                  <a:pt x="29" y="79"/>
                </a:cubicBezTo>
                <a:cubicBezTo>
                  <a:pt x="17" y="73"/>
                  <a:pt x="8" y="60"/>
                  <a:pt x="8" y="46"/>
                </a:cubicBezTo>
                <a:cubicBezTo>
                  <a:pt x="8" y="25"/>
                  <a:pt x="25" y="8"/>
                  <a:pt x="46" y="8"/>
                </a:cubicBezTo>
                <a:cubicBezTo>
                  <a:pt x="67" y="8"/>
                  <a:pt x="83" y="25"/>
                  <a:pt x="83" y="46"/>
                </a:cubicBezTo>
                <a:cubicBezTo>
                  <a:pt x="83" y="60"/>
                  <a:pt x="75" y="73"/>
                  <a:pt x="63" y="79"/>
                </a:cubicBezTo>
                <a:close/>
                <a:moveTo>
                  <a:pt x="56" y="63"/>
                </a:moveTo>
                <a:cubicBezTo>
                  <a:pt x="46" y="44"/>
                  <a:pt x="46" y="44"/>
                  <a:pt x="46" y="44"/>
                </a:cubicBezTo>
                <a:cubicBezTo>
                  <a:pt x="36" y="63"/>
                  <a:pt x="36" y="63"/>
                  <a:pt x="36" y="63"/>
                </a:cubicBezTo>
                <a:cubicBezTo>
                  <a:pt x="31" y="54"/>
                  <a:pt x="31" y="54"/>
                  <a:pt x="31" y="54"/>
                </a:cubicBezTo>
                <a:cubicBezTo>
                  <a:pt x="25" y="57"/>
                  <a:pt x="25" y="57"/>
                  <a:pt x="25" y="57"/>
                </a:cubicBezTo>
                <a:cubicBezTo>
                  <a:pt x="35" y="78"/>
                  <a:pt x="35" y="78"/>
                  <a:pt x="35" y="78"/>
                </a:cubicBezTo>
                <a:cubicBezTo>
                  <a:pt x="46" y="59"/>
                  <a:pt x="46" y="59"/>
                  <a:pt x="46" y="59"/>
                </a:cubicBezTo>
                <a:cubicBezTo>
                  <a:pt x="56" y="78"/>
                  <a:pt x="56" y="78"/>
                  <a:pt x="56" y="78"/>
                </a:cubicBezTo>
                <a:cubicBezTo>
                  <a:pt x="67" y="57"/>
                  <a:pt x="67" y="57"/>
                  <a:pt x="67" y="57"/>
                </a:cubicBezTo>
                <a:cubicBezTo>
                  <a:pt x="60" y="54"/>
                  <a:pt x="60" y="54"/>
                  <a:pt x="60" y="54"/>
                </a:cubicBezTo>
                <a:lnTo>
                  <a:pt x="56" y="6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3775712" y="2265528"/>
            <a:ext cx="15883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a-IR" sz="2400" b="1" dirty="0">
                <a:solidFill>
                  <a:schemeClr val="tx2"/>
                </a:solidFill>
                <a:latin typeface="B T"/>
                <a:cs typeface="B Titr" panose="00000700000000000000" pitchFamily="2" charset="-78"/>
              </a:rPr>
              <a:t>کلمات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2720480" y="4522592"/>
            <a:ext cx="1011577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a-IR" sz="2600" b="1" dirty="0">
                <a:solidFill>
                  <a:schemeClr val="tx2"/>
                </a:solidFill>
                <a:cs typeface="B Titr" panose="00000700000000000000" pitchFamily="2" charset="-78"/>
              </a:rPr>
              <a:t>صورت و </a:t>
            </a:r>
            <a:r>
              <a:rPr lang="fa-IR" sz="2600" b="1" dirty="0" smtClean="0">
                <a:solidFill>
                  <a:schemeClr val="tx2"/>
                </a:solidFill>
                <a:cs typeface="B Titr" panose="00000700000000000000" pitchFamily="2" charset="-78"/>
              </a:rPr>
              <a:t>بدن</a:t>
            </a:r>
            <a:endParaRPr lang="en-US" sz="2600" b="1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sp>
        <p:nvSpPr>
          <p:cNvPr id="37" name="TextBox 36"/>
          <p:cNvSpPr txBox="1">
            <a:spLocks/>
          </p:cNvSpPr>
          <p:nvPr/>
        </p:nvSpPr>
        <p:spPr>
          <a:xfrm>
            <a:off x="5519187" y="4379506"/>
            <a:ext cx="1011577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a-IR" sz="2600" dirty="0">
                <a:solidFill>
                  <a:schemeClr val="tx2"/>
                </a:solidFill>
                <a:cs typeface="B Titr" panose="00000700000000000000" pitchFamily="2" charset="-78"/>
              </a:rPr>
              <a:t>حالت صدا</a:t>
            </a:r>
            <a:endParaRPr lang="en-US" sz="2600" b="1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3661321" y="3691463"/>
            <a:ext cx="1775962" cy="9425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1400" dirty="0">
                <a:solidFill>
                  <a:schemeClr val="bg1"/>
                </a:solidFill>
                <a:cs typeface="B Titr" panose="00000700000000000000" pitchFamily="2" charset="-78"/>
              </a:rPr>
              <a:t>قانون </a:t>
            </a:r>
            <a:r>
              <a:rPr lang="fa-IR" sz="1400" dirty="0" smtClean="0">
                <a:solidFill>
                  <a:schemeClr val="bg1"/>
                </a:solidFill>
                <a:cs typeface="B Titr" panose="00000700000000000000" pitchFamily="2" charset="-78"/>
              </a:rPr>
              <a:t>ارتباطات</a:t>
            </a:r>
          </a:p>
          <a:p>
            <a:pPr algn="ctr">
              <a:lnSpc>
                <a:spcPct val="150000"/>
              </a:lnSpc>
            </a:pPr>
            <a:r>
              <a:rPr lang="fa-IR" sz="1400" dirty="0" smtClean="0">
                <a:solidFill>
                  <a:schemeClr val="accent3"/>
                </a:solidFill>
                <a:cs typeface="B Titr" panose="00000700000000000000" pitchFamily="2" charset="-78"/>
              </a:rPr>
              <a:t> </a:t>
            </a:r>
            <a:r>
              <a:rPr lang="fa-IR" sz="1400" dirty="0">
                <a:solidFill>
                  <a:schemeClr val="accent3"/>
                </a:solidFill>
                <a:cs typeface="B Titr" panose="00000700000000000000" pitchFamily="2" charset="-78"/>
              </a:rPr>
              <a:t>پرفسور </a:t>
            </a:r>
            <a:r>
              <a:rPr lang="fa-IR" sz="1400" dirty="0" smtClean="0">
                <a:solidFill>
                  <a:schemeClr val="accent3"/>
                </a:solidFill>
                <a:cs typeface="B Titr" panose="00000700000000000000" pitchFamily="2" charset="-78"/>
              </a:rPr>
              <a:t>آلبرت</a:t>
            </a:r>
          </a:p>
          <a:p>
            <a:pPr algn="ctr">
              <a:lnSpc>
                <a:spcPct val="150000"/>
              </a:lnSpc>
            </a:pPr>
            <a:r>
              <a:rPr lang="fa-IR" sz="1400" dirty="0" smtClean="0">
                <a:solidFill>
                  <a:schemeClr val="bg1"/>
                </a:solidFill>
                <a:cs typeface="B Titr" panose="00000700000000000000" pitchFamily="2" charset="-78"/>
              </a:rPr>
              <a:t> </a:t>
            </a:r>
            <a:r>
              <a:rPr lang="fa-IR" sz="1400" dirty="0">
                <a:solidFill>
                  <a:schemeClr val="bg1"/>
                </a:solidFill>
                <a:cs typeface="B Titr" panose="00000700000000000000" pitchFamily="2" charset="-78"/>
              </a:rPr>
              <a:t>مهرابیان</a:t>
            </a:r>
            <a:endParaRPr lang="en-US" sz="1400" b="1" dirty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774381" y="4159670"/>
            <a:ext cx="655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% 55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93675" y="2756456"/>
            <a:ext cx="482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%7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68501" y="5217481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% 38</a:t>
            </a:r>
          </a:p>
        </p:txBody>
      </p:sp>
    </p:spTree>
    <p:extLst>
      <p:ext uri="{BB962C8B-B14F-4D97-AF65-F5344CB8AC3E}">
        <p14:creationId xmlns:p14="http://schemas.microsoft.com/office/powerpoint/2010/main" val="174500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8"/>
          <p:cNvSpPr>
            <a:spLocks/>
          </p:cNvSpPr>
          <p:nvPr/>
        </p:nvSpPr>
        <p:spPr bwMode="auto">
          <a:xfrm>
            <a:off x="1588" y="4305300"/>
            <a:ext cx="6864350" cy="2552700"/>
          </a:xfrm>
          <a:custGeom>
            <a:avLst/>
            <a:gdLst>
              <a:gd name="T0" fmla="*/ 0 w 4324"/>
              <a:gd name="T1" fmla="*/ 1608 h 1608"/>
              <a:gd name="T2" fmla="*/ 2267 w 4324"/>
              <a:gd name="T3" fmla="*/ 1608 h 1608"/>
              <a:gd name="T4" fmla="*/ 4324 w 4324"/>
              <a:gd name="T5" fmla="*/ 0 h 1608"/>
              <a:gd name="T6" fmla="*/ 3937 w 4324"/>
              <a:gd name="T7" fmla="*/ 0 h 1608"/>
              <a:gd name="T8" fmla="*/ 0 w 4324"/>
              <a:gd name="T9" fmla="*/ 1608 h 1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24" h="1608">
                <a:moveTo>
                  <a:pt x="0" y="1608"/>
                </a:moveTo>
                <a:lnTo>
                  <a:pt x="2267" y="1608"/>
                </a:lnTo>
                <a:lnTo>
                  <a:pt x="4324" y="0"/>
                </a:lnTo>
                <a:lnTo>
                  <a:pt x="3937" y="0"/>
                </a:lnTo>
                <a:lnTo>
                  <a:pt x="0" y="1608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9"/>
          <p:cNvSpPr>
            <a:spLocks/>
          </p:cNvSpPr>
          <p:nvPr/>
        </p:nvSpPr>
        <p:spPr bwMode="auto">
          <a:xfrm>
            <a:off x="6251576" y="2416175"/>
            <a:ext cx="1512888" cy="1889125"/>
          </a:xfrm>
          <a:custGeom>
            <a:avLst/>
            <a:gdLst>
              <a:gd name="T0" fmla="*/ 953 w 953"/>
              <a:gd name="T1" fmla="*/ 230 h 1190"/>
              <a:gd name="T2" fmla="*/ 845 w 953"/>
              <a:gd name="T3" fmla="*/ 0 h 1190"/>
              <a:gd name="T4" fmla="*/ 511 w 953"/>
              <a:gd name="T5" fmla="*/ 230 h 1190"/>
              <a:gd name="T6" fmla="*/ 619 w 953"/>
              <a:gd name="T7" fmla="*/ 230 h 1190"/>
              <a:gd name="T8" fmla="*/ 0 w 953"/>
              <a:gd name="T9" fmla="*/ 1190 h 1190"/>
              <a:gd name="T10" fmla="*/ 387 w 953"/>
              <a:gd name="T11" fmla="*/ 1190 h 1190"/>
              <a:gd name="T12" fmla="*/ 845 w 953"/>
              <a:gd name="T13" fmla="*/ 230 h 1190"/>
              <a:gd name="T14" fmla="*/ 953 w 953"/>
              <a:gd name="T15" fmla="*/ 230 h 1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53" h="1190">
                <a:moveTo>
                  <a:pt x="953" y="230"/>
                </a:moveTo>
                <a:lnTo>
                  <a:pt x="845" y="0"/>
                </a:lnTo>
                <a:lnTo>
                  <a:pt x="511" y="230"/>
                </a:lnTo>
                <a:lnTo>
                  <a:pt x="619" y="230"/>
                </a:lnTo>
                <a:lnTo>
                  <a:pt x="0" y="1190"/>
                </a:lnTo>
                <a:lnTo>
                  <a:pt x="387" y="1190"/>
                </a:lnTo>
                <a:lnTo>
                  <a:pt x="845" y="230"/>
                </a:lnTo>
                <a:lnTo>
                  <a:pt x="953" y="230"/>
                </a:lnTo>
                <a:close/>
              </a:path>
            </a:pathLst>
          </a:custGeom>
          <a:solidFill>
            <a:schemeClr val="bg2">
              <a:alpha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dirty="0">
                <a:cs typeface="B Titr" panose="00000700000000000000" pitchFamily="2" charset="-78"/>
              </a:rPr>
              <a:t>موضوعات قابل ارائه درمورد ویدئو کنفرانس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7</a:t>
            </a:fld>
            <a:endParaRPr lang="en-US"/>
          </a:p>
        </p:txBody>
      </p:sp>
      <p:sp>
        <p:nvSpPr>
          <p:cNvPr id="9" name="Freeform 60"/>
          <p:cNvSpPr>
            <a:spLocks/>
          </p:cNvSpPr>
          <p:nvPr/>
        </p:nvSpPr>
        <p:spPr bwMode="auto">
          <a:xfrm>
            <a:off x="6276976" y="4225549"/>
            <a:ext cx="2128838" cy="850900"/>
          </a:xfrm>
          <a:custGeom>
            <a:avLst/>
            <a:gdLst>
              <a:gd name="T0" fmla="*/ 1341 w 1341"/>
              <a:gd name="T1" fmla="*/ 536 h 536"/>
              <a:gd name="T2" fmla="*/ 298 w 1341"/>
              <a:gd name="T3" fmla="*/ 536 h 536"/>
              <a:gd name="T4" fmla="*/ 0 w 1341"/>
              <a:gd name="T5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41" h="536">
                <a:moveTo>
                  <a:pt x="1341" y="536"/>
                </a:moveTo>
                <a:lnTo>
                  <a:pt x="298" y="536"/>
                </a:lnTo>
                <a:lnTo>
                  <a:pt x="0" y="0"/>
                </a:lnTo>
              </a:path>
            </a:pathLst>
          </a:custGeom>
          <a:noFill/>
          <a:ln w="3175" cap="flat">
            <a:solidFill>
              <a:schemeClr val="accent4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61"/>
          <p:cNvSpPr>
            <a:spLocks/>
          </p:cNvSpPr>
          <p:nvPr/>
        </p:nvSpPr>
        <p:spPr bwMode="auto">
          <a:xfrm>
            <a:off x="779463" y="4044062"/>
            <a:ext cx="2478088" cy="1438275"/>
          </a:xfrm>
          <a:custGeom>
            <a:avLst/>
            <a:gdLst>
              <a:gd name="T0" fmla="*/ 0 w 1561"/>
              <a:gd name="T1" fmla="*/ 0 h 906"/>
              <a:gd name="T2" fmla="*/ 1017 w 1561"/>
              <a:gd name="T3" fmla="*/ 0 h 906"/>
              <a:gd name="T4" fmla="*/ 1561 w 1561"/>
              <a:gd name="T5" fmla="*/ 906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61" h="906">
                <a:moveTo>
                  <a:pt x="0" y="0"/>
                </a:moveTo>
                <a:lnTo>
                  <a:pt x="1017" y="0"/>
                </a:lnTo>
                <a:lnTo>
                  <a:pt x="1561" y="906"/>
                </a:lnTo>
              </a:path>
            </a:pathLst>
          </a:custGeom>
          <a:noFill/>
          <a:ln w="3175" cap="flat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62"/>
          <p:cNvSpPr>
            <a:spLocks/>
          </p:cNvSpPr>
          <p:nvPr/>
        </p:nvSpPr>
        <p:spPr bwMode="auto">
          <a:xfrm>
            <a:off x="779463" y="2112023"/>
            <a:ext cx="3722688" cy="2819400"/>
          </a:xfrm>
          <a:custGeom>
            <a:avLst/>
            <a:gdLst>
              <a:gd name="T0" fmla="*/ 0 w 2345"/>
              <a:gd name="T1" fmla="*/ 0 h 1776"/>
              <a:gd name="T2" fmla="*/ 1267 w 2345"/>
              <a:gd name="T3" fmla="*/ 0 h 1776"/>
              <a:gd name="T4" fmla="*/ 2345 w 2345"/>
              <a:gd name="T5" fmla="*/ 1776 h 1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45" h="1776">
                <a:moveTo>
                  <a:pt x="0" y="0"/>
                </a:moveTo>
                <a:lnTo>
                  <a:pt x="1267" y="0"/>
                </a:lnTo>
                <a:lnTo>
                  <a:pt x="2345" y="1776"/>
                </a:lnTo>
              </a:path>
            </a:pathLst>
          </a:custGeom>
          <a:noFill/>
          <a:ln w="3175" cap="flat">
            <a:solidFill>
              <a:schemeClr val="accent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3"/>
          <p:cNvSpPr>
            <a:spLocks/>
          </p:cNvSpPr>
          <p:nvPr/>
        </p:nvSpPr>
        <p:spPr bwMode="auto">
          <a:xfrm>
            <a:off x="3708401" y="2112023"/>
            <a:ext cx="1790700" cy="2413000"/>
          </a:xfrm>
          <a:custGeom>
            <a:avLst/>
            <a:gdLst>
              <a:gd name="T0" fmla="*/ 0 w 1128"/>
              <a:gd name="T1" fmla="*/ 0 h 1520"/>
              <a:gd name="T2" fmla="*/ 1128 w 1128"/>
              <a:gd name="T3" fmla="*/ 0 h 1520"/>
              <a:gd name="T4" fmla="*/ 1128 w 1128"/>
              <a:gd name="T5" fmla="*/ 1520 h 1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28" h="1520">
                <a:moveTo>
                  <a:pt x="0" y="0"/>
                </a:moveTo>
                <a:lnTo>
                  <a:pt x="1128" y="0"/>
                </a:lnTo>
                <a:lnTo>
                  <a:pt x="1128" y="1520"/>
                </a:lnTo>
              </a:path>
            </a:pathLst>
          </a:custGeom>
          <a:noFill/>
          <a:ln w="3175" cap="flat">
            <a:solidFill>
              <a:schemeClr val="accent3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val 64"/>
          <p:cNvSpPr>
            <a:spLocks noChangeArrowheads="1"/>
          </p:cNvSpPr>
          <p:nvPr/>
        </p:nvSpPr>
        <p:spPr bwMode="auto">
          <a:xfrm>
            <a:off x="2574926" y="6054725"/>
            <a:ext cx="1368425" cy="273050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65"/>
          <p:cNvSpPr>
            <a:spLocks noChangeArrowheads="1"/>
          </p:cNvSpPr>
          <p:nvPr/>
        </p:nvSpPr>
        <p:spPr bwMode="auto">
          <a:xfrm>
            <a:off x="2574926" y="4822825"/>
            <a:ext cx="1368425" cy="1368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66"/>
          <p:cNvSpPr>
            <a:spLocks noEditPoints="1"/>
          </p:cNvSpPr>
          <p:nvPr/>
        </p:nvSpPr>
        <p:spPr bwMode="auto">
          <a:xfrm>
            <a:off x="2955926" y="5092700"/>
            <a:ext cx="603250" cy="876300"/>
          </a:xfrm>
          <a:custGeom>
            <a:avLst/>
            <a:gdLst>
              <a:gd name="T0" fmla="*/ 95 w 190"/>
              <a:gd name="T1" fmla="*/ 39 h 276"/>
              <a:gd name="T2" fmla="*/ 100 w 190"/>
              <a:gd name="T3" fmla="*/ 34 h 276"/>
              <a:gd name="T4" fmla="*/ 95 w 190"/>
              <a:gd name="T5" fmla="*/ 29 h 276"/>
              <a:gd name="T6" fmla="*/ 29 w 190"/>
              <a:gd name="T7" fmla="*/ 95 h 276"/>
              <a:gd name="T8" fmla="*/ 34 w 190"/>
              <a:gd name="T9" fmla="*/ 100 h 276"/>
              <a:gd name="T10" fmla="*/ 39 w 190"/>
              <a:gd name="T11" fmla="*/ 95 h 276"/>
              <a:gd name="T12" fmla="*/ 95 w 190"/>
              <a:gd name="T13" fmla="*/ 39 h 276"/>
              <a:gd name="T14" fmla="*/ 51 w 190"/>
              <a:gd name="T15" fmla="*/ 212 h 276"/>
              <a:gd name="T16" fmla="*/ 53 w 190"/>
              <a:gd name="T17" fmla="*/ 226 h 276"/>
              <a:gd name="T18" fmla="*/ 95 w 190"/>
              <a:gd name="T19" fmla="*/ 234 h 276"/>
              <a:gd name="T20" fmla="*/ 137 w 190"/>
              <a:gd name="T21" fmla="*/ 227 h 276"/>
              <a:gd name="T22" fmla="*/ 139 w 190"/>
              <a:gd name="T23" fmla="*/ 212 h 276"/>
              <a:gd name="T24" fmla="*/ 95 w 190"/>
              <a:gd name="T25" fmla="*/ 220 h 276"/>
              <a:gd name="T26" fmla="*/ 51 w 190"/>
              <a:gd name="T27" fmla="*/ 212 h 276"/>
              <a:gd name="T28" fmla="*/ 55 w 190"/>
              <a:gd name="T29" fmla="*/ 239 h 276"/>
              <a:gd name="T30" fmla="*/ 57 w 190"/>
              <a:gd name="T31" fmla="*/ 254 h 276"/>
              <a:gd name="T32" fmla="*/ 70 w 190"/>
              <a:gd name="T33" fmla="*/ 261 h 276"/>
              <a:gd name="T34" fmla="*/ 71 w 190"/>
              <a:gd name="T35" fmla="*/ 270 h 276"/>
              <a:gd name="T36" fmla="*/ 95 w 190"/>
              <a:gd name="T37" fmla="*/ 276 h 276"/>
              <a:gd name="T38" fmla="*/ 119 w 190"/>
              <a:gd name="T39" fmla="*/ 270 h 276"/>
              <a:gd name="T40" fmla="*/ 120 w 190"/>
              <a:gd name="T41" fmla="*/ 261 h 276"/>
              <a:gd name="T42" fmla="*/ 133 w 190"/>
              <a:gd name="T43" fmla="*/ 254 h 276"/>
              <a:gd name="T44" fmla="*/ 135 w 190"/>
              <a:gd name="T45" fmla="*/ 239 h 276"/>
              <a:gd name="T46" fmla="*/ 95 w 190"/>
              <a:gd name="T47" fmla="*/ 246 h 276"/>
              <a:gd name="T48" fmla="*/ 55 w 190"/>
              <a:gd name="T49" fmla="*/ 239 h 276"/>
              <a:gd name="T50" fmla="*/ 95 w 190"/>
              <a:gd name="T51" fmla="*/ 0 h 276"/>
              <a:gd name="T52" fmla="*/ 0 w 190"/>
              <a:gd name="T53" fmla="*/ 95 h 276"/>
              <a:gd name="T54" fmla="*/ 46 w 190"/>
              <a:gd name="T55" fmla="*/ 176 h 276"/>
              <a:gd name="T56" fmla="*/ 49 w 190"/>
              <a:gd name="T57" fmla="*/ 200 h 276"/>
              <a:gd name="T58" fmla="*/ 95 w 190"/>
              <a:gd name="T59" fmla="*/ 209 h 276"/>
              <a:gd name="T60" fmla="*/ 141 w 190"/>
              <a:gd name="T61" fmla="*/ 200 h 276"/>
              <a:gd name="T62" fmla="*/ 144 w 190"/>
              <a:gd name="T63" fmla="*/ 176 h 276"/>
              <a:gd name="T64" fmla="*/ 190 w 190"/>
              <a:gd name="T65" fmla="*/ 95 h 276"/>
              <a:gd name="T66" fmla="*/ 95 w 190"/>
              <a:gd name="T67" fmla="*/ 0 h 276"/>
              <a:gd name="T68" fmla="*/ 130 w 190"/>
              <a:gd name="T69" fmla="*/ 165 h 276"/>
              <a:gd name="T70" fmla="*/ 128 w 190"/>
              <a:gd name="T71" fmla="*/ 187 h 276"/>
              <a:gd name="T72" fmla="*/ 95 w 190"/>
              <a:gd name="T73" fmla="*/ 192 h 276"/>
              <a:gd name="T74" fmla="*/ 62 w 190"/>
              <a:gd name="T75" fmla="*/ 187 h 276"/>
              <a:gd name="T76" fmla="*/ 60 w 190"/>
              <a:gd name="T77" fmla="*/ 165 h 276"/>
              <a:gd name="T78" fmla="*/ 17 w 190"/>
              <a:gd name="T79" fmla="*/ 95 h 276"/>
              <a:gd name="T80" fmla="*/ 95 w 190"/>
              <a:gd name="T81" fmla="*/ 17 h 276"/>
              <a:gd name="T82" fmla="*/ 173 w 190"/>
              <a:gd name="T83" fmla="*/ 95 h 276"/>
              <a:gd name="T84" fmla="*/ 130 w 190"/>
              <a:gd name="T85" fmla="*/ 165 h 276"/>
              <a:gd name="T86" fmla="*/ 116 w 190"/>
              <a:gd name="T87" fmla="*/ 130 h 276"/>
              <a:gd name="T88" fmla="*/ 95 w 190"/>
              <a:gd name="T89" fmla="*/ 92 h 276"/>
              <a:gd name="T90" fmla="*/ 74 w 190"/>
              <a:gd name="T91" fmla="*/ 130 h 276"/>
              <a:gd name="T92" fmla="*/ 65 w 190"/>
              <a:gd name="T93" fmla="*/ 111 h 276"/>
              <a:gd name="T94" fmla="*/ 52 w 190"/>
              <a:gd name="T95" fmla="*/ 118 h 276"/>
              <a:gd name="T96" fmla="*/ 73 w 190"/>
              <a:gd name="T97" fmla="*/ 163 h 276"/>
              <a:gd name="T98" fmla="*/ 95 w 190"/>
              <a:gd name="T99" fmla="*/ 123 h 276"/>
              <a:gd name="T100" fmla="*/ 117 w 190"/>
              <a:gd name="T101" fmla="*/ 163 h 276"/>
              <a:gd name="T102" fmla="*/ 139 w 190"/>
              <a:gd name="T103" fmla="*/ 118 h 276"/>
              <a:gd name="T104" fmla="*/ 125 w 190"/>
              <a:gd name="T105" fmla="*/ 111 h 276"/>
              <a:gd name="T106" fmla="*/ 116 w 190"/>
              <a:gd name="T107" fmla="*/ 13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90" h="276">
                <a:moveTo>
                  <a:pt x="95" y="39"/>
                </a:moveTo>
                <a:cubicBezTo>
                  <a:pt x="98" y="39"/>
                  <a:pt x="100" y="37"/>
                  <a:pt x="100" y="34"/>
                </a:cubicBezTo>
                <a:cubicBezTo>
                  <a:pt x="100" y="31"/>
                  <a:pt x="98" y="29"/>
                  <a:pt x="95" y="29"/>
                </a:cubicBezTo>
                <a:cubicBezTo>
                  <a:pt x="59" y="29"/>
                  <a:pt x="29" y="59"/>
                  <a:pt x="29" y="95"/>
                </a:cubicBezTo>
                <a:cubicBezTo>
                  <a:pt x="29" y="98"/>
                  <a:pt x="31" y="100"/>
                  <a:pt x="34" y="100"/>
                </a:cubicBezTo>
                <a:cubicBezTo>
                  <a:pt x="37" y="100"/>
                  <a:pt x="39" y="98"/>
                  <a:pt x="39" y="95"/>
                </a:cubicBezTo>
                <a:cubicBezTo>
                  <a:pt x="39" y="64"/>
                  <a:pt x="64" y="39"/>
                  <a:pt x="95" y="39"/>
                </a:cubicBezTo>
                <a:close/>
                <a:moveTo>
                  <a:pt x="51" y="212"/>
                </a:moveTo>
                <a:cubicBezTo>
                  <a:pt x="53" y="226"/>
                  <a:pt x="53" y="226"/>
                  <a:pt x="53" y="226"/>
                </a:cubicBezTo>
                <a:cubicBezTo>
                  <a:pt x="66" y="232"/>
                  <a:pt x="80" y="234"/>
                  <a:pt x="95" y="234"/>
                </a:cubicBezTo>
                <a:cubicBezTo>
                  <a:pt x="110" y="234"/>
                  <a:pt x="125" y="232"/>
                  <a:pt x="137" y="227"/>
                </a:cubicBezTo>
                <a:cubicBezTo>
                  <a:pt x="139" y="212"/>
                  <a:pt x="139" y="212"/>
                  <a:pt x="139" y="212"/>
                </a:cubicBezTo>
                <a:cubicBezTo>
                  <a:pt x="126" y="217"/>
                  <a:pt x="111" y="220"/>
                  <a:pt x="95" y="220"/>
                </a:cubicBezTo>
                <a:cubicBezTo>
                  <a:pt x="79" y="220"/>
                  <a:pt x="64" y="217"/>
                  <a:pt x="51" y="212"/>
                </a:cubicBezTo>
                <a:close/>
                <a:moveTo>
                  <a:pt x="55" y="239"/>
                </a:moveTo>
                <a:cubicBezTo>
                  <a:pt x="57" y="254"/>
                  <a:pt x="57" y="254"/>
                  <a:pt x="57" y="254"/>
                </a:cubicBezTo>
                <a:cubicBezTo>
                  <a:pt x="57" y="254"/>
                  <a:pt x="60" y="258"/>
                  <a:pt x="70" y="261"/>
                </a:cubicBezTo>
                <a:cubicBezTo>
                  <a:pt x="71" y="270"/>
                  <a:pt x="71" y="270"/>
                  <a:pt x="71" y="270"/>
                </a:cubicBezTo>
                <a:cubicBezTo>
                  <a:pt x="71" y="270"/>
                  <a:pt x="76" y="276"/>
                  <a:pt x="95" y="276"/>
                </a:cubicBezTo>
                <a:cubicBezTo>
                  <a:pt x="114" y="276"/>
                  <a:pt x="119" y="270"/>
                  <a:pt x="119" y="270"/>
                </a:cubicBezTo>
                <a:cubicBezTo>
                  <a:pt x="120" y="261"/>
                  <a:pt x="120" y="261"/>
                  <a:pt x="120" y="261"/>
                </a:cubicBezTo>
                <a:cubicBezTo>
                  <a:pt x="130" y="258"/>
                  <a:pt x="133" y="254"/>
                  <a:pt x="133" y="254"/>
                </a:cubicBezTo>
                <a:cubicBezTo>
                  <a:pt x="135" y="239"/>
                  <a:pt x="135" y="239"/>
                  <a:pt x="135" y="239"/>
                </a:cubicBezTo>
                <a:cubicBezTo>
                  <a:pt x="123" y="243"/>
                  <a:pt x="109" y="246"/>
                  <a:pt x="95" y="246"/>
                </a:cubicBezTo>
                <a:cubicBezTo>
                  <a:pt x="81" y="246"/>
                  <a:pt x="67" y="243"/>
                  <a:pt x="55" y="239"/>
                </a:cubicBezTo>
                <a:close/>
                <a:moveTo>
                  <a:pt x="95" y="0"/>
                </a:moveTo>
                <a:cubicBezTo>
                  <a:pt x="43" y="0"/>
                  <a:pt x="0" y="42"/>
                  <a:pt x="0" y="95"/>
                </a:cubicBezTo>
                <a:cubicBezTo>
                  <a:pt x="0" y="129"/>
                  <a:pt x="18" y="159"/>
                  <a:pt x="46" y="176"/>
                </a:cubicBezTo>
                <a:cubicBezTo>
                  <a:pt x="49" y="200"/>
                  <a:pt x="49" y="200"/>
                  <a:pt x="49" y="200"/>
                </a:cubicBezTo>
                <a:cubicBezTo>
                  <a:pt x="63" y="206"/>
                  <a:pt x="78" y="209"/>
                  <a:pt x="95" y="209"/>
                </a:cubicBezTo>
                <a:cubicBezTo>
                  <a:pt x="112" y="209"/>
                  <a:pt x="128" y="206"/>
                  <a:pt x="141" y="200"/>
                </a:cubicBezTo>
                <a:cubicBezTo>
                  <a:pt x="144" y="176"/>
                  <a:pt x="144" y="176"/>
                  <a:pt x="144" y="176"/>
                </a:cubicBezTo>
                <a:cubicBezTo>
                  <a:pt x="172" y="159"/>
                  <a:pt x="190" y="129"/>
                  <a:pt x="190" y="95"/>
                </a:cubicBezTo>
                <a:cubicBezTo>
                  <a:pt x="190" y="42"/>
                  <a:pt x="148" y="0"/>
                  <a:pt x="95" y="0"/>
                </a:cubicBezTo>
                <a:close/>
                <a:moveTo>
                  <a:pt x="130" y="165"/>
                </a:moveTo>
                <a:cubicBezTo>
                  <a:pt x="128" y="187"/>
                  <a:pt x="128" y="187"/>
                  <a:pt x="128" y="187"/>
                </a:cubicBezTo>
                <a:cubicBezTo>
                  <a:pt x="128" y="187"/>
                  <a:pt x="119" y="192"/>
                  <a:pt x="95" y="192"/>
                </a:cubicBezTo>
                <a:cubicBezTo>
                  <a:pt x="71" y="192"/>
                  <a:pt x="62" y="187"/>
                  <a:pt x="62" y="187"/>
                </a:cubicBezTo>
                <a:cubicBezTo>
                  <a:pt x="60" y="165"/>
                  <a:pt x="60" y="165"/>
                  <a:pt x="60" y="165"/>
                </a:cubicBezTo>
                <a:cubicBezTo>
                  <a:pt x="35" y="152"/>
                  <a:pt x="17" y="125"/>
                  <a:pt x="17" y="95"/>
                </a:cubicBezTo>
                <a:cubicBezTo>
                  <a:pt x="17" y="52"/>
                  <a:pt x="52" y="17"/>
                  <a:pt x="95" y="17"/>
                </a:cubicBezTo>
                <a:cubicBezTo>
                  <a:pt x="138" y="17"/>
                  <a:pt x="173" y="52"/>
                  <a:pt x="173" y="95"/>
                </a:cubicBezTo>
                <a:cubicBezTo>
                  <a:pt x="173" y="125"/>
                  <a:pt x="156" y="152"/>
                  <a:pt x="130" y="165"/>
                </a:cubicBezTo>
                <a:close/>
                <a:moveTo>
                  <a:pt x="116" y="130"/>
                </a:moveTo>
                <a:cubicBezTo>
                  <a:pt x="95" y="92"/>
                  <a:pt x="95" y="92"/>
                  <a:pt x="95" y="92"/>
                </a:cubicBezTo>
                <a:cubicBezTo>
                  <a:pt x="74" y="130"/>
                  <a:pt x="74" y="130"/>
                  <a:pt x="74" y="130"/>
                </a:cubicBezTo>
                <a:cubicBezTo>
                  <a:pt x="65" y="111"/>
                  <a:pt x="65" y="111"/>
                  <a:pt x="65" y="111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73" y="163"/>
                  <a:pt x="73" y="163"/>
                  <a:pt x="73" y="163"/>
                </a:cubicBezTo>
                <a:cubicBezTo>
                  <a:pt x="95" y="123"/>
                  <a:pt x="95" y="123"/>
                  <a:pt x="95" y="123"/>
                </a:cubicBezTo>
                <a:cubicBezTo>
                  <a:pt x="117" y="163"/>
                  <a:pt x="117" y="163"/>
                  <a:pt x="117" y="163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25" y="111"/>
                  <a:pt x="125" y="111"/>
                  <a:pt x="125" y="111"/>
                </a:cubicBezTo>
                <a:lnTo>
                  <a:pt x="116" y="13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67"/>
          <p:cNvSpPr>
            <a:spLocks noChangeArrowheads="1"/>
          </p:cNvSpPr>
          <p:nvPr/>
        </p:nvSpPr>
        <p:spPr bwMode="auto">
          <a:xfrm>
            <a:off x="3978276" y="5362575"/>
            <a:ext cx="1044575" cy="206375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68"/>
          <p:cNvSpPr>
            <a:spLocks noChangeArrowheads="1"/>
          </p:cNvSpPr>
          <p:nvPr/>
        </p:nvSpPr>
        <p:spPr bwMode="auto">
          <a:xfrm>
            <a:off x="3978276" y="4422775"/>
            <a:ext cx="1044575" cy="10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69"/>
          <p:cNvSpPr>
            <a:spLocks noEditPoints="1"/>
          </p:cNvSpPr>
          <p:nvPr/>
        </p:nvSpPr>
        <p:spPr bwMode="auto">
          <a:xfrm>
            <a:off x="4248151" y="4660900"/>
            <a:ext cx="504825" cy="635000"/>
          </a:xfrm>
          <a:custGeom>
            <a:avLst/>
            <a:gdLst>
              <a:gd name="T0" fmla="*/ 80 w 159"/>
              <a:gd name="T1" fmla="*/ 102 h 200"/>
              <a:gd name="T2" fmla="*/ 39 w 159"/>
              <a:gd name="T3" fmla="*/ 143 h 200"/>
              <a:gd name="T4" fmla="*/ 80 w 159"/>
              <a:gd name="T5" fmla="*/ 184 h 200"/>
              <a:gd name="T6" fmla="*/ 121 w 159"/>
              <a:gd name="T7" fmla="*/ 143 h 200"/>
              <a:gd name="T8" fmla="*/ 80 w 159"/>
              <a:gd name="T9" fmla="*/ 102 h 200"/>
              <a:gd name="T10" fmla="*/ 80 w 159"/>
              <a:gd name="T11" fmla="*/ 180 h 200"/>
              <a:gd name="T12" fmla="*/ 43 w 159"/>
              <a:gd name="T13" fmla="*/ 143 h 200"/>
              <a:gd name="T14" fmla="*/ 80 w 159"/>
              <a:gd name="T15" fmla="*/ 106 h 200"/>
              <a:gd name="T16" fmla="*/ 117 w 159"/>
              <a:gd name="T17" fmla="*/ 143 h 200"/>
              <a:gd name="T18" fmla="*/ 80 w 159"/>
              <a:gd name="T19" fmla="*/ 180 h 200"/>
              <a:gd name="T20" fmla="*/ 159 w 159"/>
              <a:gd name="T21" fmla="*/ 31 h 200"/>
              <a:gd name="T22" fmla="*/ 149 w 159"/>
              <a:gd name="T23" fmla="*/ 21 h 200"/>
              <a:gd name="T24" fmla="*/ 112 w 159"/>
              <a:gd name="T25" fmla="*/ 96 h 200"/>
              <a:gd name="T26" fmla="*/ 100 w 159"/>
              <a:gd name="T27" fmla="*/ 90 h 200"/>
              <a:gd name="T28" fmla="*/ 139 w 159"/>
              <a:gd name="T29" fmla="*/ 10 h 200"/>
              <a:gd name="T30" fmla="*/ 128 w 159"/>
              <a:gd name="T31" fmla="*/ 0 h 200"/>
              <a:gd name="T32" fmla="*/ 31 w 159"/>
              <a:gd name="T33" fmla="*/ 0 h 200"/>
              <a:gd name="T34" fmla="*/ 21 w 159"/>
              <a:gd name="T35" fmla="*/ 10 h 200"/>
              <a:gd name="T36" fmla="*/ 60 w 159"/>
              <a:gd name="T37" fmla="*/ 90 h 200"/>
              <a:gd name="T38" fmla="*/ 47 w 159"/>
              <a:gd name="T39" fmla="*/ 96 h 200"/>
              <a:gd name="T40" fmla="*/ 11 w 159"/>
              <a:gd name="T41" fmla="*/ 21 h 200"/>
              <a:gd name="T42" fmla="*/ 0 w 159"/>
              <a:gd name="T43" fmla="*/ 31 h 200"/>
              <a:gd name="T44" fmla="*/ 37 w 159"/>
              <a:gd name="T45" fmla="*/ 106 h 200"/>
              <a:gd name="T46" fmla="*/ 23 w 159"/>
              <a:gd name="T47" fmla="*/ 143 h 200"/>
              <a:gd name="T48" fmla="*/ 80 w 159"/>
              <a:gd name="T49" fmla="*/ 200 h 200"/>
              <a:gd name="T50" fmla="*/ 137 w 159"/>
              <a:gd name="T51" fmla="*/ 143 h 200"/>
              <a:gd name="T52" fmla="*/ 123 w 159"/>
              <a:gd name="T53" fmla="*/ 106 h 200"/>
              <a:gd name="T54" fmla="*/ 159 w 159"/>
              <a:gd name="T55" fmla="*/ 31 h 200"/>
              <a:gd name="T56" fmla="*/ 38 w 159"/>
              <a:gd name="T57" fmla="*/ 14 h 200"/>
              <a:gd name="T58" fmla="*/ 121 w 159"/>
              <a:gd name="T59" fmla="*/ 14 h 200"/>
              <a:gd name="T60" fmla="*/ 114 w 159"/>
              <a:gd name="T61" fmla="*/ 29 h 200"/>
              <a:gd name="T62" fmla="*/ 45 w 159"/>
              <a:gd name="T63" fmla="*/ 29 h 200"/>
              <a:gd name="T64" fmla="*/ 38 w 159"/>
              <a:gd name="T65" fmla="*/ 14 h 200"/>
              <a:gd name="T66" fmla="*/ 52 w 159"/>
              <a:gd name="T67" fmla="*/ 43 h 200"/>
              <a:gd name="T68" fmla="*/ 107 w 159"/>
              <a:gd name="T69" fmla="*/ 43 h 200"/>
              <a:gd name="T70" fmla="*/ 86 w 159"/>
              <a:gd name="T71" fmla="*/ 86 h 200"/>
              <a:gd name="T72" fmla="*/ 80 w 159"/>
              <a:gd name="T73" fmla="*/ 86 h 200"/>
              <a:gd name="T74" fmla="*/ 73 w 159"/>
              <a:gd name="T75" fmla="*/ 86 h 200"/>
              <a:gd name="T76" fmla="*/ 52 w 159"/>
              <a:gd name="T77" fmla="*/ 43 h 200"/>
              <a:gd name="T78" fmla="*/ 125 w 159"/>
              <a:gd name="T79" fmla="*/ 143 h 200"/>
              <a:gd name="T80" fmla="*/ 80 w 159"/>
              <a:gd name="T81" fmla="*/ 188 h 200"/>
              <a:gd name="T82" fmla="*/ 35 w 159"/>
              <a:gd name="T83" fmla="*/ 143 h 200"/>
              <a:gd name="T84" fmla="*/ 80 w 159"/>
              <a:gd name="T85" fmla="*/ 98 h 200"/>
              <a:gd name="T86" fmla="*/ 125 w 159"/>
              <a:gd name="T87" fmla="*/ 143 h 200"/>
              <a:gd name="T88" fmla="*/ 86 w 159"/>
              <a:gd name="T89" fmla="*/ 119 h 200"/>
              <a:gd name="T90" fmla="*/ 80 w 159"/>
              <a:gd name="T91" fmla="*/ 119 h 200"/>
              <a:gd name="T92" fmla="*/ 67 w 159"/>
              <a:gd name="T93" fmla="*/ 126 h 200"/>
              <a:gd name="T94" fmla="*/ 67 w 159"/>
              <a:gd name="T95" fmla="*/ 133 h 200"/>
              <a:gd name="T96" fmla="*/ 77 w 159"/>
              <a:gd name="T97" fmla="*/ 133 h 200"/>
              <a:gd name="T98" fmla="*/ 77 w 159"/>
              <a:gd name="T99" fmla="*/ 161 h 200"/>
              <a:gd name="T100" fmla="*/ 71 w 159"/>
              <a:gd name="T101" fmla="*/ 161 h 200"/>
              <a:gd name="T102" fmla="*/ 71 w 159"/>
              <a:gd name="T103" fmla="*/ 167 h 200"/>
              <a:gd name="T104" fmla="*/ 92 w 159"/>
              <a:gd name="T105" fmla="*/ 167 h 200"/>
              <a:gd name="T106" fmla="*/ 92 w 159"/>
              <a:gd name="T107" fmla="*/ 161 h 200"/>
              <a:gd name="T108" fmla="*/ 86 w 159"/>
              <a:gd name="T109" fmla="*/ 161 h 200"/>
              <a:gd name="T110" fmla="*/ 86 w 159"/>
              <a:gd name="T111" fmla="*/ 119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59" h="200">
                <a:moveTo>
                  <a:pt x="80" y="102"/>
                </a:moveTo>
                <a:cubicBezTo>
                  <a:pt x="57" y="102"/>
                  <a:pt x="39" y="120"/>
                  <a:pt x="39" y="143"/>
                </a:cubicBezTo>
                <a:cubicBezTo>
                  <a:pt x="39" y="166"/>
                  <a:pt x="57" y="184"/>
                  <a:pt x="80" y="184"/>
                </a:cubicBezTo>
                <a:cubicBezTo>
                  <a:pt x="102" y="184"/>
                  <a:pt x="121" y="166"/>
                  <a:pt x="121" y="143"/>
                </a:cubicBezTo>
                <a:cubicBezTo>
                  <a:pt x="121" y="120"/>
                  <a:pt x="102" y="102"/>
                  <a:pt x="80" y="102"/>
                </a:cubicBezTo>
                <a:close/>
                <a:moveTo>
                  <a:pt x="80" y="180"/>
                </a:moveTo>
                <a:cubicBezTo>
                  <a:pt x="60" y="180"/>
                  <a:pt x="43" y="163"/>
                  <a:pt x="43" y="143"/>
                </a:cubicBezTo>
                <a:cubicBezTo>
                  <a:pt x="43" y="123"/>
                  <a:pt x="60" y="106"/>
                  <a:pt x="80" y="106"/>
                </a:cubicBezTo>
                <a:cubicBezTo>
                  <a:pt x="100" y="106"/>
                  <a:pt x="117" y="123"/>
                  <a:pt x="117" y="143"/>
                </a:cubicBezTo>
                <a:cubicBezTo>
                  <a:pt x="117" y="163"/>
                  <a:pt x="100" y="180"/>
                  <a:pt x="80" y="180"/>
                </a:cubicBezTo>
                <a:close/>
                <a:moveTo>
                  <a:pt x="159" y="31"/>
                </a:moveTo>
                <a:cubicBezTo>
                  <a:pt x="149" y="21"/>
                  <a:pt x="149" y="21"/>
                  <a:pt x="149" y="21"/>
                </a:cubicBezTo>
                <a:cubicBezTo>
                  <a:pt x="112" y="96"/>
                  <a:pt x="112" y="96"/>
                  <a:pt x="112" y="96"/>
                </a:cubicBezTo>
                <a:cubicBezTo>
                  <a:pt x="108" y="94"/>
                  <a:pt x="104" y="91"/>
                  <a:pt x="100" y="90"/>
                </a:cubicBezTo>
                <a:cubicBezTo>
                  <a:pt x="139" y="10"/>
                  <a:pt x="139" y="10"/>
                  <a:pt x="139" y="10"/>
                </a:cubicBezTo>
                <a:cubicBezTo>
                  <a:pt x="128" y="0"/>
                  <a:pt x="128" y="0"/>
                  <a:pt x="128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21" y="10"/>
                  <a:pt x="21" y="10"/>
                  <a:pt x="21" y="10"/>
                </a:cubicBezTo>
                <a:cubicBezTo>
                  <a:pt x="60" y="90"/>
                  <a:pt x="60" y="90"/>
                  <a:pt x="60" y="90"/>
                </a:cubicBezTo>
                <a:cubicBezTo>
                  <a:pt x="55" y="91"/>
                  <a:pt x="51" y="94"/>
                  <a:pt x="47" y="96"/>
                </a:cubicBezTo>
                <a:cubicBezTo>
                  <a:pt x="11" y="21"/>
                  <a:pt x="11" y="21"/>
                  <a:pt x="11" y="21"/>
                </a:cubicBezTo>
                <a:cubicBezTo>
                  <a:pt x="0" y="31"/>
                  <a:pt x="0" y="31"/>
                  <a:pt x="0" y="31"/>
                </a:cubicBezTo>
                <a:cubicBezTo>
                  <a:pt x="37" y="106"/>
                  <a:pt x="37" y="106"/>
                  <a:pt x="37" y="106"/>
                </a:cubicBezTo>
                <a:cubicBezTo>
                  <a:pt x="28" y="116"/>
                  <a:pt x="23" y="129"/>
                  <a:pt x="23" y="143"/>
                </a:cubicBezTo>
                <a:cubicBezTo>
                  <a:pt x="23" y="175"/>
                  <a:pt x="48" y="200"/>
                  <a:pt x="80" y="200"/>
                </a:cubicBezTo>
                <a:cubicBezTo>
                  <a:pt x="111" y="200"/>
                  <a:pt x="137" y="175"/>
                  <a:pt x="137" y="143"/>
                </a:cubicBezTo>
                <a:cubicBezTo>
                  <a:pt x="137" y="129"/>
                  <a:pt x="132" y="116"/>
                  <a:pt x="123" y="106"/>
                </a:cubicBezTo>
                <a:lnTo>
                  <a:pt x="159" y="31"/>
                </a:lnTo>
                <a:close/>
                <a:moveTo>
                  <a:pt x="38" y="14"/>
                </a:moveTo>
                <a:cubicBezTo>
                  <a:pt x="121" y="14"/>
                  <a:pt x="121" y="14"/>
                  <a:pt x="121" y="14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45" y="29"/>
                  <a:pt x="45" y="29"/>
                  <a:pt x="45" y="29"/>
                </a:cubicBezTo>
                <a:lnTo>
                  <a:pt x="38" y="14"/>
                </a:lnTo>
                <a:close/>
                <a:moveTo>
                  <a:pt x="52" y="43"/>
                </a:moveTo>
                <a:cubicBezTo>
                  <a:pt x="107" y="43"/>
                  <a:pt x="107" y="43"/>
                  <a:pt x="107" y="43"/>
                </a:cubicBezTo>
                <a:cubicBezTo>
                  <a:pt x="86" y="86"/>
                  <a:pt x="86" y="86"/>
                  <a:pt x="86" y="86"/>
                </a:cubicBezTo>
                <a:cubicBezTo>
                  <a:pt x="84" y="86"/>
                  <a:pt x="82" y="86"/>
                  <a:pt x="80" y="86"/>
                </a:cubicBezTo>
                <a:cubicBezTo>
                  <a:pt x="78" y="86"/>
                  <a:pt x="76" y="86"/>
                  <a:pt x="73" y="86"/>
                </a:cubicBezTo>
                <a:lnTo>
                  <a:pt x="52" y="43"/>
                </a:lnTo>
                <a:close/>
                <a:moveTo>
                  <a:pt x="125" y="143"/>
                </a:moveTo>
                <a:cubicBezTo>
                  <a:pt x="125" y="168"/>
                  <a:pt x="104" y="188"/>
                  <a:pt x="80" y="188"/>
                </a:cubicBezTo>
                <a:cubicBezTo>
                  <a:pt x="55" y="188"/>
                  <a:pt x="35" y="168"/>
                  <a:pt x="35" y="143"/>
                </a:cubicBezTo>
                <a:cubicBezTo>
                  <a:pt x="35" y="118"/>
                  <a:pt x="55" y="98"/>
                  <a:pt x="80" y="98"/>
                </a:cubicBezTo>
                <a:cubicBezTo>
                  <a:pt x="104" y="98"/>
                  <a:pt x="125" y="118"/>
                  <a:pt x="125" y="143"/>
                </a:cubicBezTo>
                <a:close/>
                <a:moveTo>
                  <a:pt x="86" y="119"/>
                </a:moveTo>
                <a:cubicBezTo>
                  <a:pt x="80" y="119"/>
                  <a:pt x="80" y="119"/>
                  <a:pt x="80" y="119"/>
                </a:cubicBezTo>
                <a:cubicBezTo>
                  <a:pt x="80" y="119"/>
                  <a:pt x="77" y="126"/>
                  <a:pt x="67" y="126"/>
                </a:cubicBezTo>
                <a:cubicBezTo>
                  <a:pt x="67" y="133"/>
                  <a:pt x="67" y="133"/>
                  <a:pt x="67" y="133"/>
                </a:cubicBezTo>
                <a:cubicBezTo>
                  <a:pt x="77" y="133"/>
                  <a:pt x="77" y="133"/>
                  <a:pt x="77" y="133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1" y="161"/>
                  <a:pt x="71" y="161"/>
                  <a:pt x="71" y="161"/>
                </a:cubicBezTo>
                <a:cubicBezTo>
                  <a:pt x="71" y="167"/>
                  <a:pt x="71" y="167"/>
                  <a:pt x="71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1"/>
                  <a:pt x="92" y="161"/>
                  <a:pt x="92" y="161"/>
                </a:cubicBezTo>
                <a:cubicBezTo>
                  <a:pt x="86" y="161"/>
                  <a:pt x="86" y="161"/>
                  <a:pt x="86" y="161"/>
                </a:cubicBezTo>
                <a:lnTo>
                  <a:pt x="86" y="11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Oval 70"/>
          <p:cNvSpPr>
            <a:spLocks noChangeArrowheads="1"/>
          </p:cNvSpPr>
          <p:nvPr/>
        </p:nvSpPr>
        <p:spPr bwMode="auto">
          <a:xfrm>
            <a:off x="5102226" y="4841875"/>
            <a:ext cx="793750" cy="158750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71"/>
          <p:cNvSpPr>
            <a:spLocks noChangeArrowheads="1"/>
          </p:cNvSpPr>
          <p:nvPr/>
        </p:nvSpPr>
        <p:spPr bwMode="auto">
          <a:xfrm>
            <a:off x="5102226" y="4130675"/>
            <a:ext cx="793750" cy="7905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2"/>
          <p:cNvSpPr>
            <a:spLocks noEditPoints="1"/>
          </p:cNvSpPr>
          <p:nvPr/>
        </p:nvSpPr>
        <p:spPr bwMode="auto">
          <a:xfrm>
            <a:off x="5270501" y="4340225"/>
            <a:ext cx="454025" cy="384175"/>
          </a:xfrm>
          <a:custGeom>
            <a:avLst/>
            <a:gdLst>
              <a:gd name="T0" fmla="*/ 115 w 143"/>
              <a:gd name="T1" fmla="*/ 3 h 121"/>
              <a:gd name="T2" fmla="*/ 109 w 143"/>
              <a:gd name="T3" fmla="*/ 9 h 121"/>
              <a:gd name="T4" fmla="*/ 116 w 143"/>
              <a:gd name="T5" fmla="*/ 14 h 121"/>
              <a:gd name="T6" fmla="*/ 122 w 143"/>
              <a:gd name="T7" fmla="*/ 13 h 121"/>
              <a:gd name="T8" fmla="*/ 69 w 143"/>
              <a:gd name="T9" fmla="*/ 66 h 121"/>
              <a:gd name="T10" fmla="*/ 38 w 143"/>
              <a:gd name="T11" fmla="*/ 35 h 121"/>
              <a:gd name="T12" fmla="*/ 3 w 143"/>
              <a:gd name="T13" fmla="*/ 71 h 121"/>
              <a:gd name="T14" fmla="*/ 3 w 143"/>
              <a:gd name="T15" fmla="*/ 79 h 121"/>
              <a:gd name="T16" fmla="*/ 11 w 143"/>
              <a:gd name="T17" fmla="*/ 79 h 121"/>
              <a:gd name="T18" fmla="*/ 38 w 143"/>
              <a:gd name="T19" fmla="*/ 51 h 121"/>
              <a:gd name="T20" fmla="*/ 69 w 143"/>
              <a:gd name="T21" fmla="*/ 82 h 121"/>
              <a:gd name="T22" fmla="*/ 130 w 143"/>
              <a:gd name="T23" fmla="*/ 21 h 121"/>
              <a:gd name="T24" fmla="*/ 129 w 143"/>
              <a:gd name="T25" fmla="*/ 28 h 121"/>
              <a:gd name="T26" fmla="*/ 134 w 143"/>
              <a:gd name="T27" fmla="*/ 34 h 121"/>
              <a:gd name="T28" fmla="*/ 135 w 143"/>
              <a:gd name="T29" fmla="*/ 34 h 121"/>
              <a:gd name="T30" fmla="*/ 141 w 143"/>
              <a:gd name="T31" fmla="*/ 29 h 121"/>
              <a:gd name="T32" fmla="*/ 143 w 143"/>
              <a:gd name="T33" fmla="*/ 0 h 121"/>
              <a:gd name="T34" fmla="*/ 115 w 143"/>
              <a:gd name="T35" fmla="*/ 3 h 121"/>
              <a:gd name="T36" fmla="*/ 51 w 143"/>
              <a:gd name="T37" fmla="*/ 79 h 121"/>
              <a:gd name="T38" fmla="*/ 51 w 143"/>
              <a:gd name="T39" fmla="*/ 121 h 121"/>
              <a:gd name="T40" fmla="*/ 83 w 143"/>
              <a:gd name="T41" fmla="*/ 121 h 121"/>
              <a:gd name="T42" fmla="*/ 83 w 143"/>
              <a:gd name="T43" fmla="*/ 83 h 121"/>
              <a:gd name="T44" fmla="*/ 69 w 143"/>
              <a:gd name="T45" fmla="*/ 97 h 121"/>
              <a:gd name="T46" fmla="*/ 51 w 143"/>
              <a:gd name="T47" fmla="*/ 79 h 121"/>
              <a:gd name="T48" fmla="*/ 7 w 143"/>
              <a:gd name="T49" fmla="*/ 116 h 121"/>
              <a:gd name="T50" fmla="*/ 12 w 143"/>
              <a:gd name="T51" fmla="*/ 121 h 121"/>
              <a:gd name="T52" fmla="*/ 38 w 143"/>
              <a:gd name="T53" fmla="*/ 121 h 121"/>
              <a:gd name="T54" fmla="*/ 38 w 143"/>
              <a:gd name="T55" fmla="*/ 66 h 121"/>
              <a:gd name="T56" fmla="*/ 7 w 143"/>
              <a:gd name="T57" fmla="*/ 98 h 121"/>
              <a:gd name="T58" fmla="*/ 7 w 143"/>
              <a:gd name="T59" fmla="*/ 116 h 121"/>
              <a:gd name="T60" fmla="*/ 96 w 143"/>
              <a:gd name="T61" fmla="*/ 70 h 121"/>
              <a:gd name="T62" fmla="*/ 96 w 143"/>
              <a:gd name="T63" fmla="*/ 121 h 121"/>
              <a:gd name="T64" fmla="*/ 122 w 143"/>
              <a:gd name="T65" fmla="*/ 121 h 121"/>
              <a:gd name="T66" fmla="*/ 127 w 143"/>
              <a:gd name="T67" fmla="*/ 116 h 121"/>
              <a:gd name="T68" fmla="*/ 127 w 143"/>
              <a:gd name="T69" fmla="*/ 66 h 121"/>
              <a:gd name="T70" fmla="*/ 127 w 143"/>
              <a:gd name="T71" fmla="*/ 39 h 121"/>
              <a:gd name="T72" fmla="*/ 100 w 143"/>
              <a:gd name="T73" fmla="*/ 66 h 121"/>
              <a:gd name="T74" fmla="*/ 96 w 143"/>
              <a:gd name="T75" fmla="*/ 70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3" h="121">
                <a:moveTo>
                  <a:pt x="115" y="3"/>
                </a:moveTo>
                <a:cubicBezTo>
                  <a:pt x="112" y="3"/>
                  <a:pt x="109" y="6"/>
                  <a:pt x="109" y="9"/>
                </a:cubicBezTo>
                <a:cubicBezTo>
                  <a:pt x="110" y="12"/>
                  <a:pt x="113" y="14"/>
                  <a:pt x="116" y="14"/>
                </a:cubicBezTo>
                <a:cubicBezTo>
                  <a:pt x="122" y="13"/>
                  <a:pt x="122" y="13"/>
                  <a:pt x="122" y="13"/>
                </a:cubicBezTo>
                <a:cubicBezTo>
                  <a:pt x="69" y="66"/>
                  <a:pt x="69" y="66"/>
                  <a:pt x="69" y="66"/>
                </a:cubicBezTo>
                <a:cubicBezTo>
                  <a:pt x="38" y="35"/>
                  <a:pt x="38" y="35"/>
                  <a:pt x="38" y="35"/>
                </a:cubicBezTo>
                <a:cubicBezTo>
                  <a:pt x="3" y="71"/>
                  <a:pt x="3" y="71"/>
                  <a:pt x="3" y="71"/>
                </a:cubicBezTo>
                <a:cubicBezTo>
                  <a:pt x="0" y="73"/>
                  <a:pt x="0" y="77"/>
                  <a:pt x="3" y="79"/>
                </a:cubicBezTo>
                <a:cubicBezTo>
                  <a:pt x="5" y="81"/>
                  <a:pt x="8" y="81"/>
                  <a:pt x="11" y="79"/>
                </a:cubicBezTo>
                <a:cubicBezTo>
                  <a:pt x="38" y="51"/>
                  <a:pt x="38" y="51"/>
                  <a:pt x="38" y="51"/>
                </a:cubicBezTo>
                <a:cubicBezTo>
                  <a:pt x="69" y="82"/>
                  <a:pt x="69" y="82"/>
                  <a:pt x="69" y="82"/>
                </a:cubicBezTo>
                <a:cubicBezTo>
                  <a:pt x="130" y="21"/>
                  <a:pt x="130" y="21"/>
                  <a:pt x="130" y="21"/>
                </a:cubicBezTo>
                <a:cubicBezTo>
                  <a:pt x="129" y="28"/>
                  <a:pt x="129" y="28"/>
                  <a:pt x="129" y="28"/>
                </a:cubicBezTo>
                <a:cubicBezTo>
                  <a:pt x="129" y="31"/>
                  <a:pt x="131" y="34"/>
                  <a:pt x="134" y="34"/>
                </a:cubicBezTo>
                <a:cubicBezTo>
                  <a:pt x="135" y="34"/>
                  <a:pt x="135" y="34"/>
                  <a:pt x="135" y="34"/>
                </a:cubicBezTo>
                <a:cubicBezTo>
                  <a:pt x="138" y="34"/>
                  <a:pt x="140" y="32"/>
                  <a:pt x="141" y="29"/>
                </a:cubicBezTo>
                <a:cubicBezTo>
                  <a:pt x="143" y="0"/>
                  <a:pt x="143" y="0"/>
                  <a:pt x="143" y="0"/>
                </a:cubicBezTo>
                <a:lnTo>
                  <a:pt x="115" y="3"/>
                </a:lnTo>
                <a:close/>
                <a:moveTo>
                  <a:pt x="51" y="79"/>
                </a:moveTo>
                <a:cubicBezTo>
                  <a:pt x="51" y="121"/>
                  <a:pt x="51" y="121"/>
                  <a:pt x="51" y="121"/>
                </a:cubicBezTo>
                <a:cubicBezTo>
                  <a:pt x="83" y="121"/>
                  <a:pt x="83" y="121"/>
                  <a:pt x="83" y="121"/>
                </a:cubicBezTo>
                <a:cubicBezTo>
                  <a:pt x="83" y="83"/>
                  <a:pt x="83" y="83"/>
                  <a:pt x="83" y="83"/>
                </a:cubicBezTo>
                <a:cubicBezTo>
                  <a:pt x="69" y="97"/>
                  <a:pt x="69" y="97"/>
                  <a:pt x="69" y="97"/>
                </a:cubicBezTo>
                <a:lnTo>
                  <a:pt x="51" y="79"/>
                </a:lnTo>
                <a:close/>
                <a:moveTo>
                  <a:pt x="7" y="116"/>
                </a:moveTo>
                <a:cubicBezTo>
                  <a:pt x="7" y="119"/>
                  <a:pt x="9" y="121"/>
                  <a:pt x="12" y="121"/>
                </a:cubicBezTo>
                <a:cubicBezTo>
                  <a:pt x="38" y="121"/>
                  <a:pt x="38" y="121"/>
                  <a:pt x="38" y="121"/>
                </a:cubicBezTo>
                <a:cubicBezTo>
                  <a:pt x="38" y="66"/>
                  <a:pt x="38" y="66"/>
                  <a:pt x="38" y="66"/>
                </a:cubicBezTo>
                <a:cubicBezTo>
                  <a:pt x="7" y="98"/>
                  <a:pt x="7" y="98"/>
                  <a:pt x="7" y="98"/>
                </a:cubicBezTo>
                <a:lnTo>
                  <a:pt x="7" y="116"/>
                </a:lnTo>
                <a:close/>
                <a:moveTo>
                  <a:pt x="96" y="70"/>
                </a:moveTo>
                <a:cubicBezTo>
                  <a:pt x="96" y="121"/>
                  <a:pt x="96" y="121"/>
                  <a:pt x="9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5" y="121"/>
                  <a:pt x="127" y="119"/>
                  <a:pt x="127" y="116"/>
                </a:cubicBezTo>
                <a:cubicBezTo>
                  <a:pt x="127" y="66"/>
                  <a:pt x="127" y="66"/>
                  <a:pt x="127" y="66"/>
                </a:cubicBezTo>
                <a:cubicBezTo>
                  <a:pt x="127" y="39"/>
                  <a:pt x="127" y="39"/>
                  <a:pt x="127" y="39"/>
                </a:cubicBezTo>
                <a:cubicBezTo>
                  <a:pt x="100" y="66"/>
                  <a:pt x="100" y="66"/>
                  <a:pt x="100" y="66"/>
                </a:cubicBezTo>
                <a:lnTo>
                  <a:pt x="96" y="7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Oval 73"/>
          <p:cNvSpPr>
            <a:spLocks noChangeArrowheads="1"/>
          </p:cNvSpPr>
          <p:nvPr/>
        </p:nvSpPr>
        <p:spPr bwMode="auto">
          <a:xfrm>
            <a:off x="6019801" y="4422775"/>
            <a:ext cx="539750" cy="107950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6019801" y="3937000"/>
            <a:ext cx="539750" cy="5397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75"/>
          <p:cNvSpPr>
            <a:spLocks noEditPoints="1"/>
          </p:cNvSpPr>
          <p:nvPr/>
        </p:nvSpPr>
        <p:spPr bwMode="auto">
          <a:xfrm>
            <a:off x="6143626" y="4038600"/>
            <a:ext cx="292100" cy="304800"/>
          </a:xfrm>
          <a:custGeom>
            <a:avLst/>
            <a:gdLst>
              <a:gd name="T0" fmla="*/ 65 w 92"/>
              <a:gd name="T1" fmla="*/ 79 h 96"/>
              <a:gd name="T2" fmla="*/ 67 w 92"/>
              <a:gd name="T3" fmla="*/ 82 h 96"/>
              <a:gd name="T4" fmla="*/ 92 w 92"/>
              <a:gd name="T5" fmla="*/ 96 h 96"/>
              <a:gd name="T6" fmla="*/ 92 w 92"/>
              <a:gd name="T7" fmla="*/ 67 h 96"/>
              <a:gd name="T8" fmla="*/ 91 w 92"/>
              <a:gd name="T9" fmla="*/ 64 h 96"/>
              <a:gd name="T10" fmla="*/ 88 w 92"/>
              <a:gd name="T11" fmla="*/ 59 h 96"/>
              <a:gd name="T12" fmla="*/ 62 w 92"/>
              <a:gd name="T13" fmla="*/ 75 h 96"/>
              <a:gd name="T14" fmla="*/ 65 w 92"/>
              <a:gd name="T15" fmla="*/ 79 h 96"/>
              <a:gd name="T16" fmla="*/ 80 w 92"/>
              <a:gd name="T17" fmla="*/ 59 h 96"/>
              <a:gd name="T18" fmla="*/ 86 w 92"/>
              <a:gd name="T19" fmla="*/ 56 h 96"/>
              <a:gd name="T20" fmla="*/ 59 w 92"/>
              <a:gd name="T21" fmla="*/ 11 h 96"/>
              <a:gd name="T22" fmla="*/ 53 w 92"/>
              <a:gd name="T23" fmla="*/ 15 h 96"/>
              <a:gd name="T24" fmla="*/ 80 w 92"/>
              <a:gd name="T25" fmla="*/ 59 h 96"/>
              <a:gd name="T26" fmla="*/ 77 w 92"/>
              <a:gd name="T27" fmla="*/ 61 h 96"/>
              <a:gd name="T28" fmla="*/ 50 w 92"/>
              <a:gd name="T29" fmla="*/ 16 h 96"/>
              <a:gd name="T30" fmla="*/ 42 w 92"/>
              <a:gd name="T31" fmla="*/ 21 h 96"/>
              <a:gd name="T32" fmla="*/ 69 w 92"/>
              <a:gd name="T33" fmla="*/ 66 h 96"/>
              <a:gd name="T34" fmla="*/ 77 w 92"/>
              <a:gd name="T35" fmla="*/ 61 h 96"/>
              <a:gd name="T36" fmla="*/ 33 w 92"/>
              <a:gd name="T37" fmla="*/ 27 h 96"/>
              <a:gd name="T38" fmla="*/ 60 w 92"/>
              <a:gd name="T39" fmla="*/ 71 h 96"/>
              <a:gd name="T40" fmla="*/ 66 w 92"/>
              <a:gd name="T41" fmla="*/ 67 h 96"/>
              <a:gd name="T42" fmla="*/ 39 w 92"/>
              <a:gd name="T43" fmla="*/ 23 h 96"/>
              <a:gd name="T44" fmla="*/ 33 w 92"/>
              <a:gd name="T45" fmla="*/ 27 h 96"/>
              <a:gd name="T46" fmla="*/ 30 w 92"/>
              <a:gd name="T47" fmla="*/ 23 h 96"/>
              <a:gd name="T48" fmla="*/ 57 w 92"/>
              <a:gd name="T49" fmla="*/ 7 h 96"/>
              <a:gd name="T50" fmla="*/ 55 w 92"/>
              <a:gd name="T51" fmla="*/ 4 h 96"/>
              <a:gd name="T52" fmla="*/ 46 w 92"/>
              <a:gd name="T53" fmla="*/ 2 h 96"/>
              <a:gd name="T54" fmla="*/ 31 w 92"/>
              <a:gd name="T55" fmla="*/ 11 h 96"/>
              <a:gd name="T56" fmla="*/ 29 w 92"/>
              <a:gd name="T57" fmla="*/ 20 h 96"/>
              <a:gd name="T58" fmla="*/ 30 w 92"/>
              <a:gd name="T59" fmla="*/ 23 h 96"/>
              <a:gd name="T60" fmla="*/ 0 w 92"/>
              <a:gd name="T61" fmla="*/ 96 h 96"/>
              <a:gd name="T62" fmla="*/ 71 w 92"/>
              <a:gd name="T63" fmla="*/ 96 h 96"/>
              <a:gd name="T64" fmla="*/ 71 w 92"/>
              <a:gd name="T65" fmla="*/ 90 h 96"/>
              <a:gd name="T66" fmla="*/ 0 w 92"/>
              <a:gd name="T67" fmla="*/ 90 h 96"/>
              <a:gd name="T68" fmla="*/ 0 w 92"/>
              <a:gd name="T69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2" h="96">
                <a:moveTo>
                  <a:pt x="65" y="79"/>
                </a:moveTo>
                <a:cubicBezTo>
                  <a:pt x="65" y="80"/>
                  <a:pt x="66" y="81"/>
                  <a:pt x="67" y="82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67"/>
                  <a:pt x="92" y="67"/>
                  <a:pt x="92" y="67"/>
                </a:cubicBezTo>
                <a:cubicBezTo>
                  <a:pt x="92" y="65"/>
                  <a:pt x="91" y="64"/>
                  <a:pt x="91" y="64"/>
                </a:cubicBezTo>
                <a:cubicBezTo>
                  <a:pt x="88" y="59"/>
                  <a:pt x="88" y="59"/>
                  <a:pt x="88" y="59"/>
                </a:cubicBezTo>
                <a:cubicBezTo>
                  <a:pt x="62" y="75"/>
                  <a:pt x="62" y="75"/>
                  <a:pt x="62" y="75"/>
                </a:cubicBezTo>
                <a:lnTo>
                  <a:pt x="65" y="79"/>
                </a:lnTo>
                <a:close/>
                <a:moveTo>
                  <a:pt x="80" y="59"/>
                </a:moveTo>
                <a:cubicBezTo>
                  <a:pt x="86" y="56"/>
                  <a:pt x="86" y="56"/>
                  <a:pt x="86" y="56"/>
                </a:cubicBezTo>
                <a:cubicBezTo>
                  <a:pt x="59" y="11"/>
                  <a:pt x="59" y="11"/>
                  <a:pt x="59" y="11"/>
                </a:cubicBezTo>
                <a:cubicBezTo>
                  <a:pt x="53" y="15"/>
                  <a:pt x="53" y="15"/>
                  <a:pt x="53" y="15"/>
                </a:cubicBezTo>
                <a:lnTo>
                  <a:pt x="80" y="59"/>
                </a:lnTo>
                <a:close/>
                <a:moveTo>
                  <a:pt x="77" y="61"/>
                </a:moveTo>
                <a:cubicBezTo>
                  <a:pt x="50" y="16"/>
                  <a:pt x="50" y="16"/>
                  <a:pt x="50" y="16"/>
                </a:cubicBezTo>
                <a:cubicBezTo>
                  <a:pt x="42" y="21"/>
                  <a:pt x="42" y="21"/>
                  <a:pt x="42" y="21"/>
                </a:cubicBezTo>
                <a:cubicBezTo>
                  <a:pt x="69" y="66"/>
                  <a:pt x="69" y="66"/>
                  <a:pt x="69" y="66"/>
                </a:cubicBezTo>
                <a:lnTo>
                  <a:pt x="77" y="61"/>
                </a:lnTo>
                <a:close/>
                <a:moveTo>
                  <a:pt x="33" y="27"/>
                </a:moveTo>
                <a:cubicBezTo>
                  <a:pt x="60" y="71"/>
                  <a:pt x="60" y="71"/>
                  <a:pt x="60" y="71"/>
                </a:cubicBezTo>
                <a:cubicBezTo>
                  <a:pt x="66" y="67"/>
                  <a:pt x="66" y="67"/>
                  <a:pt x="66" y="67"/>
                </a:cubicBezTo>
                <a:cubicBezTo>
                  <a:pt x="39" y="23"/>
                  <a:pt x="39" y="23"/>
                  <a:pt x="39" y="23"/>
                </a:cubicBezTo>
                <a:lnTo>
                  <a:pt x="33" y="27"/>
                </a:lnTo>
                <a:close/>
                <a:moveTo>
                  <a:pt x="30" y="23"/>
                </a:moveTo>
                <a:cubicBezTo>
                  <a:pt x="57" y="7"/>
                  <a:pt x="57" y="7"/>
                  <a:pt x="57" y="7"/>
                </a:cubicBezTo>
                <a:cubicBezTo>
                  <a:pt x="55" y="4"/>
                  <a:pt x="55" y="4"/>
                  <a:pt x="55" y="4"/>
                </a:cubicBezTo>
                <a:cubicBezTo>
                  <a:pt x="53" y="1"/>
                  <a:pt x="49" y="0"/>
                  <a:pt x="46" y="2"/>
                </a:cubicBezTo>
                <a:cubicBezTo>
                  <a:pt x="31" y="11"/>
                  <a:pt x="31" y="11"/>
                  <a:pt x="31" y="11"/>
                </a:cubicBezTo>
                <a:cubicBezTo>
                  <a:pt x="28" y="13"/>
                  <a:pt x="27" y="17"/>
                  <a:pt x="29" y="20"/>
                </a:cubicBezTo>
                <a:lnTo>
                  <a:pt x="30" y="23"/>
                </a:lnTo>
                <a:close/>
                <a:moveTo>
                  <a:pt x="0" y="96"/>
                </a:moveTo>
                <a:cubicBezTo>
                  <a:pt x="71" y="96"/>
                  <a:pt x="71" y="96"/>
                  <a:pt x="71" y="96"/>
                </a:cubicBezTo>
                <a:cubicBezTo>
                  <a:pt x="71" y="90"/>
                  <a:pt x="71" y="90"/>
                  <a:pt x="71" y="90"/>
                </a:cubicBezTo>
                <a:cubicBezTo>
                  <a:pt x="0" y="90"/>
                  <a:pt x="0" y="90"/>
                  <a:pt x="0" y="90"/>
                </a:cubicBezTo>
                <a:lnTo>
                  <a:pt x="0" y="9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611188" y="4044062"/>
            <a:ext cx="180000" cy="0"/>
          </a:xfrm>
          <a:prstGeom prst="line">
            <a:avLst/>
          </a:prstGeom>
          <a:ln w="254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8638" y="3487637"/>
            <a:ext cx="234223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fa-IR" sz="1600" dirty="0">
                <a:solidFill>
                  <a:schemeClr val="accent1"/>
                </a:solidFill>
                <a:cs typeface="B Titr" panose="00000700000000000000" pitchFamily="2" charset="-78"/>
              </a:rPr>
              <a:t>ارتباط تصویری دو یا چند طرفه از </a:t>
            </a:r>
            <a:r>
              <a:rPr lang="fa-IR" sz="1600" dirty="0" smtClean="0">
                <a:solidFill>
                  <a:schemeClr val="accent1"/>
                </a:solidFill>
                <a:cs typeface="B Titr" panose="00000700000000000000" pitchFamily="2" charset="-78"/>
              </a:rPr>
              <a:t>راه </a:t>
            </a:r>
            <a:r>
              <a:rPr lang="fa-IR" sz="1600" dirty="0">
                <a:solidFill>
                  <a:schemeClr val="accent1"/>
                </a:solidFill>
                <a:cs typeface="B Titr" panose="00000700000000000000" pitchFamily="2" charset="-78"/>
              </a:rPr>
              <a:t>دور</a:t>
            </a:r>
            <a:endParaRPr lang="en-US" sz="1600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611188" y="2112023"/>
            <a:ext cx="1800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11188" y="1764891"/>
            <a:ext cx="17653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1"/>
            <a:r>
              <a:rPr lang="fa-IR" sz="1600" dirty="0">
                <a:solidFill>
                  <a:schemeClr val="accent2"/>
                </a:solidFill>
                <a:cs typeface="B Titr" panose="00000700000000000000" pitchFamily="2" charset="-78"/>
              </a:rPr>
              <a:t>احیای فرصتهای پنهان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3574384" y="2112023"/>
            <a:ext cx="180000" cy="0"/>
          </a:xfrm>
          <a:prstGeom prst="line">
            <a:avLst/>
          </a:prstGeom>
          <a:ln w="254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574383" y="1764891"/>
            <a:ext cx="226253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fa-IR" sz="1600" dirty="0">
                <a:solidFill>
                  <a:schemeClr val="bg2"/>
                </a:solidFill>
                <a:cs typeface="B Titr" panose="00000700000000000000" pitchFamily="2" charset="-78"/>
              </a:rPr>
              <a:t>افزایش بهره وری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8352813" y="5076449"/>
            <a:ext cx="180000" cy="0"/>
          </a:xfrm>
          <a:prstGeom prst="line">
            <a:avLst/>
          </a:prstGeom>
          <a:ln w="254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767513" y="4729317"/>
            <a:ext cx="17653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r>
              <a:rPr lang="fa-IR" sz="1600" dirty="0">
                <a:solidFill>
                  <a:schemeClr val="bg2"/>
                </a:solidFill>
                <a:cs typeface="B Titr" panose="00000700000000000000" pitchFamily="2" charset="-78"/>
              </a:rPr>
              <a:t>صرفه جویی در زمان و هزینه ها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7513" y="1276790"/>
            <a:ext cx="1765300" cy="1106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2500" dirty="0" smtClean="0">
                <a:solidFill>
                  <a:schemeClr val="accent2"/>
                </a:solidFill>
                <a:cs typeface="B Titr" panose="00000700000000000000" pitchFamily="2" charset="-78"/>
              </a:rPr>
              <a:t>ویدئوکنفرانس</a:t>
            </a:r>
          </a:p>
          <a:p>
            <a:pPr algn="ctr">
              <a:lnSpc>
                <a:spcPct val="150000"/>
              </a:lnSpc>
            </a:pPr>
            <a:r>
              <a:rPr lang="fa-IR" sz="2500" dirty="0" smtClean="0">
                <a:solidFill>
                  <a:schemeClr val="accent2"/>
                </a:solidFill>
                <a:cs typeface="B Titr" panose="00000700000000000000" pitchFamily="2" charset="-78"/>
              </a:rPr>
              <a:t>چیست</a:t>
            </a:r>
            <a:r>
              <a:rPr lang="fa-IR" sz="2500" dirty="0">
                <a:solidFill>
                  <a:schemeClr val="accent2"/>
                </a:solidFill>
                <a:cs typeface="B Titr" panose="00000700000000000000" pitchFamily="2" charset="-78"/>
              </a:rPr>
              <a:t>؟</a:t>
            </a:r>
            <a:endParaRPr lang="en-US" sz="2500" b="1" dirty="0">
              <a:solidFill>
                <a:schemeClr val="accent2"/>
              </a:solidFill>
              <a:cs typeface="B Titr" panose="00000700000000000000" pitchFamily="2" charset="-78"/>
            </a:endParaRPr>
          </a:p>
        </p:txBody>
      </p:sp>
      <p:sp>
        <p:nvSpPr>
          <p:cNvPr id="39" name="Text Placeholder 4"/>
          <p:cNvSpPr txBox="1">
            <a:spLocks/>
          </p:cNvSpPr>
          <p:nvPr/>
        </p:nvSpPr>
        <p:spPr>
          <a:xfrm>
            <a:off x="1927225" y="808384"/>
            <a:ext cx="2538541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474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/>
          <p:cNvCxnSpPr/>
          <p:nvPr/>
        </p:nvCxnSpPr>
        <p:spPr>
          <a:xfrm flipV="1">
            <a:off x="986571" y="4286348"/>
            <a:ext cx="0" cy="516577"/>
          </a:xfrm>
          <a:prstGeom prst="line">
            <a:avLst/>
          </a:prstGeom>
          <a:ln w="38100" cap="rnd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4318556" y="4286348"/>
            <a:ext cx="0" cy="516577"/>
          </a:xfrm>
          <a:prstGeom prst="line">
            <a:avLst/>
          </a:prstGeom>
          <a:ln w="381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005717" y="4286348"/>
            <a:ext cx="0" cy="516577"/>
          </a:xfrm>
          <a:prstGeom prst="line">
            <a:avLst/>
          </a:prstGeom>
          <a:ln w="38100" cap="rnd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>
            <a:spLocks/>
          </p:cNvSpPr>
          <p:nvPr/>
        </p:nvSpPr>
        <p:spPr>
          <a:xfrm>
            <a:off x="3175" y="2038985"/>
            <a:ext cx="9140825" cy="1800225"/>
          </a:xfrm>
          <a:prstGeom prst="rect">
            <a:avLst/>
          </a:prstGeom>
          <a:solidFill>
            <a:srgbClr val="E7E5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375444" y="1918335"/>
            <a:ext cx="1441450" cy="2470149"/>
            <a:chOff x="906463" y="1800225"/>
            <a:chExt cx="1441450" cy="2470149"/>
          </a:xfrm>
        </p:grpSpPr>
        <p:sp>
          <p:nvSpPr>
            <p:cNvPr id="52" name="Freeform 153"/>
            <p:cNvSpPr>
              <a:spLocks/>
            </p:cNvSpPr>
            <p:nvPr/>
          </p:nvSpPr>
          <p:spPr bwMode="auto">
            <a:xfrm>
              <a:off x="2132013" y="1822450"/>
              <a:ext cx="190500" cy="98425"/>
            </a:xfrm>
            <a:custGeom>
              <a:avLst/>
              <a:gdLst>
                <a:gd name="T0" fmla="*/ 0 w 60"/>
                <a:gd name="T1" fmla="*/ 31 h 31"/>
                <a:gd name="T2" fmla="*/ 30 w 60"/>
                <a:gd name="T3" fmla="*/ 0 h 31"/>
                <a:gd name="T4" fmla="*/ 60 w 60"/>
                <a:gd name="T5" fmla="*/ 31 h 31"/>
                <a:gd name="T6" fmla="*/ 0 w 60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31">
                  <a:moveTo>
                    <a:pt x="0" y="31"/>
                  </a:move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0" y="14"/>
                    <a:pt x="60" y="31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973138" y="1831974"/>
              <a:ext cx="1254125" cy="2438400"/>
            </a:xfrm>
            <a:custGeom>
              <a:avLst/>
              <a:gdLst>
                <a:gd name="connsiteX0" fmla="*/ 1254125 w 1254125"/>
                <a:gd name="connsiteY0" fmla="*/ 0 h 2438400"/>
                <a:gd name="connsiteX1" fmla="*/ 1200150 w 1254125"/>
                <a:gd name="connsiteY1" fmla="*/ 88900 h 2438400"/>
                <a:gd name="connsiteX2" fmla="*/ 1200150 w 1254125"/>
                <a:gd name="connsiteY2" fmla="*/ 1746250 h 2438400"/>
                <a:gd name="connsiteX3" fmla="*/ 1168400 w 1254125"/>
                <a:gd name="connsiteY3" fmla="*/ 1889125 h 2438400"/>
                <a:gd name="connsiteX4" fmla="*/ 1098550 w 1254125"/>
                <a:gd name="connsiteY4" fmla="*/ 1987550 h 2438400"/>
                <a:gd name="connsiteX5" fmla="*/ 682625 w 1254125"/>
                <a:gd name="connsiteY5" fmla="*/ 2406650 h 2438400"/>
                <a:gd name="connsiteX6" fmla="*/ 600075 w 1254125"/>
                <a:gd name="connsiteY6" fmla="*/ 2438400 h 2438400"/>
                <a:gd name="connsiteX7" fmla="*/ 520700 w 1254125"/>
                <a:gd name="connsiteY7" fmla="*/ 2406650 h 2438400"/>
                <a:gd name="connsiteX8" fmla="*/ 101600 w 1254125"/>
                <a:gd name="connsiteY8" fmla="*/ 1987550 h 2438400"/>
                <a:gd name="connsiteX9" fmla="*/ 31750 w 1254125"/>
                <a:gd name="connsiteY9" fmla="*/ 1889125 h 2438400"/>
                <a:gd name="connsiteX10" fmla="*/ 0 w 1254125"/>
                <a:gd name="connsiteY10" fmla="*/ 1746250 h 2438400"/>
                <a:gd name="connsiteX11" fmla="*/ 0 w 1254125"/>
                <a:gd name="connsiteY11" fmla="*/ 88900 h 2438400"/>
                <a:gd name="connsiteX12" fmla="*/ 1158875 w 1254125"/>
                <a:gd name="connsiteY12" fmla="*/ 88900 h 2438400"/>
                <a:gd name="connsiteX13" fmla="*/ 1164035 w 1254125"/>
                <a:gd name="connsiteY13" fmla="*/ 88900 h 2438400"/>
                <a:gd name="connsiteX14" fmla="*/ 1165225 w 1254125"/>
                <a:gd name="connsiteY14" fmla="*/ 88900 h 2438400"/>
                <a:gd name="connsiteX15" fmla="*/ 1254125 w 1254125"/>
                <a:gd name="connsiteY15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4125" h="2438400">
                  <a:moveTo>
                    <a:pt x="1254125" y="0"/>
                  </a:moveTo>
                  <a:cubicBezTo>
                    <a:pt x="1254125" y="0"/>
                    <a:pt x="1200150" y="25400"/>
                    <a:pt x="1200150" y="88900"/>
                  </a:cubicBezTo>
                  <a:cubicBezTo>
                    <a:pt x="1200150" y="88900"/>
                    <a:pt x="1200150" y="88900"/>
                    <a:pt x="1200150" y="1746250"/>
                  </a:cubicBezTo>
                  <a:cubicBezTo>
                    <a:pt x="1200150" y="1793875"/>
                    <a:pt x="1190625" y="1844675"/>
                    <a:pt x="1168400" y="1889125"/>
                  </a:cubicBezTo>
                  <a:cubicBezTo>
                    <a:pt x="1152525" y="1924050"/>
                    <a:pt x="1130300" y="1958975"/>
                    <a:pt x="1098550" y="1987550"/>
                  </a:cubicBezTo>
                  <a:cubicBezTo>
                    <a:pt x="1098550" y="1987550"/>
                    <a:pt x="1098550" y="1987550"/>
                    <a:pt x="682625" y="2406650"/>
                  </a:cubicBezTo>
                  <a:cubicBezTo>
                    <a:pt x="660400" y="2428875"/>
                    <a:pt x="631825" y="2438400"/>
                    <a:pt x="600075" y="2438400"/>
                  </a:cubicBezTo>
                  <a:cubicBezTo>
                    <a:pt x="571500" y="2438400"/>
                    <a:pt x="539750" y="2428875"/>
                    <a:pt x="520700" y="2406650"/>
                  </a:cubicBezTo>
                  <a:cubicBezTo>
                    <a:pt x="520700" y="2406650"/>
                    <a:pt x="520700" y="2406650"/>
                    <a:pt x="101600" y="1987550"/>
                  </a:cubicBezTo>
                  <a:cubicBezTo>
                    <a:pt x="73025" y="1958975"/>
                    <a:pt x="47625" y="1924050"/>
                    <a:pt x="31750" y="1889125"/>
                  </a:cubicBezTo>
                  <a:cubicBezTo>
                    <a:pt x="12700" y="1844675"/>
                    <a:pt x="0" y="1793875"/>
                    <a:pt x="0" y="1746250"/>
                  </a:cubicBezTo>
                  <a:cubicBezTo>
                    <a:pt x="0" y="1746250"/>
                    <a:pt x="0" y="1746250"/>
                    <a:pt x="0" y="88900"/>
                  </a:cubicBezTo>
                  <a:cubicBezTo>
                    <a:pt x="0" y="88900"/>
                    <a:pt x="0" y="88900"/>
                    <a:pt x="1158875" y="88900"/>
                  </a:cubicBezTo>
                  <a:cubicBezTo>
                    <a:pt x="1158875" y="88900"/>
                    <a:pt x="1158875" y="88900"/>
                    <a:pt x="1164035" y="88900"/>
                  </a:cubicBezTo>
                  <a:lnTo>
                    <a:pt x="1165225" y="88900"/>
                  </a:lnTo>
                  <a:cubicBezTo>
                    <a:pt x="1165225" y="38100"/>
                    <a:pt x="1203325" y="0"/>
                    <a:pt x="1254125" y="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54" name="Freeform 156"/>
            <p:cNvSpPr>
              <a:spLocks/>
            </p:cNvSpPr>
            <p:nvPr/>
          </p:nvSpPr>
          <p:spPr bwMode="auto">
            <a:xfrm>
              <a:off x="2132013" y="1920875"/>
              <a:ext cx="41275" cy="0"/>
            </a:xfrm>
            <a:custGeom>
              <a:avLst/>
              <a:gdLst>
                <a:gd name="T0" fmla="*/ 13 w 13"/>
                <a:gd name="T1" fmla="*/ 0 w 13"/>
                <a:gd name="T2" fmla="*/ 0 w 13"/>
                <a:gd name="T3" fmla="*/ 0 w 13"/>
                <a:gd name="T4" fmla="*/ 13 w 13"/>
                <a:gd name="T5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006A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55" name="Freeform 158"/>
            <p:cNvSpPr>
              <a:spLocks/>
            </p:cNvSpPr>
            <p:nvPr/>
          </p:nvSpPr>
          <p:spPr bwMode="auto">
            <a:xfrm>
              <a:off x="1506538" y="1800225"/>
              <a:ext cx="841375" cy="2438400"/>
            </a:xfrm>
            <a:custGeom>
              <a:avLst/>
              <a:gdLst>
                <a:gd name="T0" fmla="*/ 0 w 265"/>
                <a:gd name="T1" fmla="*/ 768 h 768"/>
                <a:gd name="T2" fmla="*/ 17 w 265"/>
                <a:gd name="T3" fmla="*/ 768 h 768"/>
                <a:gd name="T4" fmla="*/ 42 w 265"/>
                <a:gd name="T5" fmla="*/ 758 h 768"/>
                <a:gd name="T6" fmla="*/ 169 w 265"/>
                <a:gd name="T7" fmla="*/ 631 h 768"/>
                <a:gd name="T8" fmla="*/ 199 w 265"/>
                <a:gd name="T9" fmla="*/ 558 h 768"/>
                <a:gd name="T10" fmla="*/ 199 w 265"/>
                <a:gd name="T11" fmla="*/ 38 h 768"/>
                <a:gd name="T12" fmla="*/ 227 w 265"/>
                <a:gd name="T13" fmla="*/ 10 h 768"/>
                <a:gd name="T14" fmla="*/ 227 w 265"/>
                <a:gd name="T15" fmla="*/ 10 h 768"/>
                <a:gd name="T16" fmla="*/ 255 w 265"/>
                <a:gd name="T17" fmla="*/ 38 h 768"/>
                <a:gd name="T18" fmla="*/ 265 w 265"/>
                <a:gd name="T19" fmla="*/ 38 h 768"/>
                <a:gd name="T20" fmla="*/ 227 w 265"/>
                <a:gd name="T21" fmla="*/ 0 h 768"/>
                <a:gd name="T22" fmla="*/ 226 w 265"/>
                <a:gd name="T23" fmla="*/ 0 h 768"/>
                <a:gd name="T24" fmla="*/ 224 w 265"/>
                <a:gd name="T25" fmla="*/ 0 h 768"/>
                <a:gd name="T26" fmla="*/ 224 w 265"/>
                <a:gd name="T27" fmla="*/ 0 h 768"/>
                <a:gd name="T28" fmla="*/ 186 w 265"/>
                <a:gd name="T29" fmla="*/ 38 h 768"/>
                <a:gd name="T30" fmla="*/ 0 w 265"/>
                <a:gd name="T31" fmla="*/ 38 h 768"/>
                <a:gd name="T32" fmla="*/ 0 w 265"/>
                <a:gd name="T33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768">
                  <a:moveTo>
                    <a:pt x="0" y="768"/>
                  </a:moveTo>
                  <a:cubicBezTo>
                    <a:pt x="17" y="768"/>
                    <a:pt x="17" y="768"/>
                    <a:pt x="17" y="768"/>
                  </a:cubicBezTo>
                  <a:cubicBezTo>
                    <a:pt x="26" y="768"/>
                    <a:pt x="35" y="765"/>
                    <a:pt x="42" y="758"/>
                  </a:cubicBezTo>
                  <a:cubicBezTo>
                    <a:pt x="169" y="631"/>
                    <a:pt x="169" y="631"/>
                    <a:pt x="169" y="631"/>
                  </a:cubicBezTo>
                  <a:cubicBezTo>
                    <a:pt x="188" y="612"/>
                    <a:pt x="199" y="585"/>
                    <a:pt x="199" y="558"/>
                  </a:cubicBezTo>
                  <a:cubicBezTo>
                    <a:pt x="199" y="38"/>
                    <a:pt x="199" y="38"/>
                    <a:pt x="199" y="38"/>
                  </a:cubicBezTo>
                  <a:cubicBezTo>
                    <a:pt x="199" y="22"/>
                    <a:pt x="211" y="10"/>
                    <a:pt x="227" y="10"/>
                  </a:cubicBezTo>
                  <a:cubicBezTo>
                    <a:pt x="227" y="10"/>
                    <a:pt x="227" y="10"/>
                    <a:pt x="227" y="10"/>
                  </a:cubicBezTo>
                  <a:cubicBezTo>
                    <a:pt x="242" y="10"/>
                    <a:pt x="255" y="22"/>
                    <a:pt x="255" y="38"/>
                  </a:cubicBezTo>
                  <a:cubicBezTo>
                    <a:pt x="265" y="38"/>
                    <a:pt x="265" y="38"/>
                    <a:pt x="265" y="38"/>
                  </a:cubicBezTo>
                  <a:cubicBezTo>
                    <a:pt x="265" y="17"/>
                    <a:pt x="248" y="0"/>
                    <a:pt x="227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0"/>
                    <a:pt x="225" y="0"/>
                    <a:pt x="22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03" y="0"/>
                    <a:pt x="186" y="17"/>
                    <a:pt x="186" y="3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7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56" name="Freeform 159"/>
            <p:cNvSpPr>
              <a:spLocks/>
            </p:cNvSpPr>
            <p:nvPr/>
          </p:nvSpPr>
          <p:spPr bwMode="auto">
            <a:xfrm>
              <a:off x="906463" y="1800225"/>
              <a:ext cx="1317625" cy="2438400"/>
            </a:xfrm>
            <a:custGeom>
              <a:avLst/>
              <a:gdLst>
                <a:gd name="T0" fmla="*/ 415 w 415"/>
                <a:gd name="T1" fmla="*/ 0 h 768"/>
                <a:gd name="T2" fmla="*/ 413 w 415"/>
                <a:gd name="T3" fmla="*/ 0 h 768"/>
                <a:gd name="T4" fmla="*/ 389 w 415"/>
                <a:gd name="T5" fmla="*/ 11 h 768"/>
                <a:gd name="T6" fmla="*/ 378 w 415"/>
                <a:gd name="T7" fmla="*/ 38 h 768"/>
                <a:gd name="T8" fmla="*/ 378 w 415"/>
                <a:gd name="T9" fmla="*/ 550 h 768"/>
                <a:gd name="T10" fmla="*/ 346 w 415"/>
                <a:gd name="T11" fmla="*/ 626 h 768"/>
                <a:gd name="T12" fmla="*/ 214 w 415"/>
                <a:gd name="T13" fmla="*/ 758 h 768"/>
                <a:gd name="T14" fmla="*/ 189 w 415"/>
                <a:gd name="T15" fmla="*/ 768 h 768"/>
                <a:gd name="T16" fmla="*/ 164 w 415"/>
                <a:gd name="T17" fmla="*/ 758 h 768"/>
                <a:gd name="T18" fmla="*/ 32 w 415"/>
                <a:gd name="T19" fmla="*/ 626 h 768"/>
                <a:gd name="T20" fmla="*/ 0 w 415"/>
                <a:gd name="T21" fmla="*/ 550 h 768"/>
                <a:gd name="T22" fmla="*/ 0 w 415"/>
                <a:gd name="T23" fmla="*/ 38 h 768"/>
                <a:gd name="T24" fmla="*/ 11 w 415"/>
                <a:gd name="T25" fmla="*/ 11 h 768"/>
                <a:gd name="T26" fmla="*/ 38 w 415"/>
                <a:gd name="T27" fmla="*/ 0 h 768"/>
                <a:gd name="T28" fmla="*/ 415 w 415"/>
                <a:gd name="T2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5" h="768">
                  <a:moveTo>
                    <a:pt x="415" y="0"/>
                  </a:moveTo>
                  <a:cubicBezTo>
                    <a:pt x="415" y="0"/>
                    <a:pt x="414" y="0"/>
                    <a:pt x="413" y="0"/>
                  </a:cubicBezTo>
                  <a:cubicBezTo>
                    <a:pt x="404" y="1"/>
                    <a:pt x="396" y="4"/>
                    <a:pt x="389" y="11"/>
                  </a:cubicBezTo>
                  <a:cubicBezTo>
                    <a:pt x="382" y="18"/>
                    <a:pt x="378" y="28"/>
                    <a:pt x="378" y="38"/>
                  </a:cubicBezTo>
                  <a:cubicBezTo>
                    <a:pt x="378" y="550"/>
                    <a:pt x="378" y="550"/>
                    <a:pt x="378" y="550"/>
                  </a:cubicBezTo>
                  <a:cubicBezTo>
                    <a:pt x="378" y="578"/>
                    <a:pt x="367" y="606"/>
                    <a:pt x="346" y="626"/>
                  </a:cubicBezTo>
                  <a:cubicBezTo>
                    <a:pt x="214" y="758"/>
                    <a:pt x="214" y="758"/>
                    <a:pt x="214" y="758"/>
                  </a:cubicBezTo>
                  <a:cubicBezTo>
                    <a:pt x="208" y="765"/>
                    <a:pt x="199" y="768"/>
                    <a:pt x="189" y="768"/>
                  </a:cubicBezTo>
                  <a:cubicBezTo>
                    <a:pt x="179" y="768"/>
                    <a:pt x="170" y="765"/>
                    <a:pt x="164" y="758"/>
                  </a:cubicBezTo>
                  <a:cubicBezTo>
                    <a:pt x="32" y="626"/>
                    <a:pt x="32" y="626"/>
                    <a:pt x="32" y="626"/>
                  </a:cubicBezTo>
                  <a:cubicBezTo>
                    <a:pt x="11" y="606"/>
                    <a:pt x="0" y="578"/>
                    <a:pt x="0" y="55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8" y="4"/>
                    <a:pt x="28" y="0"/>
                    <a:pt x="38" y="0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57" name="Freeform 160"/>
            <p:cNvSpPr>
              <a:spLocks/>
            </p:cNvSpPr>
            <p:nvPr/>
          </p:nvSpPr>
          <p:spPr bwMode="auto">
            <a:xfrm>
              <a:off x="982663" y="2854325"/>
              <a:ext cx="1047750" cy="1308100"/>
            </a:xfrm>
            <a:custGeom>
              <a:avLst/>
              <a:gdLst>
                <a:gd name="T0" fmla="*/ 296 w 330"/>
                <a:gd name="T1" fmla="*/ 0 h 412"/>
                <a:gd name="T2" fmla="*/ 330 w 330"/>
                <a:gd name="T3" fmla="*/ 34 h 412"/>
                <a:gd name="T4" fmla="*/ 330 w 330"/>
                <a:gd name="T5" fmla="*/ 218 h 412"/>
                <a:gd name="T6" fmla="*/ 305 w 330"/>
                <a:gd name="T7" fmla="*/ 277 h 412"/>
                <a:gd name="T8" fmla="*/ 173 w 330"/>
                <a:gd name="T9" fmla="*/ 409 h 412"/>
                <a:gd name="T10" fmla="*/ 165 w 330"/>
                <a:gd name="T11" fmla="*/ 412 h 412"/>
                <a:gd name="T12" fmla="*/ 157 w 330"/>
                <a:gd name="T13" fmla="*/ 409 h 412"/>
                <a:gd name="T14" fmla="*/ 25 w 330"/>
                <a:gd name="T15" fmla="*/ 277 h 412"/>
                <a:gd name="T16" fmla="*/ 0 w 330"/>
                <a:gd name="T17" fmla="*/ 218 h 412"/>
                <a:gd name="T18" fmla="*/ 0 w 330"/>
                <a:gd name="T19" fmla="*/ 34 h 412"/>
                <a:gd name="T20" fmla="*/ 34 w 330"/>
                <a:gd name="T21" fmla="*/ 0 h 412"/>
                <a:gd name="T22" fmla="*/ 296 w 330"/>
                <a:gd name="T2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412">
                  <a:moveTo>
                    <a:pt x="296" y="0"/>
                  </a:moveTo>
                  <a:cubicBezTo>
                    <a:pt x="315" y="0"/>
                    <a:pt x="330" y="15"/>
                    <a:pt x="330" y="34"/>
                  </a:cubicBezTo>
                  <a:cubicBezTo>
                    <a:pt x="330" y="218"/>
                    <a:pt x="330" y="218"/>
                    <a:pt x="330" y="218"/>
                  </a:cubicBezTo>
                  <a:cubicBezTo>
                    <a:pt x="330" y="240"/>
                    <a:pt x="321" y="261"/>
                    <a:pt x="305" y="277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71" y="411"/>
                    <a:pt x="168" y="412"/>
                    <a:pt x="165" y="412"/>
                  </a:cubicBezTo>
                  <a:cubicBezTo>
                    <a:pt x="162" y="412"/>
                    <a:pt x="159" y="411"/>
                    <a:pt x="157" y="409"/>
                  </a:cubicBezTo>
                  <a:cubicBezTo>
                    <a:pt x="25" y="277"/>
                    <a:pt x="25" y="277"/>
                    <a:pt x="25" y="277"/>
                  </a:cubicBezTo>
                  <a:cubicBezTo>
                    <a:pt x="9" y="261"/>
                    <a:pt x="0" y="240"/>
                    <a:pt x="0" y="21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3688909" y="1918335"/>
            <a:ext cx="1438275" cy="2470149"/>
            <a:chOff x="2940051" y="1800225"/>
            <a:chExt cx="1438275" cy="2470149"/>
          </a:xfrm>
        </p:grpSpPr>
        <p:sp>
          <p:nvSpPr>
            <p:cNvPr id="59" name="Freeform 161"/>
            <p:cNvSpPr>
              <a:spLocks/>
            </p:cNvSpPr>
            <p:nvPr/>
          </p:nvSpPr>
          <p:spPr bwMode="auto">
            <a:xfrm>
              <a:off x="4162426" y="1822450"/>
              <a:ext cx="193675" cy="98425"/>
            </a:xfrm>
            <a:custGeom>
              <a:avLst/>
              <a:gdLst>
                <a:gd name="T0" fmla="*/ 0 w 61"/>
                <a:gd name="T1" fmla="*/ 31 h 31"/>
                <a:gd name="T2" fmla="*/ 30 w 61"/>
                <a:gd name="T3" fmla="*/ 0 h 31"/>
                <a:gd name="T4" fmla="*/ 61 w 61"/>
                <a:gd name="T5" fmla="*/ 31 h 31"/>
                <a:gd name="T6" fmla="*/ 0 w 6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31">
                  <a:moveTo>
                    <a:pt x="0" y="31"/>
                  </a:move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1" y="14"/>
                    <a:pt x="61" y="31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3006726" y="1831974"/>
              <a:ext cx="1250950" cy="2438400"/>
            </a:xfrm>
            <a:custGeom>
              <a:avLst/>
              <a:gdLst>
                <a:gd name="connsiteX0" fmla="*/ 1250950 w 1250950"/>
                <a:gd name="connsiteY0" fmla="*/ 0 h 2438400"/>
                <a:gd name="connsiteX1" fmla="*/ 1200150 w 1250950"/>
                <a:gd name="connsiteY1" fmla="*/ 88900 h 2438400"/>
                <a:gd name="connsiteX2" fmla="*/ 1200150 w 1250950"/>
                <a:gd name="connsiteY2" fmla="*/ 1746250 h 2438400"/>
                <a:gd name="connsiteX3" fmla="*/ 1168400 w 1250950"/>
                <a:gd name="connsiteY3" fmla="*/ 1889125 h 2438400"/>
                <a:gd name="connsiteX4" fmla="*/ 1098550 w 1250950"/>
                <a:gd name="connsiteY4" fmla="*/ 1987550 h 2438400"/>
                <a:gd name="connsiteX5" fmla="*/ 679450 w 1250950"/>
                <a:gd name="connsiteY5" fmla="*/ 2406650 h 2438400"/>
                <a:gd name="connsiteX6" fmla="*/ 600075 w 1250950"/>
                <a:gd name="connsiteY6" fmla="*/ 2438400 h 2438400"/>
                <a:gd name="connsiteX7" fmla="*/ 517525 w 1250950"/>
                <a:gd name="connsiteY7" fmla="*/ 2406650 h 2438400"/>
                <a:gd name="connsiteX8" fmla="*/ 98425 w 1250950"/>
                <a:gd name="connsiteY8" fmla="*/ 1987550 h 2438400"/>
                <a:gd name="connsiteX9" fmla="*/ 31750 w 1250950"/>
                <a:gd name="connsiteY9" fmla="*/ 1889125 h 2438400"/>
                <a:gd name="connsiteX10" fmla="*/ 0 w 1250950"/>
                <a:gd name="connsiteY10" fmla="*/ 1746250 h 2438400"/>
                <a:gd name="connsiteX11" fmla="*/ 0 w 1250950"/>
                <a:gd name="connsiteY11" fmla="*/ 88900 h 2438400"/>
                <a:gd name="connsiteX12" fmla="*/ 1155700 w 1250950"/>
                <a:gd name="connsiteY12" fmla="*/ 88900 h 2438400"/>
                <a:gd name="connsiteX13" fmla="*/ 1161256 w 1250950"/>
                <a:gd name="connsiteY13" fmla="*/ 88900 h 2438400"/>
                <a:gd name="connsiteX14" fmla="*/ 1165225 w 1250950"/>
                <a:gd name="connsiteY14" fmla="*/ 88900 h 2438400"/>
                <a:gd name="connsiteX15" fmla="*/ 1250950 w 1250950"/>
                <a:gd name="connsiteY15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0950" h="2438400">
                  <a:moveTo>
                    <a:pt x="1250950" y="0"/>
                  </a:moveTo>
                  <a:cubicBezTo>
                    <a:pt x="1250950" y="0"/>
                    <a:pt x="1200150" y="25400"/>
                    <a:pt x="1200150" y="88900"/>
                  </a:cubicBezTo>
                  <a:cubicBezTo>
                    <a:pt x="1200150" y="88900"/>
                    <a:pt x="1200150" y="88900"/>
                    <a:pt x="1200150" y="1746250"/>
                  </a:cubicBezTo>
                  <a:cubicBezTo>
                    <a:pt x="1200150" y="1793875"/>
                    <a:pt x="1187450" y="1844675"/>
                    <a:pt x="1168400" y="1889125"/>
                  </a:cubicBezTo>
                  <a:cubicBezTo>
                    <a:pt x="1152525" y="1924050"/>
                    <a:pt x="1127125" y="1958975"/>
                    <a:pt x="1098550" y="1987550"/>
                  </a:cubicBezTo>
                  <a:cubicBezTo>
                    <a:pt x="1098550" y="1987550"/>
                    <a:pt x="1098550" y="1987550"/>
                    <a:pt x="679450" y="2406650"/>
                  </a:cubicBezTo>
                  <a:cubicBezTo>
                    <a:pt x="657225" y="2428875"/>
                    <a:pt x="628650" y="2438400"/>
                    <a:pt x="600075" y="2438400"/>
                  </a:cubicBezTo>
                  <a:cubicBezTo>
                    <a:pt x="568325" y="2438400"/>
                    <a:pt x="539750" y="2428875"/>
                    <a:pt x="517525" y="2406650"/>
                  </a:cubicBezTo>
                  <a:cubicBezTo>
                    <a:pt x="517525" y="2406650"/>
                    <a:pt x="517525" y="2406650"/>
                    <a:pt x="98425" y="1987550"/>
                  </a:cubicBezTo>
                  <a:cubicBezTo>
                    <a:pt x="69850" y="1958975"/>
                    <a:pt x="47625" y="1924050"/>
                    <a:pt x="31750" y="1889125"/>
                  </a:cubicBezTo>
                  <a:cubicBezTo>
                    <a:pt x="9525" y="1844675"/>
                    <a:pt x="0" y="1793875"/>
                    <a:pt x="0" y="1746250"/>
                  </a:cubicBezTo>
                  <a:cubicBezTo>
                    <a:pt x="0" y="1746250"/>
                    <a:pt x="0" y="1746250"/>
                    <a:pt x="0" y="88900"/>
                  </a:cubicBezTo>
                  <a:cubicBezTo>
                    <a:pt x="0" y="88900"/>
                    <a:pt x="0" y="88900"/>
                    <a:pt x="1155700" y="88900"/>
                  </a:cubicBezTo>
                  <a:cubicBezTo>
                    <a:pt x="1155700" y="88900"/>
                    <a:pt x="1155700" y="88900"/>
                    <a:pt x="1161256" y="88900"/>
                  </a:cubicBezTo>
                  <a:lnTo>
                    <a:pt x="1165225" y="88900"/>
                  </a:lnTo>
                  <a:cubicBezTo>
                    <a:pt x="1165225" y="38100"/>
                    <a:pt x="1203325" y="0"/>
                    <a:pt x="1250950" y="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1" name="Freeform 164"/>
            <p:cNvSpPr>
              <a:spLocks/>
            </p:cNvSpPr>
            <p:nvPr/>
          </p:nvSpPr>
          <p:spPr bwMode="auto">
            <a:xfrm>
              <a:off x="4162426" y="1920875"/>
              <a:ext cx="44450" cy="0"/>
            </a:xfrm>
            <a:custGeom>
              <a:avLst/>
              <a:gdLst>
                <a:gd name="T0" fmla="*/ 14 w 14"/>
                <a:gd name="T1" fmla="*/ 0 w 14"/>
                <a:gd name="T2" fmla="*/ 0 w 14"/>
                <a:gd name="T3" fmla="*/ 0 w 14"/>
                <a:gd name="T4" fmla="*/ 14 w 14"/>
                <a:gd name="T5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483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2" name="Freeform 166"/>
            <p:cNvSpPr>
              <a:spLocks/>
            </p:cNvSpPr>
            <p:nvPr/>
          </p:nvSpPr>
          <p:spPr bwMode="auto">
            <a:xfrm>
              <a:off x="3540126" y="1800225"/>
              <a:ext cx="838200" cy="2438400"/>
            </a:xfrm>
            <a:custGeom>
              <a:avLst/>
              <a:gdLst>
                <a:gd name="T0" fmla="*/ 0 w 264"/>
                <a:gd name="T1" fmla="*/ 768 h 768"/>
                <a:gd name="T2" fmla="*/ 17 w 264"/>
                <a:gd name="T3" fmla="*/ 768 h 768"/>
                <a:gd name="T4" fmla="*/ 41 w 264"/>
                <a:gd name="T5" fmla="*/ 758 h 768"/>
                <a:gd name="T6" fmla="*/ 168 w 264"/>
                <a:gd name="T7" fmla="*/ 631 h 768"/>
                <a:gd name="T8" fmla="*/ 199 w 264"/>
                <a:gd name="T9" fmla="*/ 558 h 768"/>
                <a:gd name="T10" fmla="*/ 199 w 264"/>
                <a:gd name="T11" fmla="*/ 38 h 768"/>
                <a:gd name="T12" fmla="*/ 226 w 264"/>
                <a:gd name="T13" fmla="*/ 10 h 768"/>
                <a:gd name="T14" fmla="*/ 226 w 264"/>
                <a:gd name="T15" fmla="*/ 10 h 768"/>
                <a:gd name="T16" fmla="*/ 254 w 264"/>
                <a:gd name="T17" fmla="*/ 38 h 768"/>
                <a:gd name="T18" fmla="*/ 264 w 264"/>
                <a:gd name="T19" fmla="*/ 38 h 768"/>
                <a:gd name="T20" fmla="*/ 226 w 264"/>
                <a:gd name="T21" fmla="*/ 0 h 768"/>
                <a:gd name="T22" fmla="*/ 226 w 264"/>
                <a:gd name="T23" fmla="*/ 0 h 768"/>
                <a:gd name="T24" fmla="*/ 224 w 264"/>
                <a:gd name="T25" fmla="*/ 0 h 768"/>
                <a:gd name="T26" fmla="*/ 224 w 264"/>
                <a:gd name="T27" fmla="*/ 0 h 768"/>
                <a:gd name="T28" fmla="*/ 186 w 264"/>
                <a:gd name="T29" fmla="*/ 38 h 768"/>
                <a:gd name="T30" fmla="*/ 0 w 264"/>
                <a:gd name="T31" fmla="*/ 38 h 768"/>
                <a:gd name="T32" fmla="*/ 0 w 264"/>
                <a:gd name="T33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4" h="768">
                  <a:moveTo>
                    <a:pt x="0" y="768"/>
                  </a:moveTo>
                  <a:cubicBezTo>
                    <a:pt x="17" y="768"/>
                    <a:pt x="17" y="768"/>
                    <a:pt x="17" y="768"/>
                  </a:cubicBezTo>
                  <a:cubicBezTo>
                    <a:pt x="26" y="768"/>
                    <a:pt x="35" y="765"/>
                    <a:pt x="41" y="758"/>
                  </a:cubicBezTo>
                  <a:cubicBezTo>
                    <a:pt x="168" y="631"/>
                    <a:pt x="168" y="631"/>
                    <a:pt x="168" y="631"/>
                  </a:cubicBezTo>
                  <a:cubicBezTo>
                    <a:pt x="188" y="612"/>
                    <a:pt x="199" y="585"/>
                    <a:pt x="199" y="558"/>
                  </a:cubicBezTo>
                  <a:cubicBezTo>
                    <a:pt x="199" y="38"/>
                    <a:pt x="199" y="38"/>
                    <a:pt x="199" y="38"/>
                  </a:cubicBezTo>
                  <a:cubicBezTo>
                    <a:pt x="199" y="22"/>
                    <a:pt x="211" y="10"/>
                    <a:pt x="226" y="10"/>
                  </a:cubicBezTo>
                  <a:cubicBezTo>
                    <a:pt x="226" y="10"/>
                    <a:pt x="226" y="10"/>
                    <a:pt x="226" y="10"/>
                  </a:cubicBezTo>
                  <a:cubicBezTo>
                    <a:pt x="242" y="10"/>
                    <a:pt x="254" y="22"/>
                    <a:pt x="254" y="38"/>
                  </a:cubicBezTo>
                  <a:cubicBezTo>
                    <a:pt x="264" y="38"/>
                    <a:pt x="264" y="38"/>
                    <a:pt x="264" y="38"/>
                  </a:cubicBezTo>
                  <a:cubicBezTo>
                    <a:pt x="264" y="17"/>
                    <a:pt x="247" y="0"/>
                    <a:pt x="226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5" y="0"/>
                    <a:pt x="225" y="0"/>
                    <a:pt x="22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03" y="0"/>
                    <a:pt x="186" y="17"/>
                    <a:pt x="186" y="3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76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3" name="Freeform 167"/>
            <p:cNvSpPr>
              <a:spLocks/>
            </p:cNvSpPr>
            <p:nvPr/>
          </p:nvSpPr>
          <p:spPr bwMode="auto">
            <a:xfrm>
              <a:off x="2940051" y="1800225"/>
              <a:ext cx="1317625" cy="2438400"/>
            </a:xfrm>
            <a:custGeom>
              <a:avLst/>
              <a:gdLst>
                <a:gd name="T0" fmla="*/ 415 w 415"/>
                <a:gd name="T1" fmla="*/ 0 h 768"/>
                <a:gd name="T2" fmla="*/ 413 w 415"/>
                <a:gd name="T3" fmla="*/ 0 h 768"/>
                <a:gd name="T4" fmla="*/ 389 w 415"/>
                <a:gd name="T5" fmla="*/ 11 h 768"/>
                <a:gd name="T6" fmla="*/ 378 w 415"/>
                <a:gd name="T7" fmla="*/ 38 h 768"/>
                <a:gd name="T8" fmla="*/ 378 w 415"/>
                <a:gd name="T9" fmla="*/ 550 h 768"/>
                <a:gd name="T10" fmla="*/ 346 w 415"/>
                <a:gd name="T11" fmla="*/ 626 h 768"/>
                <a:gd name="T12" fmla="*/ 214 w 415"/>
                <a:gd name="T13" fmla="*/ 758 h 768"/>
                <a:gd name="T14" fmla="*/ 189 w 415"/>
                <a:gd name="T15" fmla="*/ 768 h 768"/>
                <a:gd name="T16" fmla="*/ 163 w 415"/>
                <a:gd name="T17" fmla="*/ 758 h 768"/>
                <a:gd name="T18" fmla="*/ 31 w 415"/>
                <a:gd name="T19" fmla="*/ 626 h 768"/>
                <a:gd name="T20" fmla="*/ 0 w 415"/>
                <a:gd name="T21" fmla="*/ 550 h 768"/>
                <a:gd name="T22" fmla="*/ 0 w 415"/>
                <a:gd name="T23" fmla="*/ 38 h 768"/>
                <a:gd name="T24" fmla="*/ 11 w 415"/>
                <a:gd name="T25" fmla="*/ 11 h 768"/>
                <a:gd name="T26" fmla="*/ 38 w 415"/>
                <a:gd name="T27" fmla="*/ 0 h 768"/>
                <a:gd name="T28" fmla="*/ 415 w 415"/>
                <a:gd name="T2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5" h="768">
                  <a:moveTo>
                    <a:pt x="415" y="0"/>
                  </a:moveTo>
                  <a:cubicBezTo>
                    <a:pt x="414" y="0"/>
                    <a:pt x="414" y="0"/>
                    <a:pt x="413" y="0"/>
                  </a:cubicBezTo>
                  <a:cubicBezTo>
                    <a:pt x="404" y="1"/>
                    <a:pt x="395" y="4"/>
                    <a:pt x="389" y="11"/>
                  </a:cubicBezTo>
                  <a:cubicBezTo>
                    <a:pt x="382" y="18"/>
                    <a:pt x="378" y="28"/>
                    <a:pt x="378" y="38"/>
                  </a:cubicBezTo>
                  <a:cubicBezTo>
                    <a:pt x="378" y="550"/>
                    <a:pt x="378" y="550"/>
                    <a:pt x="378" y="550"/>
                  </a:cubicBezTo>
                  <a:cubicBezTo>
                    <a:pt x="378" y="578"/>
                    <a:pt x="366" y="606"/>
                    <a:pt x="346" y="626"/>
                  </a:cubicBezTo>
                  <a:cubicBezTo>
                    <a:pt x="214" y="758"/>
                    <a:pt x="214" y="758"/>
                    <a:pt x="214" y="758"/>
                  </a:cubicBezTo>
                  <a:cubicBezTo>
                    <a:pt x="207" y="765"/>
                    <a:pt x="198" y="768"/>
                    <a:pt x="189" y="768"/>
                  </a:cubicBezTo>
                  <a:cubicBezTo>
                    <a:pt x="179" y="768"/>
                    <a:pt x="170" y="765"/>
                    <a:pt x="163" y="758"/>
                  </a:cubicBezTo>
                  <a:cubicBezTo>
                    <a:pt x="31" y="626"/>
                    <a:pt x="31" y="626"/>
                    <a:pt x="31" y="626"/>
                  </a:cubicBezTo>
                  <a:cubicBezTo>
                    <a:pt x="11" y="606"/>
                    <a:pt x="0" y="578"/>
                    <a:pt x="0" y="55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8" y="4"/>
                    <a:pt x="28" y="0"/>
                    <a:pt x="38" y="0"/>
                  </a:cubicBezTo>
                  <a:lnTo>
                    <a:pt x="415" y="0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4" name="Freeform 168"/>
            <p:cNvSpPr>
              <a:spLocks/>
            </p:cNvSpPr>
            <p:nvPr/>
          </p:nvSpPr>
          <p:spPr bwMode="auto">
            <a:xfrm>
              <a:off x="3016251" y="2854325"/>
              <a:ext cx="1047750" cy="1308100"/>
            </a:xfrm>
            <a:custGeom>
              <a:avLst/>
              <a:gdLst>
                <a:gd name="T0" fmla="*/ 296 w 330"/>
                <a:gd name="T1" fmla="*/ 0 h 412"/>
                <a:gd name="T2" fmla="*/ 330 w 330"/>
                <a:gd name="T3" fmla="*/ 34 h 412"/>
                <a:gd name="T4" fmla="*/ 330 w 330"/>
                <a:gd name="T5" fmla="*/ 218 h 412"/>
                <a:gd name="T6" fmla="*/ 305 w 330"/>
                <a:gd name="T7" fmla="*/ 277 h 412"/>
                <a:gd name="T8" fmla="*/ 173 w 330"/>
                <a:gd name="T9" fmla="*/ 409 h 412"/>
                <a:gd name="T10" fmla="*/ 165 w 330"/>
                <a:gd name="T11" fmla="*/ 412 h 412"/>
                <a:gd name="T12" fmla="*/ 156 w 330"/>
                <a:gd name="T13" fmla="*/ 409 h 412"/>
                <a:gd name="T14" fmla="*/ 24 w 330"/>
                <a:gd name="T15" fmla="*/ 277 h 412"/>
                <a:gd name="T16" fmla="*/ 0 w 330"/>
                <a:gd name="T17" fmla="*/ 218 h 412"/>
                <a:gd name="T18" fmla="*/ 0 w 330"/>
                <a:gd name="T19" fmla="*/ 34 h 412"/>
                <a:gd name="T20" fmla="*/ 34 w 330"/>
                <a:gd name="T21" fmla="*/ 0 h 412"/>
                <a:gd name="T22" fmla="*/ 296 w 330"/>
                <a:gd name="T2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412">
                  <a:moveTo>
                    <a:pt x="296" y="0"/>
                  </a:moveTo>
                  <a:cubicBezTo>
                    <a:pt x="314" y="0"/>
                    <a:pt x="330" y="15"/>
                    <a:pt x="330" y="34"/>
                  </a:cubicBezTo>
                  <a:cubicBezTo>
                    <a:pt x="330" y="218"/>
                    <a:pt x="330" y="218"/>
                    <a:pt x="330" y="218"/>
                  </a:cubicBezTo>
                  <a:cubicBezTo>
                    <a:pt x="330" y="240"/>
                    <a:pt x="321" y="261"/>
                    <a:pt x="305" y="277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71" y="411"/>
                    <a:pt x="168" y="412"/>
                    <a:pt x="165" y="412"/>
                  </a:cubicBezTo>
                  <a:cubicBezTo>
                    <a:pt x="161" y="412"/>
                    <a:pt x="158" y="411"/>
                    <a:pt x="156" y="409"/>
                  </a:cubicBezTo>
                  <a:cubicBezTo>
                    <a:pt x="24" y="277"/>
                    <a:pt x="24" y="277"/>
                    <a:pt x="24" y="277"/>
                  </a:cubicBezTo>
                  <a:cubicBezTo>
                    <a:pt x="8" y="261"/>
                    <a:pt x="0" y="240"/>
                    <a:pt x="0" y="21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5355962" y="1918335"/>
            <a:ext cx="1441450" cy="2470150"/>
            <a:chOff x="4972051" y="1800225"/>
            <a:chExt cx="1441450" cy="2470150"/>
          </a:xfrm>
        </p:grpSpPr>
        <p:sp>
          <p:nvSpPr>
            <p:cNvPr id="66" name="Freeform 169"/>
            <p:cNvSpPr>
              <a:spLocks/>
            </p:cNvSpPr>
            <p:nvPr/>
          </p:nvSpPr>
          <p:spPr bwMode="auto">
            <a:xfrm>
              <a:off x="6197601" y="1822450"/>
              <a:ext cx="190500" cy="98425"/>
            </a:xfrm>
            <a:custGeom>
              <a:avLst/>
              <a:gdLst>
                <a:gd name="T0" fmla="*/ 0 w 60"/>
                <a:gd name="T1" fmla="*/ 31 h 31"/>
                <a:gd name="T2" fmla="*/ 30 w 60"/>
                <a:gd name="T3" fmla="*/ 0 h 31"/>
                <a:gd name="T4" fmla="*/ 60 w 60"/>
                <a:gd name="T5" fmla="*/ 31 h 31"/>
                <a:gd name="T6" fmla="*/ 0 w 60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" h="31">
                  <a:moveTo>
                    <a:pt x="0" y="31"/>
                  </a:move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0" y="14"/>
                    <a:pt x="60" y="31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7" name="Freeform 172"/>
            <p:cNvSpPr>
              <a:spLocks/>
            </p:cNvSpPr>
            <p:nvPr/>
          </p:nvSpPr>
          <p:spPr bwMode="auto">
            <a:xfrm>
              <a:off x="6197601" y="1920875"/>
              <a:ext cx="41275" cy="0"/>
            </a:xfrm>
            <a:custGeom>
              <a:avLst/>
              <a:gdLst>
                <a:gd name="T0" fmla="*/ 13 w 13"/>
                <a:gd name="T1" fmla="*/ 0 w 13"/>
                <a:gd name="T2" fmla="*/ 0 w 13"/>
                <a:gd name="T3" fmla="*/ 0 w 13"/>
                <a:gd name="T4" fmla="*/ 13 w 13"/>
                <a:gd name="T5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426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5038726" y="1831975"/>
              <a:ext cx="1254125" cy="2438400"/>
            </a:xfrm>
            <a:custGeom>
              <a:avLst/>
              <a:gdLst>
                <a:gd name="connsiteX0" fmla="*/ 1254125 w 1254125"/>
                <a:gd name="connsiteY0" fmla="*/ 0 h 2438400"/>
                <a:gd name="connsiteX1" fmla="*/ 1200150 w 1254125"/>
                <a:gd name="connsiteY1" fmla="*/ 88900 h 2438400"/>
                <a:gd name="connsiteX2" fmla="*/ 1200150 w 1254125"/>
                <a:gd name="connsiteY2" fmla="*/ 1746250 h 2438400"/>
                <a:gd name="connsiteX3" fmla="*/ 1171575 w 1254125"/>
                <a:gd name="connsiteY3" fmla="*/ 1889125 h 2438400"/>
                <a:gd name="connsiteX4" fmla="*/ 1101725 w 1254125"/>
                <a:gd name="connsiteY4" fmla="*/ 1987550 h 2438400"/>
                <a:gd name="connsiteX5" fmla="*/ 682625 w 1254125"/>
                <a:gd name="connsiteY5" fmla="*/ 2406650 h 2438400"/>
                <a:gd name="connsiteX6" fmla="*/ 600075 w 1254125"/>
                <a:gd name="connsiteY6" fmla="*/ 2438400 h 2438400"/>
                <a:gd name="connsiteX7" fmla="*/ 520700 w 1254125"/>
                <a:gd name="connsiteY7" fmla="*/ 2406650 h 2438400"/>
                <a:gd name="connsiteX8" fmla="*/ 101600 w 1254125"/>
                <a:gd name="connsiteY8" fmla="*/ 1987550 h 2438400"/>
                <a:gd name="connsiteX9" fmla="*/ 31750 w 1254125"/>
                <a:gd name="connsiteY9" fmla="*/ 1889125 h 2438400"/>
                <a:gd name="connsiteX10" fmla="*/ 0 w 1254125"/>
                <a:gd name="connsiteY10" fmla="*/ 1746250 h 2438400"/>
                <a:gd name="connsiteX11" fmla="*/ 0 w 1254125"/>
                <a:gd name="connsiteY11" fmla="*/ 88900 h 2438400"/>
                <a:gd name="connsiteX12" fmla="*/ 1158875 w 1254125"/>
                <a:gd name="connsiteY12" fmla="*/ 88900 h 2438400"/>
                <a:gd name="connsiteX13" fmla="*/ 1164034 w 1254125"/>
                <a:gd name="connsiteY13" fmla="*/ 88900 h 2438400"/>
                <a:gd name="connsiteX14" fmla="*/ 1165225 w 1254125"/>
                <a:gd name="connsiteY14" fmla="*/ 88900 h 2438400"/>
                <a:gd name="connsiteX15" fmla="*/ 1254125 w 1254125"/>
                <a:gd name="connsiteY15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4125" h="2438400">
                  <a:moveTo>
                    <a:pt x="1254125" y="0"/>
                  </a:moveTo>
                  <a:cubicBezTo>
                    <a:pt x="1254125" y="0"/>
                    <a:pt x="1200150" y="25400"/>
                    <a:pt x="1200150" y="88900"/>
                  </a:cubicBezTo>
                  <a:cubicBezTo>
                    <a:pt x="1200150" y="88900"/>
                    <a:pt x="1200150" y="88900"/>
                    <a:pt x="1200150" y="1746250"/>
                  </a:cubicBezTo>
                  <a:cubicBezTo>
                    <a:pt x="1200150" y="1793875"/>
                    <a:pt x="1190625" y="1844675"/>
                    <a:pt x="1171575" y="1889125"/>
                  </a:cubicBezTo>
                  <a:cubicBezTo>
                    <a:pt x="1152525" y="1924050"/>
                    <a:pt x="1130300" y="1958975"/>
                    <a:pt x="1101725" y="1987550"/>
                  </a:cubicBezTo>
                  <a:cubicBezTo>
                    <a:pt x="1101725" y="1987550"/>
                    <a:pt x="1101725" y="1987550"/>
                    <a:pt x="682625" y="2406650"/>
                  </a:cubicBezTo>
                  <a:cubicBezTo>
                    <a:pt x="660400" y="2428875"/>
                    <a:pt x="631825" y="2438400"/>
                    <a:pt x="600075" y="2438400"/>
                  </a:cubicBezTo>
                  <a:cubicBezTo>
                    <a:pt x="571500" y="2438400"/>
                    <a:pt x="542925" y="2428875"/>
                    <a:pt x="520700" y="2406650"/>
                  </a:cubicBezTo>
                  <a:cubicBezTo>
                    <a:pt x="520700" y="2406650"/>
                    <a:pt x="520700" y="2406650"/>
                    <a:pt x="101600" y="1987550"/>
                  </a:cubicBezTo>
                  <a:cubicBezTo>
                    <a:pt x="73025" y="1958975"/>
                    <a:pt x="50800" y="1924050"/>
                    <a:pt x="31750" y="1889125"/>
                  </a:cubicBezTo>
                  <a:cubicBezTo>
                    <a:pt x="12700" y="1844675"/>
                    <a:pt x="0" y="1793875"/>
                    <a:pt x="0" y="1746250"/>
                  </a:cubicBezTo>
                  <a:cubicBezTo>
                    <a:pt x="0" y="1746250"/>
                    <a:pt x="0" y="1746250"/>
                    <a:pt x="0" y="88900"/>
                  </a:cubicBezTo>
                  <a:cubicBezTo>
                    <a:pt x="0" y="88900"/>
                    <a:pt x="0" y="88900"/>
                    <a:pt x="1158875" y="88900"/>
                  </a:cubicBezTo>
                  <a:cubicBezTo>
                    <a:pt x="1158875" y="88900"/>
                    <a:pt x="1158875" y="88900"/>
                    <a:pt x="1164034" y="88900"/>
                  </a:cubicBezTo>
                  <a:lnTo>
                    <a:pt x="1165225" y="88900"/>
                  </a:lnTo>
                  <a:cubicBezTo>
                    <a:pt x="1165225" y="38100"/>
                    <a:pt x="1206500" y="0"/>
                    <a:pt x="1254125" y="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69" name="Freeform 174"/>
            <p:cNvSpPr>
              <a:spLocks/>
            </p:cNvSpPr>
            <p:nvPr/>
          </p:nvSpPr>
          <p:spPr bwMode="auto">
            <a:xfrm>
              <a:off x="5572126" y="1800225"/>
              <a:ext cx="841375" cy="2438400"/>
            </a:xfrm>
            <a:custGeom>
              <a:avLst/>
              <a:gdLst>
                <a:gd name="T0" fmla="*/ 0 w 265"/>
                <a:gd name="T1" fmla="*/ 768 h 768"/>
                <a:gd name="T2" fmla="*/ 17 w 265"/>
                <a:gd name="T3" fmla="*/ 768 h 768"/>
                <a:gd name="T4" fmla="*/ 42 w 265"/>
                <a:gd name="T5" fmla="*/ 758 h 768"/>
                <a:gd name="T6" fmla="*/ 169 w 265"/>
                <a:gd name="T7" fmla="*/ 631 h 768"/>
                <a:gd name="T8" fmla="*/ 199 w 265"/>
                <a:gd name="T9" fmla="*/ 558 h 768"/>
                <a:gd name="T10" fmla="*/ 199 w 265"/>
                <a:gd name="T11" fmla="*/ 38 h 768"/>
                <a:gd name="T12" fmla="*/ 227 w 265"/>
                <a:gd name="T13" fmla="*/ 10 h 768"/>
                <a:gd name="T14" fmla="*/ 227 w 265"/>
                <a:gd name="T15" fmla="*/ 10 h 768"/>
                <a:gd name="T16" fmla="*/ 255 w 265"/>
                <a:gd name="T17" fmla="*/ 38 h 768"/>
                <a:gd name="T18" fmla="*/ 265 w 265"/>
                <a:gd name="T19" fmla="*/ 38 h 768"/>
                <a:gd name="T20" fmla="*/ 227 w 265"/>
                <a:gd name="T21" fmla="*/ 0 h 768"/>
                <a:gd name="T22" fmla="*/ 227 w 265"/>
                <a:gd name="T23" fmla="*/ 0 h 768"/>
                <a:gd name="T24" fmla="*/ 225 w 265"/>
                <a:gd name="T25" fmla="*/ 0 h 768"/>
                <a:gd name="T26" fmla="*/ 225 w 265"/>
                <a:gd name="T27" fmla="*/ 0 h 768"/>
                <a:gd name="T28" fmla="*/ 187 w 265"/>
                <a:gd name="T29" fmla="*/ 38 h 768"/>
                <a:gd name="T30" fmla="*/ 0 w 265"/>
                <a:gd name="T31" fmla="*/ 38 h 768"/>
                <a:gd name="T32" fmla="*/ 0 w 265"/>
                <a:gd name="T33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768">
                  <a:moveTo>
                    <a:pt x="0" y="768"/>
                  </a:moveTo>
                  <a:cubicBezTo>
                    <a:pt x="17" y="768"/>
                    <a:pt x="17" y="768"/>
                    <a:pt x="17" y="768"/>
                  </a:cubicBezTo>
                  <a:cubicBezTo>
                    <a:pt x="27" y="768"/>
                    <a:pt x="35" y="765"/>
                    <a:pt x="42" y="758"/>
                  </a:cubicBezTo>
                  <a:cubicBezTo>
                    <a:pt x="169" y="631"/>
                    <a:pt x="169" y="631"/>
                    <a:pt x="169" y="631"/>
                  </a:cubicBezTo>
                  <a:cubicBezTo>
                    <a:pt x="188" y="612"/>
                    <a:pt x="199" y="585"/>
                    <a:pt x="199" y="558"/>
                  </a:cubicBezTo>
                  <a:cubicBezTo>
                    <a:pt x="199" y="38"/>
                    <a:pt x="199" y="38"/>
                    <a:pt x="199" y="38"/>
                  </a:cubicBezTo>
                  <a:cubicBezTo>
                    <a:pt x="199" y="22"/>
                    <a:pt x="212" y="10"/>
                    <a:pt x="227" y="10"/>
                  </a:cubicBezTo>
                  <a:cubicBezTo>
                    <a:pt x="227" y="10"/>
                    <a:pt x="227" y="10"/>
                    <a:pt x="227" y="10"/>
                  </a:cubicBezTo>
                  <a:cubicBezTo>
                    <a:pt x="242" y="10"/>
                    <a:pt x="255" y="22"/>
                    <a:pt x="255" y="38"/>
                  </a:cubicBezTo>
                  <a:cubicBezTo>
                    <a:pt x="265" y="38"/>
                    <a:pt x="265" y="38"/>
                    <a:pt x="265" y="38"/>
                  </a:cubicBezTo>
                  <a:cubicBezTo>
                    <a:pt x="265" y="17"/>
                    <a:pt x="248" y="0"/>
                    <a:pt x="227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6" y="0"/>
                    <a:pt x="225" y="0"/>
                    <a:pt x="225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04" y="0"/>
                    <a:pt x="187" y="17"/>
                    <a:pt x="187" y="3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768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0" name="Freeform 175"/>
            <p:cNvSpPr>
              <a:spLocks/>
            </p:cNvSpPr>
            <p:nvPr/>
          </p:nvSpPr>
          <p:spPr bwMode="auto">
            <a:xfrm>
              <a:off x="4972051" y="1800225"/>
              <a:ext cx="1320800" cy="2438400"/>
            </a:xfrm>
            <a:custGeom>
              <a:avLst/>
              <a:gdLst>
                <a:gd name="T0" fmla="*/ 416 w 416"/>
                <a:gd name="T1" fmla="*/ 0 h 768"/>
                <a:gd name="T2" fmla="*/ 414 w 416"/>
                <a:gd name="T3" fmla="*/ 0 h 768"/>
                <a:gd name="T4" fmla="*/ 389 w 416"/>
                <a:gd name="T5" fmla="*/ 11 h 768"/>
                <a:gd name="T6" fmla="*/ 378 w 416"/>
                <a:gd name="T7" fmla="*/ 38 h 768"/>
                <a:gd name="T8" fmla="*/ 378 w 416"/>
                <a:gd name="T9" fmla="*/ 550 h 768"/>
                <a:gd name="T10" fmla="*/ 347 w 416"/>
                <a:gd name="T11" fmla="*/ 626 h 768"/>
                <a:gd name="T12" fmla="*/ 215 w 416"/>
                <a:gd name="T13" fmla="*/ 758 h 768"/>
                <a:gd name="T14" fmla="*/ 189 w 416"/>
                <a:gd name="T15" fmla="*/ 768 h 768"/>
                <a:gd name="T16" fmla="*/ 164 w 416"/>
                <a:gd name="T17" fmla="*/ 758 h 768"/>
                <a:gd name="T18" fmla="*/ 32 w 416"/>
                <a:gd name="T19" fmla="*/ 626 h 768"/>
                <a:gd name="T20" fmla="*/ 0 w 416"/>
                <a:gd name="T21" fmla="*/ 550 h 768"/>
                <a:gd name="T22" fmla="*/ 0 w 416"/>
                <a:gd name="T23" fmla="*/ 38 h 768"/>
                <a:gd name="T24" fmla="*/ 11 w 416"/>
                <a:gd name="T25" fmla="*/ 11 h 768"/>
                <a:gd name="T26" fmla="*/ 38 w 416"/>
                <a:gd name="T27" fmla="*/ 0 h 768"/>
                <a:gd name="T28" fmla="*/ 416 w 416"/>
                <a:gd name="T2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6" h="768">
                  <a:moveTo>
                    <a:pt x="416" y="0"/>
                  </a:moveTo>
                  <a:cubicBezTo>
                    <a:pt x="415" y="0"/>
                    <a:pt x="414" y="0"/>
                    <a:pt x="414" y="0"/>
                  </a:cubicBezTo>
                  <a:cubicBezTo>
                    <a:pt x="405" y="1"/>
                    <a:pt x="396" y="4"/>
                    <a:pt x="389" y="11"/>
                  </a:cubicBezTo>
                  <a:cubicBezTo>
                    <a:pt x="382" y="18"/>
                    <a:pt x="378" y="28"/>
                    <a:pt x="378" y="38"/>
                  </a:cubicBezTo>
                  <a:cubicBezTo>
                    <a:pt x="378" y="550"/>
                    <a:pt x="378" y="550"/>
                    <a:pt x="378" y="550"/>
                  </a:cubicBezTo>
                  <a:cubicBezTo>
                    <a:pt x="378" y="578"/>
                    <a:pt x="367" y="606"/>
                    <a:pt x="347" y="626"/>
                  </a:cubicBezTo>
                  <a:cubicBezTo>
                    <a:pt x="215" y="758"/>
                    <a:pt x="215" y="758"/>
                    <a:pt x="215" y="758"/>
                  </a:cubicBezTo>
                  <a:cubicBezTo>
                    <a:pt x="208" y="765"/>
                    <a:pt x="199" y="768"/>
                    <a:pt x="189" y="768"/>
                  </a:cubicBezTo>
                  <a:cubicBezTo>
                    <a:pt x="180" y="768"/>
                    <a:pt x="171" y="765"/>
                    <a:pt x="164" y="758"/>
                  </a:cubicBezTo>
                  <a:cubicBezTo>
                    <a:pt x="32" y="626"/>
                    <a:pt x="32" y="626"/>
                    <a:pt x="32" y="626"/>
                  </a:cubicBezTo>
                  <a:cubicBezTo>
                    <a:pt x="12" y="606"/>
                    <a:pt x="0" y="578"/>
                    <a:pt x="0" y="55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9" y="4"/>
                    <a:pt x="28" y="0"/>
                    <a:pt x="38" y="0"/>
                  </a:cubicBezTo>
                  <a:lnTo>
                    <a:pt x="4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1" name="Freeform 176"/>
            <p:cNvSpPr>
              <a:spLocks/>
            </p:cNvSpPr>
            <p:nvPr/>
          </p:nvSpPr>
          <p:spPr bwMode="auto">
            <a:xfrm>
              <a:off x="5048251" y="2854325"/>
              <a:ext cx="1047750" cy="1308100"/>
            </a:xfrm>
            <a:custGeom>
              <a:avLst/>
              <a:gdLst>
                <a:gd name="T0" fmla="*/ 296 w 330"/>
                <a:gd name="T1" fmla="*/ 0 h 412"/>
                <a:gd name="T2" fmla="*/ 330 w 330"/>
                <a:gd name="T3" fmla="*/ 34 h 412"/>
                <a:gd name="T4" fmla="*/ 330 w 330"/>
                <a:gd name="T5" fmla="*/ 218 h 412"/>
                <a:gd name="T6" fmla="*/ 306 w 330"/>
                <a:gd name="T7" fmla="*/ 277 h 412"/>
                <a:gd name="T8" fmla="*/ 174 w 330"/>
                <a:gd name="T9" fmla="*/ 409 h 412"/>
                <a:gd name="T10" fmla="*/ 165 w 330"/>
                <a:gd name="T11" fmla="*/ 412 h 412"/>
                <a:gd name="T12" fmla="*/ 157 w 330"/>
                <a:gd name="T13" fmla="*/ 409 h 412"/>
                <a:gd name="T14" fmla="*/ 25 w 330"/>
                <a:gd name="T15" fmla="*/ 277 h 412"/>
                <a:gd name="T16" fmla="*/ 0 w 330"/>
                <a:gd name="T17" fmla="*/ 218 h 412"/>
                <a:gd name="T18" fmla="*/ 0 w 330"/>
                <a:gd name="T19" fmla="*/ 34 h 412"/>
                <a:gd name="T20" fmla="*/ 34 w 330"/>
                <a:gd name="T21" fmla="*/ 0 h 412"/>
                <a:gd name="T22" fmla="*/ 296 w 330"/>
                <a:gd name="T2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412">
                  <a:moveTo>
                    <a:pt x="296" y="0"/>
                  </a:moveTo>
                  <a:cubicBezTo>
                    <a:pt x="315" y="0"/>
                    <a:pt x="330" y="15"/>
                    <a:pt x="330" y="34"/>
                  </a:cubicBezTo>
                  <a:cubicBezTo>
                    <a:pt x="330" y="218"/>
                    <a:pt x="330" y="218"/>
                    <a:pt x="330" y="218"/>
                  </a:cubicBezTo>
                  <a:cubicBezTo>
                    <a:pt x="330" y="240"/>
                    <a:pt x="322" y="261"/>
                    <a:pt x="306" y="277"/>
                  </a:cubicBezTo>
                  <a:cubicBezTo>
                    <a:pt x="174" y="409"/>
                    <a:pt x="174" y="409"/>
                    <a:pt x="174" y="409"/>
                  </a:cubicBezTo>
                  <a:cubicBezTo>
                    <a:pt x="171" y="411"/>
                    <a:pt x="168" y="412"/>
                    <a:pt x="165" y="412"/>
                  </a:cubicBezTo>
                  <a:cubicBezTo>
                    <a:pt x="162" y="412"/>
                    <a:pt x="159" y="411"/>
                    <a:pt x="157" y="409"/>
                  </a:cubicBezTo>
                  <a:cubicBezTo>
                    <a:pt x="25" y="277"/>
                    <a:pt x="25" y="277"/>
                    <a:pt x="25" y="277"/>
                  </a:cubicBezTo>
                  <a:cubicBezTo>
                    <a:pt x="9" y="261"/>
                    <a:pt x="0" y="240"/>
                    <a:pt x="0" y="21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6" y="0"/>
                    <a:pt x="34" y="0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7389549" y="1918335"/>
            <a:ext cx="1438275" cy="4298950"/>
            <a:chOff x="7005638" y="1800225"/>
            <a:chExt cx="1438275" cy="4298950"/>
          </a:xfrm>
        </p:grpSpPr>
        <p:sp>
          <p:nvSpPr>
            <p:cNvPr id="73" name="Freeform 177"/>
            <p:cNvSpPr>
              <a:spLocks/>
            </p:cNvSpPr>
            <p:nvPr/>
          </p:nvSpPr>
          <p:spPr bwMode="auto">
            <a:xfrm>
              <a:off x="8228013" y="1822450"/>
              <a:ext cx="193675" cy="98425"/>
            </a:xfrm>
            <a:custGeom>
              <a:avLst/>
              <a:gdLst>
                <a:gd name="T0" fmla="*/ 0 w 61"/>
                <a:gd name="T1" fmla="*/ 31 h 31"/>
                <a:gd name="T2" fmla="*/ 31 w 61"/>
                <a:gd name="T3" fmla="*/ 0 h 31"/>
                <a:gd name="T4" fmla="*/ 61 w 61"/>
                <a:gd name="T5" fmla="*/ 31 h 31"/>
                <a:gd name="T6" fmla="*/ 0 w 6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31">
                  <a:moveTo>
                    <a:pt x="0" y="31"/>
                  </a:moveTo>
                  <a:cubicBezTo>
                    <a:pt x="0" y="14"/>
                    <a:pt x="14" y="0"/>
                    <a:pt x="31" y="0"/>
                  </a:cubicBezTo>
                  <a:cubicBezTo>
                    <a:pt x="47" y="0"/>
                    <a:pt x="61" y="14"/>
                    <a:pt x="61" y="31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4" name="Freeform 180"/>
            <p:cNvSpPr>
              <a:spLocks/>
            </p:cNvSpPr>
            <p:nvPr/>
          </p:nvSpPr>
          <p:spPr bwMode="auto">
            <a:xfrm>
              <a:off x="8228013" y="1920875"/>
              <a:ext cx="44450" cy="0"/>
            </a:xfrm>
            <a:custGeom>
              <a:avLst/>
              <a:gdLst>
                <a:gd name="T0" fmla="*/ 14 w 14"/>
                <a:gd name="T1" fmla="*/ 0 w 14"/>
                <a:gd name="T2" fmla="*/ 0 w 14"/>
                <a:gd name="T3" fmla="*/ 0 w 14"/>
                <a:gd name="T4" fmla="*/ 14 w 14"/>
                <a:gd name="T5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832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5" name="Freeform 74"/>
            <p:cNvSpPr>
              <a:spLocks/>
            </p:cNvSpPr>
            <p:nvPr/>
          </p:nvSpPr>
          <p:spPr bwMode="auto">
            <a:xfrm>
              <a:off x="7072313" y="1831975"/>
              <a:ext cx="1254125" cy="4267200"/>
            </a:xfrm>
            <a:custGeom>
              <a:avLst/>
              <a:gdLst>
                <a:gd name="connsiteX0" fmla="*/ 1254125 w 1254125"/>
                <a:gd name="connsiteY0" fmla="*/ 0 h 4267200"/>
                <a:gd name="connsiteX1" fmla="*/ 1200150 w 1254125"/>
                <a:gd name="connsiteY1" fmla="*/ 88900 h 4267200"/>
                <a:gd name="connsiteX2" fmla="*/ 1200150 w 1254125"/>
                <a:gd name="connsiteY2" fmla="*/ 1889125 h 4267200"/>
                <a:gd name="connsiteX3" fmla="*/ 1200150 w 1254125"/>
                <a:gd name="connsiteY3" fmla="*/ 3571875 h 4267200"/>
                <a:gd name="connsiteX4" fmla="*/ 1098550 w 1254125"/>
                <a:gd name="connsiteY4" fmla="*/ 3813175 h 4267200"/>
                <a:gd name="connsiteX5" fmla="*/ 679450 w 1254125"/>
                <a:gd name="connsiteY5" fmla="*/ 4232275 h 4267200"/>
                <a:gd name="connsiteX6" fmla="*/ 600075 w 1254125"/>
                <a:gd name="connsiteY6" fmla="*/ 4267200 h 4267200"/>
                <a:gd name="connsiteX7" fmla="*/ 520700 w 1254125"/>
                <a:gd name="connsiteY7" fmla="*/ 4232275 h 4267200"/>
                <a:gd name="connsiteX8" fmla="*/ 101600 w 1254125"/>
                <a:gd name="connsiteY8" fmla="*/ 3813175 h 4267200"/>
                <a:gd name="connsiteX9" fmla="*/ 0 w 1254125"/>
                <a:gd name="connsiteY9" fmla="*/ 3571875 h 4267200"/>
                <a:gd name="connsiteX10" fmla="*/ 0 w 1254125"/>
                <a:gd name="connsiteY10" fmla="*/ 1889125 h 4267200"/>
                <a:gd name="connsiteX11" fmla="*/ 0 w 1254125"/>
                <a:gd name="connsiteY11" fmla="*/ 88900 h 4267200"/>
                <a:gd name="connsiteX12" fmla="*/ 1155700 w 1254125"/>
                <a:gd name="connsiteY12" fmla="*/ 88900 h 4267200"/>
                <a:gd name="connsiteX13" fmla="*/ 1161256 w 1254125"/>
                <a:gd name="connsiteY13" fmla="*/ 88900 h 4267200"/>
                <a:gd name="connsiteX14" fmla="*/ 1165225 w 1254125"/>
                <a:gd name="connsiteY14" fmla="*/ 88900 h 4267200"/>
                <a:gd name="connsiteX15" fmla="*/ 1254125 w 1254125"/>
                <a:gd name="connsiteY15" fmla="*/ 0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4125" h="4267200">
                  <a:moveTo>
                    <a:pt x="1254125" y="0"/>
                  </a:moveTo>
                  <a:cubicBezTo>
                    <a:pt x="1254125" y="0"/>
                    <a:pt x="1200150" y="25400"/>
                    <a:pt x="1200150" y="88900"/>
                  </a:cubicBezTo>
                  <a:cubicBezTo>
                    <a:pt x="1200150" y="88900"/>
                    <a:pt x="1200150" y="88900"/>
                    <a:pt x="1200150" y="1889125"/>
                  </a:cubicBezTo>
                  <a:cubicBezTo>
                    <a:pt x="1200150" y="1889125"/>
                    <a:pt x="1200150" y="1889125"/>
                    <a:pt x="1200150" y="3571875"/>
                  </a:cubicBezTo>
                  <a:cubicBezTo>
                    <a:pt x="1200150" y="3660775"/>
                    <a:pt x="1165225" y="3749675"/>
                    <a:pt x="1098550" y="3813175"/>
                  </a:cubicBezTo>
                  <a:cubicBezTo>
                    <a:pt x="1098550" y="3813175"/>
                    <a:pt x="1098550" y="3813175"/>
                    <a:pt x="679450" y="4232275"/>
                  </a:cubicBezTo>
                  <a:cubicBezTo>
                    <a:pt x="660400" y="4254500"/>
                    <a:pt x="631825" y="4267200"/>
                    <a:pt x="600075" y="4267200"/>
                  </a:cubicBezTo>
                  <a:cubicBezTo>
                    <a:pt x="568325" y="4267200"/>
                    <a:pt x="539750" y="4254500"/>
                    <a:pt x="520700" y="4232275"/>
                  </a:cubicBezTo>
                  <a:cubicBezTo>
                    <a:pt x="520700" y="4232275"/>
                    <a:pt x="520700" y="4232275"/>
                    <a:pt x="101600" y="3813175"/>
                  </a:cubicBezTo>
                  <a:cubicBezTo>
                    <a:pt x="34925" y="3749675"/>
                    <a:pt x="0" y="3660775"/>
                    <a:pt x="0" y="3571875"/>
                  </a:cubicBezTo>
                  <a:cubicBezTo>
                    <a:pt x="0" y="3571875"/>
                    <a:pt x="0" y="3571875"/>
                    <a:pt x="0" y="1889125"/>
                  </a:cubicBezTo>
                  <a:cubicBezTo>
                    <a:pt x="0" y="1889125"/>
                    <a:pt x="0" y="1889125"/>
                    <a:pt x="0" y="88900"/>
                  </a:cubicBezTo>
                  <a:cubicBezTo>
                    <a:pt x="0" y="88900"/>
                    <a:pt x="0" y="88900"/>
                    <a:pt x="1155700" y="88900"/>
                  </a:cubicBezTo>
                  <a:cubicBezTo>
                    <a:pt x="1155700" y="88900"/>
                    <a:pt x="1155700" y="88900"/>
                    <a:pt x="1161256" y="88900"/>
                  </a:cubicBezTo>
                  <a:lnTo>
                    <a:pt x="1165225" y="88900"/>
                  </a:lnTo>
                  <a:cubicBezTo>
                    <a:pt x="1165225" y="38100"/>
                    <a:pt x="1203325" y="0"/>
                    <a:pt x="1254125" y="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6" name="Freeform 182"/>
            <p:cNvSpPr>
              <a:spLocks/>
            </p:cNvSpPr>
            <p:nvPr/>
          </p:nvSpPr>
          <p:spPr bwMode="auto">
            <a:xfrm>
              <a:off x="7605713" y="1800225"/>
              <a:ext cx="838200" cy="4267200"/>
            </a:xfrm>
            <a:custGeom>
              <a:avLst/>
              <a:gdLst>
                <a:gd name="T0" fmla="*/ 0 w 264"/>
                <a:gd name="T1" fmla="*/ 1344 h 1344"/>
                <a:gd name="T2" fmla="*/ 17 w 264"/>
                <a:gd name="T3" fmla="*/ 1344 h 1344"/>
                <a:gd name="T4" fmla="*/ 41 w 264"/>
                <a:gd name="T5" fmla="*/ 1333 h 1344"/>
                <a:gd name="T6" fmla="*/ 169 w 264"/>
                <a:gd name="T7" fmla="*/ 1206 h 1344"/>
                <a:gd name="T8" fmla="*/ 199 w 264"/>
                <a:gd name="T9" fmla="*/ 1133 h 1344"/>
                <a:gd name="T10" fmla="*/ 199 w 264"/>
                <a:gd name="T11" fmla="*/ 38 h 1344"/>
                <a:gd name="T12" fmla="*/ 227 w 264"/>
                <a:gd name="T13" fmla="*/ 10 h 1344"/>
                <a:gd name="T14" fmla="*/ 227 w 264"/>
                <a:gd name="T15" fmla="*/ 10 h 1344"/>
                <a:gd name="T16" fmla="*/ 254 w 264"/>
                <a:gd name="T17" fmla="*/ 38 h 1344"/>
                <a:gd name="T18" fmla="*/ 264 w 264"/>
                <a:gd name="T19" fmla="*/ 38 h 1344"/>
                <a:gd name="T20" fmla="*/ 227 w 264"/>
                <a:gd name="T21" fmla="*/ 0 h 1344"/>
                <a:gd name="T22" fmla="*/ 226 w 264"/>
                <a:gd name="T23" fmla="*/ 0 h 1344"/>
                <a:gd name="T24" fmla="*/ 224 w 264"/>
                <a:gd name="T25" fmla="*/ 0 h 1344"/>
                <a:gd name="T26" fmla="*/ 224 w 264"/>
                <a:gd name="T27" fmla="*/ 0 h 1344"/>
                <a:gd name="T28" fmla="*/ 186 w 264"/>
                <a:gd name="T29" fmla="*/ 38 h 1344"/>
                <a:gd name="T30" fmla="*/ 0 w 264"/>
                <a:gd name="T31" fmla="*/ 38 h 1344"/>
                <a:gd name="T32" fmla="*/ 0 w 264"/>
                <a:gd name="T33" fmla="*/ 1344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4" h="1344">
                  <a:moveTo>
                    <a:pt x="0" y="1344"/>
                  </a:moveTo>
                  <a:cubicBezTo>
                    <a:pt x="17" y="1344"/>
                    <a:pt x="17" y="1344"/>
                    <a:pt x="17" y="1344"/>
                  </a:cubicBezTo>
                  <a:cubicBezTo>
                    <a:pt x="26" y="1344"/>
                    <a:pt x="35" y="1340"/>
                    <a:pt x="41" y="1333"/>
                  </a:cubicBezTo>
                  <a:cubicBezTo>
                    <a:pt x="169" y="1206"/>
                    <a:pt x="169" y="1206"/>
                    <a:pt x="169" y="1206"/>
                  </a:cubicBezTo>
                  <a:cubicBezTo>
                    <a:pt x="188" y="1187"/>
                    <a:pt x="199" y="1160"/>
                    <a:pt x="199" y="1133"/>
                  </a:cubicBezTo>
                  <a:cubicBezTo>
                    <a:pt x="199" y="38"/>
                    <a:pt x="199" y="38"/>
                    <a:pt x="199" y="38"/>
                  </a:cubicBezTo>
                  <a:cubicBezTo>
                    <a:pt x="199" y="22"/>
                    <a:pt x="211" y="10"/>
                    <a:pt x="227" y="10"/>
                  </a:cubicBezTo>
                  <a:cubicBezTo>
                    <a:pt x="227" y="10"/>
                    <a:pt x="227" y="10"/>
                    <a:pt x="227" y="10"/>
                  </a:cubicBezTo>
                  <a:cubicBezTo>
                    <a:pt x="242" y="10"/>
                    <a:pt x="254" y="22"/>
                    <a:pt x="254" y="38"/>
                  </a:cubicBezTo>
                  <a:cubicBezTo>
                    <a:pt x="264" y="38"/>
                    <a:pt x="264" y="38"/>
                    <a:pt x="264" y="38"/>
                  </a:cubicBezTo>
                  <a:cubicBezTo>
                    <a:pt x="264" y="17"/>
                    <a:pt x="248" y="0"/>
                    <a:pt x="227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0"/>
                    <a:pt x="225" y="0"/>
                    <a:pt x="22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03" y="0"/>
                    <a:pt x="186" y="17"/>
                    <a:pt x="186" y="3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134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7" name="Freeform 183"/>
            <p:cNvSpPr>
              <a:spLocks/>
            </p:cNvSpPr>
            <p:nvPr/>
          </p:nvSpPr>
          <p:spPr bwMode="auto">
            <a:xfrm>
              <a:off x="7005638" y="1800225"/>
              <a:ext cx="1317625" cy="4267200"/>
            </a:xfrm>
            <a:custGeom>
              <a:avLst/>
              <a:gdLst>
                <a:gd name="T0" fmla="*/ 415 w 415"/>
                <a:gd name="T1" fmla="*/ 0 h 1344"/>
                <a:gd name="T2" fmla="*/ 413 w 415"/>
                <a:gd name="T3" fmla="*/ 0 h 1344"/>
                <a:gd name="T4" fmla="*/ 389 w 415"/>
                <a:gd name="T5" fmla="*/ 11 h 1344"/>
                <a:gd name="T6" fmla="*/ 378 w 415"/>
                <a:gd name="T7" fmla="*/ 38 h 1344"/>
                <a:gd name="T8" fmla="*/ 378 w 415"/>
                <a:gd name="T9" fmla="*/ 1125 h 1344"/>
                <a:gd name="T10" fmla="*/ 346 w 415"/>
                <a:gd name="T11" fmla="*/ 1201 h 1344"/>
                <a:gd name="T12" fmla="*/ 214 w 415"/>
                <a:gd name="T13" fmla="*/ 1333 h 1344"/>
                <a:gd name="T14" fmla="*/ 189 w 415"/>
                <a:gd name="T15" fmla="*/ 1344 h 1344"/>
                <a:gd name="T16" fmla="*/ 163 w 415"/>
                <a:gd name="T17" fmla="*/ 1333 h 1344"/>
                <a:gd name="T18" fmla="*/ 32 w 415"/>
                <a:gd name="T19" fmla="*/ 1201 h 1344"/>
                <a:gd name="T20" fmla="*/ 0 w 415"/>
                <a:gd name="T21" fmla="*/ 1125 h 1344"/>
                <a:gd name="T22" fmla="*/ 0 w 415"/>
                <a:gd name="T23" fmla="*/ 38 h 1344"/>
                <a:gd name="T24" fmla="*/ 11 w 415"/>
                <a:gd name="T25" fmla="*/ 11 h 1344"/>
                <a:gd name="T26" fmla="*/ 38 w 415"/>
                <a:gd name="T27" fmla="*/ 0 h 1344"/>
                <a:gd name="T28" fmla="*/ 415 w 415"/>
                <a:gd name="T29" fmla="*/ 0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5" h="1344">
                  <a:moveTo>
                    <a:pt x="415" y="0"/>
                  </a:moveTo>
                  <a:cubicBezTo>
                    <a:pt x="415" y="0"/>
                    <a:pt x="414" y="0"/>
                    <a:pt x="413" y="0"/>
                  </a:cubicBezTo>
                  <a:cubicBezTo>
                    <a:pt x="404" y="1"/>
                    <a:pt x="395" y="4"/>
                    <a:pt x="389" y="11"/>
                  </a:cubicBezTo>
                  <a:cubicBezTo>
                    <a:pt x="382" y="18"/>
                    <a:pt x="378" y="28"/>
                    <a:pt x="378" y="38"/>
                  </a:cubicBezTo>
                  <a:cubicBezTo>
                    <a:pt x="378" y="1125"/>
                    <a:pt x="378" y="1125"/>
                    <a:pt x="378" y="1125"/>
                  </a:cubicBezTo>
                  <a:cubicBezTo>
                    <a:pt x="378" y="1153"/>
                    <a:pt x="366" y="1181"/>
                    <a:pt x="346" y="1201"/>
                  </a:cubicBezTo>
                  <a:cubicBezTo>
                    <a:pt x="214" y="1333"/>
                    <a:pt x="214" y="1333"/>
                    <a:pt x="214" y="1333"/>
                  </a:cubicBezTo>
                  <a:cubicBezTo>
                    <a:pt x="208" y="1340"/>
                    <a:pt x="198" y="1344"/>
                    <a:pt x="189" y="1344"/>
                  </a:cubicBezTo>
                  <a:cubicBezTo>
                    <a:pt x="179" y="1344"/>
                    <a:pt x="170" y="1340"/>
                    <a:pt x="163" y="1333"/>
                  </a:cubicBezTo>
                  <a:cubicBezTo>
                    <a:pt x="32" y="1201"/>
                    <a:pt x="32" y="1201"/>
                    <a:pt x="32" y="1201"/>
                  </a:cubicBezTo>
                  <a:cubicBezTo>
                    <a:pt x="11" y="1181"/>
                    <a:pt x="0" y="1153"/>
                    <a:pt x="0" y="112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8" y="4"/>
                    <a:pt x="28" y="0"/>
                    <a:pt x="38" y="0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78" name="Freeform 184"/>
            <p:cNvSpPr>
              <a:spLocks/>
            </p:cNvSpPr>
            <p:nvPr/>
          </p:nvSpPr>
          <p:spPr bwMode="auto">
            <a:xfrm>
              <a:off x="7081838" y="2854325"/>
              <a:ext cx="1047750" cy="3136900"/>
            </a:xfrm>
            <a:custGeom>
              <a:avLst/>
              <a:gdLst>
                <a:gd name="T0" fmla="*/ 296 w 330"/>
                <a:gd name="T1" fmla="*/ 0 h 988"/>
                <a:gd name="T2" fmla="*/ 330 w 330"/>
                <a:gd name="T3" fmla="*/ 34 h 988"/>
                <a:gd name="T4" fmla="*/ 330 w 330"/>
                <a:gd name="T5" fmla="*/ 793 h 988"/>
                <a:gd name="T6" fmla="*/ 305 w 330"/>
                <a:gd name="T7" fmla="*/ 852 h 988"/>
                <a:gd name="T8" fmla="*/ 173 w 330"/>
                <a:gd name="T9" fmla="*/ 984 h 988"/>
                <a:gd name="T10" fmla="*/ 165 w 330"/>
                <a:gd name="T11" fmla="*/ 988 h 988"/>
                <a:gd name="T12" fmla="*/ 156 w 330"/>
                <a:gd name="T13" fmla="*/ 984 h 988"/>
                <a:gd name="T14" fmla="*/ 24 w 330"/>
                <a:gd name="T15" fmla="*/ 852 h 988"/>
                <a:gd name="T16" fmla="*/ 0 w 330"/>
                <a:gd name="T17" fmla="*/ 793 h 988"/>
                <a:gd name="T18" fmla="*/ 0 w 330"/>
                <a:gd name="T19" fmla="*/ 34 h 988"/>
                <a:gd name="T20" fmla="*/ 34 w 330"/>
                <a:gd name="T21" fmla="*/ 0 h 988"/>
                <a:gd name="T22" fmla="*/ 296 w 330"/>
                <a:gd name="T23" fmla="*/ 0 h 9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988">
                  <a:moveTo>
                    <a:pt x="296" y="0"/>
                  </a:moveTo>
                  <a:cubicBezTo>
                    <a:pt x="315" y="0"/>
                    <a:pt x="330" y="15"/>
                    <a:pt x="330" y="34"/>
                  </a:cubicBezTo>
                  <a:cubicBezTo>
                    <a:pt x="330" y="793"/>
                    <a:pt x="330" y="793"/>
                    <a:pt x="330" y="793"/>
                  </a:cubicBezTo>
                  <a:cubicBezTo>
                    <a:pt x="330" y="815"/>
                    <a:pt x="321" y="836"/>
                    <a:pt x="305" y="852"/>
                  </a:cubicBezTo>
                  <a:cubicBezTo>
                    <a:pt x="173" y="984"/>
                    <a:pt x="173" y="984"/>
                    <a:pt x="173" y="984"/>
                  </a:cubicBezTo>
                  <a:cubicBezTo>
                    <a:pt x="171" y="986"/>
                    <a:pt x="168" y="988"/>
                    <a:pt x="165" y="988"/>
                  </a:cubicBezTo>
                  <a:cubicBezTo>
                    <a:pt x="162" y="988"/>
                    <a:pt x="159" y="986"/>
                    <a:pt x="156" y="984"/>
                  </a:cubicBezTo>
                  <a:cubicBezTo>
                    <a:pt x="24" y="852"/>
                    <a:pt x="24" y="852"/>
                    <a:pt x="24" y="852"/>
                  </a:cubicBezTo>
                  <a:cubicBezTo>
                    <a:pt x="9" y="836"/>
                    <a:pt x="0" y="815"/>
                    <a:pt x="0" y="79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</p:grpSp>
      <p:sp>
        <p:nvSpPr>
          <p:cNvPr id="79" name="Freeform 185"/>
          <p:cNvSpPr>
            <a:spLocks noEditPoints="1"/>
          </p:cNvSpPr>
          <p:nvPr/>
        </p:nvSpPr>
        <p:spPr bwMode="auto">
          <a:xfrm>
            <a:off x="4063559" y="3213735"/>
            <a:ext cx="450850" cy="568325"/>
          </a:xfrm>
          <a:custGeom>
            <a:avLst/>
            <a:gdLst>
              <a:gd name="T0" fmla="*/ 204 w 284"/>
              <a:gd name="T1" fmla="*/ 58 h 358"/>
              <a:gd name="T2" fmla="*/ 48 w 284"/>
              <a:gd name="T3" fmla="*/ 58 h 358"/>
              <a:gd name="T4" fmla="*/ 48 w 284"/>
              <a:gd name="T5" fmla="*/ 80 h 358"/>
              <a:gd name="T6" fmla="*/ 204 w 284"/>
              <a:gd name="T7" fmla="*/ 80 h 358"/>
              <a:gd name="T8" fmla="*/ 204 w 284"/>
              <a:gd name="T9" fmla="*/ 58 h 358"/>
              <a:gd name="T10" fmla="*/ 204 w 284"/>
              <a:gd name="T11" fmla="*/ 102 h 358"/>
              <a:gd name="T12" fmla="*/ 48 w 284"/>
              <a:gd name="T13" fmla="*/ 102 h 358"/>
              <a:gd name="T14" fmla="*/ 48 w 284"/>
              <a:gd name="T15" fmla="*/ 124 h 358"/>
              <a:gd name="T16" fmla="*/ 204 w 284"/>
              <a:gd name="T17" fmla="*/ 124 h 358"/>
              <a:gd name="T18" fmla="*/ 204 w 284"/>
              <a:gd name="T19" fmla="*/ 102 h 358"/>
              <a:gd name="T20" fmla="*/ 252 w 284"/>
              <a:gd name="T21" fmla="*/ 30 h 358"/>
              <a:gd name="T22" fmla="*/ 252 w 284"/>
              <a:gd name="T23" fmla="*/ 0 h 358"/>
              <a:gd name="T24" fmla="*/ 0 w 284"/>
              <a:gd name="T25" fmla="*/ 0 h 358"/>
              <a:gd name="T26" fmla="*/ 0 w 284"/>
              <a:gd name="T27" fmla="*/ 326 h 358"/>
              <a:gd name="T28" fmla="*/ 30 w 284"/>
              <a:gd name="T29" fmla="*/ 326 h 358"/>
              <a:gd name="T30" fmla="*/ 30 w 284"/>
              <a:gd name="T31" fmla="*/ 358 h 358"/>
              <a:gd name="T32" fmla="*/ 284 w 284"/>
              <a:gd name="T33" fmla="*/ 358 h 358"/>
              <a:gd name="T34" fmla="*/ 284 w 284"/>
              <a:gd name="T35" fmla="*/ 30 h 358"/>
              <a:gd name="T36" fmla="*/ 252 w 284"/>
              <a:gd name="T37" fmla="*/ 30 h 358"/>
              <a:gd name="T38" fmla="*/ 16 w 284"/>
              <a:gd name="T39" fmla="*/ 308 h 358"/>
              <a:gd name="T40" fmla="*/ 16 w 284"/>
              <a:gd name="T41" fmla="*/ 16 h 358"/>
              <a:gd name="T42" fmla="*/ 234 w 284"/>
              <a:gd name="T43" fmla="*/ 16 h 358"/>
              <a:gd name="T44" fmla="*/ 234 w 284"/>
              <a:gd name="T45" fmla="*/ 234 h 358"/>
              <a:gd name="T46" fmla="*/ 160 w 284"/>
              <a:gd name="T47" fmla="*/ 234 h 358"/>
              <a:gd name="T48" fmla="*/ 160 w 284"/>
              <a:gd name="T49" fmla="*/ 308 h 358"/>
              <a:gd name="T50" fmla="*/ 16 w 284"/>
              <a:gd name="T51" fmla="*/ 308 h 358"/>
              <a:gd name="T52" fmla="*/ 266 w 284"/>
              <a:gd name="T53" fmla="*/ 340 h 358"/>
              <a:gd name="T54" fmla="*/ 48 w 284"/>
              <a:gd name="T55" fmla="*/ 340 h 358"/>
              <a:gd name="T56" fmla="*/ 48 w 284"/>
              <a:gd name="T57" fmla="*/ 326 h 358"/>
              <a:gd name="T58" fmla="*/ 168 w 284"/>
              <a:gd name="T59" fmla="*/ 326 h 358"/>
              <a:gd name="T60" fmla="*/ 252 w 284"/>
              <a:gd name="T61" fmla="*/ 242 h 358"/>
              <a:gd name="T62" fmla="*/ 252 w 284"/>
              <a:gd name="T63" fmla="*/ 48 h 358"/>
              <a:gd name="T64" fmla="*/ 266 w 284"/>
              <a:gd name="T65" fmla="*/ 48 h 358"/>
              <a:gd name="T66" fmla="*/ 266 w 284"/>
              <a:gd name="T67" fmla="*/ 340 h 358"/>
              <a:gd name="T68" fmla="*/ 48 w 284"/>
              <a:gd name="T69" fmla="*/ 212 h 358"/>
              <a:gd name="T70" fmla="*/ 126 w 284"/>
              <a:gd name="T71" fmla="*/ 212 h 358"/>
              <a:gd name="T72" fmla="*/ 126 w 284"/>
              <a:gd name="T73" fmla="*/ 190 h 358"/>
              <a:gd name="T74" fmla="*/ 48 w 284"/>
              <a:gd name="T75" fmla="*/ 190 h 358"/>
              <a:gd name="T76" fmla="*/ 48 w 284"/>
              <a:gd name="T77" fmla="*/ 212 h 358"/>
              <a:gd name="T78" fmla="*/ 204 w 284"/>
              <a:gd name="T79" fmla="*/ 146 h 358"/>
              <a:gd name="T80" fmla="*/ 48 w 284"/>
              <a:gd name="T81" fmla="*/ 146 h 358"/>
              <a:gd name="T82" fmla="*/ 48 w 284"/>
              <a:gd name="T83" fmla="*/ 168 h 358"/>
              <a:gd name="T84" fmla="*/ 204 w 284"/>
              <a:gd name="T85" fmla="*/ 168 h 358"/>
              <a:gd name="T86" fmla="*/ 204 w 284"/>
              <a:gd name="T87" fmla="*/ 146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84" h="358">
                <a:moveTo>
                  <a:pt x="204" y="58"/>
                </a:moveTo>
                <a:lnTo>
                  <a:pt x="48" y="58"/>
                </a:lnTo>
                <a:lnTo>
                  <a:pt x="48" y="80"/>
                </a:lnTo>
                <a:lnTo>
                  <a:pt x="204" y="80"/>
                </a:lnTo>
                <a:lnTo>
                  <a:pt x="204" y="58"/>
                </a:lnTo>
                <a:close/>
                <a:moveTo>
                  <a:pt x="204" y="102"/>
                </a:moveTo>
                <a:lnTo>
                  <a:pt x="48" y="102"/>
                </a:lnTo>
                <a:lnTo>
                  <a:pt x="48" y="124"/>
                </a:lnTo>
                <a:lnTo>
                  <a:pt x="204" y="124"/>
                </a:lnTo>
                <a:lnTo>
                  <a:pt x="204" y="102"/>
                </a:lnTo>
                <a:close/>
                <a:moveTo>
                  <a:pt x="252" y="30"/>
                </a:moveTo>
                <a:lnTo>
                  <a:pt x="252" y="0"/>
                </a:lnTo>
                <a:lnTo>
                  <a:pt x="0" y="0"/>
                </a:lnTo>
                <a:lnTo>
                  <a:pt x="0" y="326"/>
                </a:lnTo>
                <a:lnTo>
                  <a:pt x="30" y="326"/>
                </a:lnTo>
                <a:lnTo>
                  <a:pt x="30" y="358"/>
                </a:lnTo>
                <a:lnTo>
                  <a:pt x="284" y="358"/>
                </a:lnTo>
                <a:lnTo>
                  <a:pt x="284" y="30"/>
                </a:lnTo>
                <a:lnTo>
                  <a:pt x="252" y="30"/>
                </a:lnTo>
                <a:close/>
                <a:moveTo>
                  <a:pt x="16" y="308"/>
                </a:moveTo>
                <a:lnTo>
                  <a:pt x="16" y="16"/>
                </a:lnTo>
                <a:lnTo>
                  <a:pt x="234" y="16"/>
                </a:lnTo>
                <a:lnTo>
                  <a:pt x="234" y="234"/>
                </a:lnTo>
                <a:lnTo>
                  <a:pt x="160" y="234"/>
                </a:lnTo>
                <a:lnTo>
                  <a:pt x="160" y="308"/>
                </a:lnTo>
                <a:lnTo>
                  <a:pt x="16" y="308"/>
                </a:lnTo>
                <a:close/>
                <a:moveTo>
                  <a:pt x="266" y="340"/>
                </a:moveTo>
                <a:lnTo>
                  <a:pt x="48" y="340"/>
                </a:lnTo>
                <a:lnTo>
                  <a:pt x="48" y="326"/>
                </a:lnTo>
                <a:lnTo>
                  <a:pt x="168" y="326"/>
                </a:lnTo>
                <a:lnTo>
                  <a:pt x="252" y="242"/>
                </a:lnTo>
                <a:lnTo>
                  <a:pt x="252" y="48"/>
                </a:lnTo>
                <a:lnTo>
                  <a:pt x="266" y="48"/>
                </a:lnTo>
                <a:lnTo>
                  <a:pt x="266" y="340"/>
                </a:lnTo>
                <a:close/>
                <a:moveTo>
                  <a:pt x="48" y="212"/>
                </a:moveTo>
                <a:lnTo>
                  <a:pt x="126" y="212"/>
                </a:lnTo>
                <a:lnTo>
                  <a:pt x="126" y="190"/>
                </a:lnTo>
                <a:lnTo>
                  <a:pt x="48" y="190"/>
                </a:lnTo>
                <a:lnTo>
                  <a:pt x="48" y="212"/>
                </a:lnTo>
                <a:close/>
                <a:moveTo>
                  <a:pt x="204" y="146"/>
                </a:moveTo>
                <a:lnTo>
                  <a:pt x="48" y="146"/>
                </a:lnTo>
                <a:lnTo>
                  <a:pt x="48" y="168"/>
                </a:lnTo>
                <a:lnTo>
                  <a:pt x="204" y="168"/>
                </a:lnTo>
                <a:lnTo>
                  <a:pt x="204" y="1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80" name="Freeform 186"/>
          <p:cNvSpPr>
            <a:spLocks noEditPoints="1"/>
          </p:cNvSpPr>
          <p:nvPr/>
        </p:nvSpPr>
        <p:spPr bwMode="auto">
          <a:xfrm>
            <a:off x="5714737" y="3216910"/>
            <a:ext cx="511175" cy="504825"/>
          </a:xfrm>
          <a:custGeom>
            <a:avLst/>
            <a:gdLst>
              <a:gd name="T0" fmla="*/ 57 w 161"/>
              <a:gd name="T1" fmla="*/ 95 h 159"/>
              <a:gd name="T2" fmla="*/ 104 w 161"/>
              <a:gd name="T3" fmla="*/ 95 h 159"/>
              <a:gd name="T4" fmla="*/ 116 w 161"/>
              <a:gd name="T5" fmla="*/ 87 h 159"/>
              <a:gd name="T6" fmla="*/ 46 w 161"/>
              <a:gd name="T7" fmla="*/ 87 h 159"/>
              <a:gd name="T8" fmla="*/ 57 w 161"/>
              <a:gd name="T9" fmla="*/ 95 h 159"/>
              <a:gd name="T10" fmla="*/ 156 w 161"/>
              <a:gd name="T11" fmla="*/ 50 h 159"/>
              <a:gd name="T12" fmla="*/ 86 w 161"/>
              <a:gd name="T13" fmla="*/ 2 h 159"/>
              <a:gd name="T14" fmla="*/ 75 w 161"/>
              <a:gd name="T15" fmla="*/ 2 h 159"/>
              <a:gd name="T16" fmla="*/ 5 w 161"/>
              <a:gd name="T17" fmla="*/ 50 h 159"/>
              <a:gd name="T18" fmla="*/ 0 w 161"/>
              <a:gd name="T19" fmla="*/ 58 h 159"/>
              <a:gd name="T20" fmla="*/ 0 w 161"/>
              <a:gd name="T21" fmla="*/ 149 h 159"/>
              <a:gd name="T22" fmla="*/ 11 w 161"/>
              <a:gd name="T23" fmla="*/ 159 h 159"/>
              <a:gd name="T24" fmla="*/ 151 w 161"/>
              <a:gd name="T25" fmla="*/ 159 h 159"/>
              <a:gd name="T26" fmla="*/ 161 w 161"/>
              <a:gd name="T27" fmla="*/ 149 h 159"/>
              <a:gd name="T28" fmla="*/ 161 w 161"/>
              <a:gd name="T29" fmla="*/ 58 h 159"/>
              <a:gd name="T30" fmla="*/ 156 w 161"/>
              <a:gd name="T31" fmla="*/ 50 h 159"/>
              <a:gd name="T32" fmla="*/ 151 w 161"/>
              <a:gd name="T33" fmla="*/ 72 h 159"/>
              <a:gd name="T34" fmla="*/ 81 w 161"/>
              <a:gd name="T35" fmla="*/ 120 h 159"/>
              <a:gd name="T36" fmla="*/ 11 w 161"/>
              <a:gd name="T37" fmla="*/ 72 h 159"/>
              <a:gd name="T38" fmla="*/ 11 w 161"/>
              <a:gd name="T39" fmla="*/ 63 h 159"/>
              <a:gd name="T40" fmla="*/ 16 w 161"/>
              <a:gd name="T41" fmla="*/ 58 h 159"/>
              <a:gd name="T42" fmla="*/ 146 w 161"/>
              <a:gd name="T43" fmla="*/ 58 h 159"/>
              <a:gd name="T44" fmla="*/ 151 w 161"/>
              <a:gd name="T45" fmla="*/ 63 h 159"/>
              <a:gd name="T46" fmla="*/ 151 w 161"/>
              <a:gd name="T47" fmla="*/ 72 h 159"/>
              <a:gd name="T48" fmla="*/ 79 w 161"/>
              <a:gd name="T49" fmla="*/ 110 h 159"/>
              <a:gd name="T50" fmla="*/ 82 w 161"/>
              <a:gd name="T51" fmla="*/ 110 h 159"/>
              <a:gd name="T52" fmla="*/ 93 w 161"/>
              <a:gd name="T53" fmla="*/ 103 h 159"/>
              <a:gd name="T54" fmla="*/ 68 w 161"/>
              <a:gd name="T55" fmla="*/ 103 h 159"/>
              <a:gd name="T56" fmla="*/ 79 w 161"/>
              <a:gd name="T57" fmla="*/ 110 h 159"/>
              <a:gd name="T58" fmla="*/ 33 w 161"/>
              <a:gd name="T59" fmla="*/ 79 h 159"/>
              <a:gd name="T60" fmla="*/ 35 w 161"/>
              <a:gd name="T61" fmla="*/ 80 h 159"/>
              <a:gd name="T62" fmla="*/ 127 w 161"/>
              <a:gd name="T63" fmla="*/ 80 h 159"/>
              <a:gd name="T64" fmla="*/ 128 w 161"/>
              <a:gd name="T65" fmla="*/ 79 h 159"/>
              <a:gd name="T66" fmla="*/ 128 w 161"/>
              <a:gd name="T67" fmla="*/ 72 h 159"/>
              <a:gd name="T68" fmla="*/ 33 w 161"/>
              <a:gd name="T69" fmla="*/ 72 h 159"/>
              <a:gd name="T70" fmla="*/ 33 w 161"/>
              <a:gd name="T71" fmla="*/ 7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61" h="159">
                <a:moveTo>
                  <a:pt x="57" y="95"/>
                </a:moveTo>
                <a:cubicBezTo>
                  <a:pt x="104" y="95"/>
                  <a:pt x="104" y="95"/>
                  <a:pt x="104" y="95"/>
                </a:cubicBezTo>
                <a:cubicBezTo>
                  <a:pt x="116" y="87"/>
                  <a:pt x="116" y="87"/>
                  <a:pt x="116" y="87"/>
                </a:cubicBezTo>
                <a:cubicBezTo>
                  <a:pt x="46" y="87"/>
                  <a:pt x="46" y="87"/>
                  <a:pt x="46" y="87"/>
                </a:cubicBezTo>
                <a:lnTo>
                  <a:pt x="57" y="95"/>
                </a:lnTo>
                <a:close/>
                <a:moveTo>
                  <a:pt x="156" y="50"/>
                </a:moveTo>
                <a:cubicBezTo>
                  <a:pt x="86" y="2"/>
                  <a:pt x="86" y="2"/>
                  <a:pt x="86" y="2"/>
                </a:cubicBezTo>
                <a:cubicBezTo>
                  <a:pt x="83" y="0"/>
                  <a:pt x="78" y="0"/>
                  <a:pt x="75" y="2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2"/>
                  <a:pt x="0" y="55"/>
                  <a:pt x="0" y="58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4"/>
                  <a:pt x="5" y="159"/>
                  <a:pt x="11" y="159"/>
                </a:cubicBezTo>
                <a:cubicBezTo>
                  <a:pt x="151" y="159"/>
                  <a:pt x="151" y="159"/>
                  <a:pt x="151" y="159"/>
                </a:cubicBezTo>
                <a:cubicBezTo>
                  <a:pt x="156" y="159"/>
                  <a:pt x="161" y="154"/>
                  <a:pt x="161" y="149"/>
                </a:cubicBezTo>
                <a:cubicBezTo>
                  <a:pt x="161" y="58"/>
                  <a:pt x="161" y="58"/>
                  <a:pt x="161" y="58"/>
                </a:cubicBezTo>
                <a:cubicBezTo>
                  <a:pt x="161" y="55"/>
                  <a:pt x="159" y="52"/>
                  <a:pt x="156" y="50"/>
                </a:cubicBezTo>
                <a:close/>
                <a:moveTo>
                  <a:pt x="151" y="72"/>
                </a:moveTo>
                <a:cubicBezTo>
                  <a:pt x="81" y="120"/>
                  <a:pt x="81" y="120"/>
                  <a:pt x="81" y="120"/>
                </a:cubicBezTo>
                <a:cubicBezTo>
                  <a:pt x="11" y="72"/>
                  <a:pt x="11" y="72"/>
                  <a:pt x="11" y="72"/>
                </a:cubicBezTo>
                <a:cubicBezTo>
                  <a:pt x="11" y="63"/>
                  <a:pt x="11" y="63"/>
                  <a:pt x="11" y="63"/>
                </a:cubicBezTo>
                <a:cubicBezTo>
                  <a:pt x="11" y="60"/>
                  <a:pt x="13" y="58"/>
                  <a:pt x="16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8" y="58"/>
                  <a:pt x="151" y="60"/>
                  <a:pt x="151" y="63"/>
                </a:cubicBezTo>
                <a:lnTo>
                  <a:pt x="151" y="72"/>
                </a:lnTo>
                <a:close/>
                <a:moveTo>
                  <a:pt x="79" y="110"/>
                </a:moveTo>
                <a:cubicBezTo>
                  <a:pt x="82" y="110"/>
                  <a:pt x="82" y="110"/>
                  <a:pt x="82" y="11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68" y="103"/>
                  <a:pt x="68" y="103"/>
                  <a:pt x="68" y="103"/>
                </a:cubicBezTo>
                <a:lnTo>
                  <a:pt x="79" y="110"/>
                </a:lnTo>
                <a:close/>
                <a:moveTo>
                  <a:pt x="33" y="79"/>
                </a:moveTo>
                <a:cubicBezTo>
                  <a:pt x="35" y="80"/>
                  <a:pt x="35" y="80"/>
                  <a:pt x="35" y="80"/>
                </a:cubicBezTo>
                <a:cubicBezTo>
                  <a:pt x="127" y="80"/>
                  <a:pt x="127" y="80"/>
                  <a:pt x="127" y="80"/>
                </a:cubicBezTo>
                <a:cubicBezTo>
                  <a:pt x="128" y="79"/>
                  <a:pt x="128" y="79"/>
                  <a:pt x="128" y="79"/>
                </a:cubicBezTo>
                <a:cubicBezTo>
                  <a:pt x="128" y="72"/>
                  <a:pt x="128" y="72"/>
                  <a:pt x="128" y="72"/>
                </a:cubicBezTo>
                <a:cubicBezTo>
                  <a:pt x="33" y="72"/>
                  <a:pt x="33" y="72"/>
                  <a:pt x="33" y="72"/>
                </a:cubicBezTo>
                <a:lnTo>
                  <a:pt x="33" y="7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81" name="Freeform 187"/>
          <p:cNvSpPr>
            <a:spLocks noEditPoints="1"/>
          </p:cNvSpPr>
          <p:nvPr/>
        </p:nvSpPr>
        <p:spPr bwMode="auto">
          <a:xfrm>
            <a:off x="756444" y="3197860"/>
            <a:ext cx="441325" cy="641350"/>
          </a:xfrm>
          <a:custGeom>
            <a:avLst/>
            <a:gdLst>
              <a:gd name="T0" fmla="*/ 69 w 139"/>
              <a:gd name="T1" fmla="*/ 28 h 202"/>
              <a:gd name="T2" fmla="*/ 73 w 139"/>
              <a:gd name="T3" fmla="*/ 24 h 202"/>
              <a:gd name="T4" fmla="*/ 69 w 139"/>
              <a:gd name="T5" fmla="*/ 21 h 202"/>
              <a:gd name="T6" fmla="*/ 21 w 139"/>
              <a:gd name="T7" fmla="*/ 69 h 202"/>
              <a:gd name="T8" fmla="*/ 24 w 139"/>
              <a:gd name="T9" fmla="*/ 73 h 202"/>
              <a:gd name="T10" fmla="*/ 28 w 139"/>
              <a:gd name="T11" fmla="*/ 69 h 202"/>
              <a:gd name="T12" fmla="*/ 69 w 139"/>
              <a:gd name="T13" fmla="*/ 28 h 202"/>
              <a:gd name="T14" fmla="*/ 40 w 139"/>
              <a:gd name="T15" fmla="*/ 175 h 202"/>
              <a:gd name="T16" fmla="*/ 41 w 139"/>
              <a:gd name="T17" fmla="*/ 185 h 202"/>
              <a:gd name="T18" fmla="*/ 51 w 139"/>
              <a:gd name="T19" fmla="*/ 191 h 202"/>
              <a:gd name="T20" fmla="*/ 51 w 139"/>
              <a:gd name="T21" fmla="*/ 197 h 202"/>
              <a:gd name="T22" fmla="*/ 69 w 139"/>
              <a:gd name="T23" fmla="*/ 202 h 202"/>
              <a:gd name="T24" fmla="*/ 87 w 139"/>
              <a:gd name="T25" fmla="*/ 197 h 202"/>
              <a:gd name="T26" fmla="*/ 87 w 139"/>
              <a:gd name="T27" fmla="*/ 191 h 202"/>
              <a:gd name="T28" fmla="*/ 97 w 139"/>
              <a:gd name="T29" fmla="*/ 185 h 202"/>
              <a:gd name="T30" fmla="*/ 98 w 139"/>
              <a:gd name="T31" fmla="*/ 175 h 202"/>
              <a:gd name="T32" fmla="*/ 69 w 139"/>
              <a:gd name="T33" fmla="*/ 179 h 202"/>
              <a:gd name="T34" fmla="*/ 40 w 139"/>
              <a:gd name="T35" fmla="*/ 175 h 202"/>
              <a:gd name="T36" fmla="*/ 37 w 139"/>
              <a:gd name="T37" fmla="*/ 155 h 202"/>
              <a:gd name="T38" fmla="*/ 38 w 139"/>
              <a:gd name="T39" fmla="*/ 165 h 202"/>
              <a:gd name="T40" fmla="*/ 69 w 139"/>
              <a:gd name="T41" fmla="*/ 171 h 202"/>
              <a:gd name="T42" fmla="*/ 100 w 139"/>
              <a:gd name="T43" fmla="*/ 165 h 202"/>
              <a:gd name="T44" fmla="*/ 101 w 139"/>
              <a:gd name="T45" fmla="*/ 155 h 202"/>
              <a:gd name="T46" fmla="*/ 69 w 139"/>
              <a:gd name="T47" fmla="*/ 161 h 202"/>
              <a:gd name="T48" fmla="*/ 37 w 139"/>
              <a:gd name="T49" fmla="*/ 155 h 202"/>
              <a:gd name="T50" fmla="*/ 69 w 139"/>
              <a:gd name="T51" fmla="*/ 0 h 202"/>
              <a:gd name="T52" fmla="*/ 0 w 139"/>
              <a:gd name="T53" fmla="*/ 69 h 202"/>
              <a:gd name="T54" fmla="*/ 33 w 139"/>
              <a:gd name="T55" fmla="*/ 128 h 202"/>
              <a:gd name="T56" fmla="*/ 35 w 139"/>
              <a:gd name="T57" fmla="*/ 146 h 202"/>
              <a:gd name="T58" fmla="*/ 69 w 139"/>
              <a:gd name="T59" fmla="*/ 153 h 202"/>
              <a:gd name="T60" fmla="*/ 103 w 139"/>
              <a:gd name="T61" fmla="*/ 146 h 202"/>
              <a:gd name="T62" fmla="*/ 105 w 139"/>
              <a:gd name="T63" fmla="*/ 128 h 202"/>
              <a:gd name="T64" fmla="*/ 139 w 139"/>
              <a:gd name="T65" fmla="*/ 69 h 202"/>
              <a:gd name="T66" fmla="*/ 69 w 139"/>
              <a:gd name="T67" fmla="*/ 0 h 202"/>
              <a:gd name="T68" fmla="*/ 95 w 139"/>
              <a:gd name="T69" fmla="*/ 120 h 202"/>
              <a:gd name="T70" fmla="*/ 93 w 139"/>
              <a:gd name="T71" fmla="*/ 137 h 202"/>
              <a:gd name="T72" fmla="*/ 69 w 139"/>
              <a:gd name="T73" fmla="*/ 140 h 202"/>
              <a:gd name="T74" fmla="*/ 45 w 139"/>
              <a:gd name="T75" fmla="*/ 137 h 202"/>
              <a:gd name="T76" fmla="*/ 43 w 139"/>
              <a:gd name="T77" fmla="*/ 120 h 202"/>
              <a:gd name="T78" fmla="*/ 12 w 139"/>
              <a:gd name="T79" fmla="*/ 69 h 202"/>
              <a:gd name="T80" fmla="*/ 69 w 139"/>
              <a:gd name="T81" fmla="*/ 12 h 202"/>
              <a:gd name="T82" fmla="*/ 126 w 139"/>
              <a:gd name="T83" fmla="*/ 69 h 202"/>
              <a:gd name="T84" fmla="*/ 95 w 139"/>
              <a:gd name="T85" fmla="*/ 120 h 202"/>
              <a:gd name="T86" fmla="*/ 85 w 139"/>
              <a:gd name="T87" fmla="*/ 95 h 202"/>
              <a:gd name="T88" fmla="*/ 69 w 139"/>
              <a:gd name="T89" fmla="*/ 67 h 202"/>
              <a:gd name="T90" fmla="*/ 54 w 139"/>
              <a:gd name="T91" fmla="*/ 95 h 202"/>
              <a:gd name="T92" fmla="*/ 47 w 139"/>
              <a:gd name="T93" fmla="*/ 81 h 202"/>
              <a:gd name="T94" fmla="*/ 37 w 139"/>
              <a:gd name="T95" fmla="*/ 86 h 202"/>
              <a:gd name="T96" fmla="*/ 53 w 139"/>
              <a:gd name="T97" fmla="*/ 119 h 202"/>
              <a:gd name="T98" fmla="*/ 69 w 139"/>
              <a:gd name="T99" fmla="*/ 89 h 202"/>
              <a:gd name="T100" fmla="*/ 85 w 139"/>
              <a:gd name="T101" fmla="*/ 119 h 202"/>
              <a:gd name="T102" fmla="*/ 101 w 139"/>
              <a:gd name="T103" fmla="*/ 86 h 202"/>
              <a:gd name="T104" fmla="*/ 91 w 139"/>
              <a:gd name="T105" fmla="*/ 81 h 202"/>
              <a:gd name="T106" fmla="*/ 85 w 139"/>
              <a:gd name="T107" fmla="*/ 95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39" h="202">
                <a:moveTo>
                  <a:pt x="69" y="28"/>
                </a:moveTo>
                <a:cubicBezTo>
                  <a:pt x="71" y="28"/>
                  <a:pt x="73" y="26"/>
                  <a:pt x="73" y="24"/>
                </a:cubicBezTo>
                <a:cubicBezTo>
                  <a:pt x="73" y="22"/>
                  <a:pt x="71" y="21"/>
                  <a:pt x="69" y="21"/>
                </a:cubicBezTo>
                <a:cubicBezTo>
                  <a:pt x="42" y="21"/>
                  <a:pt x="21" y="42"/>
                  <a:pt x="21" y="69"/>
                </a:cubicBezTo>
                <a:cubicBezTo>
                  <a:pt x="21" y="71"/>
                  <a:pt x="22" y="73"/>
                  <a:pt x="24" y="73"/>
                </a:cubicBezTo>
                <a:cubicBezTo>
                  <a:pt x="26" y="73"/>
                  <a:pt x="28" y="71"/>
                  <a:pt x="28" y="69"/>
                </a:cubicBezTo>
                <a:cubicBezTo>
                  <a:pt x="28" y="46"/>
                  <a:pt x="46" y="28"/>
                  <a:pt x="69" y="28"/>
                </a:cubicBezTo>
                <a:close/>
                <a:moveTo>
                  <a:pt x="40" y="175"/>
                </a:moveTo>
                <a:cubicBezTo>
                  <a:pt x="41" y="185"/>
                  <a:pt x="41" y="185"/>
                  <a:pt x="41" y="185"/>
                </a:cubicBezTo>
                <a:cubicBezTo>
                  <a:pt x="41" y="185"/>
                  <a:pt x="44" y="188"/>
                  <a:pt x="51" y="191"/>
                </a:cubicBezTo>
                <a:cubicBezTo>
                  <a:pt x="51" y="197"/>
                  <a:pt x="51" y="197"/>
                  <a:pt x="51" y="197"/>
                </a:cubicBezTo>
                <a:cubicBezTo>
                  <a:pt x="51" y="197"/>
                  <a:pt x="55" y="202"/>
                  <a:pt x="69" y="202"/>
                </a:cubicBezTo>
                <a:cubicBezTo>
                  <a:pt x="83" y="202"/>
                  <a:pt x="87" y="197"/>
                  <a:pt x="87" y="197"/>
                </a:cubicBezTo>
                <a:cubicBezTo>
                  <a:pt x="87" y="191"/>
                  <a:pt x="87" y="191"/>
                  <a:pt x="87" y="191"/>
                </a:cubicBezTo>
                <a:cubicBezTo>
                  <a:pt x="94" y="188"/>
                  <a:pt x="97" y="185"/>
                  <a:pt x="97" y="185"/>
                </a:cubicBezTo>
                <a:cubicBezTo>
                  <a:pt x="98" y="175"/>
                  <a:pt x="98" y="175"/>
                  <a:pt x="98" y="175"/>
                </a:cubicBezTo>
                <a:cubicBezTo>
                  <a:pt x="89" y="178"/>
                  <a:pt x="79" y="179"/>
                  <a:pt x="69" y="179"/>
                </a:cubicBezTo>
                <a:cubicBezTo>
                  <a:pt x="59" y="179"/>
                  <a:pt x="49" y="178"/>
                  <a:pt x="40" y="175"/>
                </a:cubicBezTo>
                <a:close/>
                <a:moveTo>
                  <a:pt x="37" y="155"/>
                </a:moveTo>
                <a:cubicBezTo>
                  <a:pt x="38" y="165"/>
                  <a:pt x="38" y="165"/>
                  <a:pt x="38" y="165"/>
                </a:cubicBezTo>
                <a:cubicBezTo>
                  <a:pt x="47" y="169"/>
                  <a:pt x="58" y="171"/>
                  <a:pt x="69" y="171"/>
                </a:cubicBezTo>
                <a:cubicBezTo>
                  <a:pt x="80" y="171"/>
                  <a:pt x="91" y="169"/>
                  <a:pt x="100" y="165"/>
                </a:cubicBezTo>
                <a:cubicBezTo>
                  <a:pt x="101" y="155"/>
                  <a:pt x="101" y="155"/>
                  <a:pt x="101" y="155"/>
                </a:cubicBezTo>
                <a:cubicBezTo>
                  <a:pt x="91" y="159"/>
                  <a:pt x="81" y="161"/>
                  <a:pt x="69" y="161"/>
                </a:cubicBezTo>
                <a:cubicBezTo>
                  <a:pt x="57" y="161"/>
                  <a:pt x="47" y="159"/>
                  <a:pt x="37" y="155"/>
                </a:cubicBezTo>
                <a:close/>
                <a:moveTo>
                  <a:pt x="69" y="0"/>
                </a:moveTo>
                <a:cubicBezTo>
                  <a:pt x="31" y="0"/>
                  <a:pt x="0" y="31"/>
                  <a:pt x="0" y="69"/>
                </a:cubicBezTo>
                <a:cubicBezTo>
                  <a:pt x="0" y="94"/>
                  <a:pt x="13" y="116"/>
                  <a:pt x="33" y="128"/>
                </a:cubicBezTo>
                <a:cubicBezTo>
                  <a:pt x="35" y="146"/>
                  <a:pt x="35" y="146"/>
                  <a:pt x="35" y="146"/>
                </a:cubicBezTo>
                <a:cubicBezTo>
                  <a:pt x="45" y="150"/>
                  <a:pt x="57" y="153"/>
                  <a:pt x="69" y="153"/>
                </a:cubicBezTo>
                <a:cubicBezTo>
                  <a:pt x="81" y="153"/>
                  <a:pt x="93" y="150"/>
                  <a:pt x="103" y="146"/>
                </a:cubicBezTo>
                <a:cubicBezTo>
                  <a:pt x="105" y="128"/>
                  <a:pt x="105" y="128"/>
                  <a:pt x="105" y="128"/>
                </a:cubicBezTo>
                <a:cubicBezTo>
                  <a:pt x="125" y="116"/>
                  <a:pt x="139" y="94"/>
                  <a:pt x="139" y="69"/>
                </a:cubicBezTo>
                <a:cubicBezTo>
                  <a:pt x="139" y="31"/>
                  <a:pt x="107" y="0"/>
                  <a:pt x="69" y="0"/>
                </a:cubicBezTo>
                <a:close/>
                <a:moveTo>
                  <a:pt x="95" y="120"/>
                </a:moveTo>
                <a:cubicBezTo>
                  <a:pt x="93" y="137"/>
                  <a:pt x="93" y="137"/>
                  <a:pt x="93" y="137"/>
                </a:cubicBezTo>
                <a:cubicBezTo>
                  <a:pt x="93" y="137"/>
                  <a:pt x="87" y="140"/>
                  <a:pt x="69" y="140"/>
                </a:cubicBezTo>
                <a:cubicBezTo>
                  <a:pt x="51" y="140"/>
                  <a:pt x="45" y="137"/>
                  <a:pt x="45" y="137"/>
                </a:cubicBezTo>
                <a:cubicBezTo>
                  <a:pt x="43" y="120"/>
                  <a:pt x="43" y="120"/>
                  <a:pt x="43" y="120"/>
                </a:cubicBezTo>
                <a:cubicBezTo>
                  <a:pt x="25" y="111"/>
                  <a:pt x="12" y="91"/>
                  <a:pt x="12" y="69"/>
                </a:cubicBezTo>
                <a:cubicBezTo>
                  <a:pt x="12" y="37"/>
                  <a:pt x="37" y="12"/>
                  <a:pt x="69" y="12"/>
                </a:cubicBezTo>
                <a:cubicBezTo>
                  <a:pt x="101" y="12"/>
                  <a:pt x="126" y="37"/>
                  <a:pt x="126" y="69"/>
                </a:cubicBezTo>
                <a:cubicBezTo>
                  <a:pt x="126" y="91"/>
                  <a:pt x="113" y="111"/>
                  <a:pt x="95" y="120"/>
                </a:cubicBezTo>
                <a:close/>
                <a:moveTo>
                  <a:pt x="85" y="95"/>
                </a:moveTo>
                <a:cubicBezTo>
                  <a:pt x="69" y="67"/>
                  <a:pt x="69" y="67"/>
                  <a:pt x="69" y="67"/>
                </a:cubicBezTo>
                <a:cubicBezTo>
                  <a:pt x="54" y="95"/>
                  <a:pt x="54" y="95"/>
                  <a:pt x="54" y="95"/>
                </a:cubicBezTo>
                <a:cubicBezTo>
                  <a:pt x="47" y="81"/>
                  <a:pt x="47" y="81"/>
                  <a:pt x="47" y="81"/>
                </a:cubicBezTo>
                <a:cubicBezTo>
                  <a:pt x="37" y="86"/>
                  <a:pt x="37" y="86"/>
                  <a:pt x="37" y="86"/>
                </a:cubicBezTo>
                <a:cubicBezTo>
                  <a:pt x="53" y="119"/>
                  <a:pt x="53" y="119"/>
                  <a:pt x="53" y="119"/>
                </a:cubicBezTo>
                <a:cubicBezTo>
                  <a:pt x="69" y="89"/>
                  <a:pt x="69" y="89"/>
                  <a:pt x="69" y="89"/>
                </a:cubicBezTo>
                <a:cubicBezTo>
                  <a:pt x="85" y="119"/>
                  <a:pt x="85" y="119"/>
                  <a:pt x="85" y="119"/>
                </a:cubicBezTo>
                <a:cubicBezTo>
                  <a:pt x="101" y="86"/>
                  <a:pt x="101" y="86"/>
                  <a:pt x="101" y="86"/>
                </a:cubicBezTo>
                <a:cubicBezTo>
                  <a:pt x="91" y="81"/>
                  <a:pt x="91" y="81"/>
                  <a:pt x="91" y="81"/>
                </a:cubicBezTo>
                <a:lnTo>
                  <a:pt x="85" y="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82" name="Freeform 188"/>
          <p:cNvSpPr>
            <a:spLocks noEditPoints="1"/>
          </p:cNvSpPr>
          <p:nvPr/>
        </p:nvSpPr>
        <p:spPr bwMode="auto">
          <a:xfrm>
            <a:off x="7694349" y="3220085"/>
            <a:ext cx="587375" cy="498475"/>
          </a:xfrm>
          <a:custGeom>
            <a:avLst/>
            <a:gdLst>
              <a:gd name="T0" fmla="*/ 66 w 185"/>
              <a:gd name="T1" fmla="*/ 102 h 157"/>
              <a:gd name="T2" fmla="*/ 66 w 185"/>
              <a:gd name="T3" fmla="*/ 157 h 157"/>
              <a:gd name="T4" fmla="*/ 107 w 185"/>
              <a:gd name="T5" fmla="*/ 157 h 157"/>
              <a:gd name="T6" fmla="*/ 107 w 185"/>
              <a:gd name="T7" fmla="*/ 108 h 157"/>
              <a:gd name="T8" fmla="*/ 89 w 185"/>
              <a:gd name="T9" fmla="*/ 125 h 157"/>
              <a:gd name="T10" fmla="*/ 66 w 185"/>
              <a:gd name="T11" fmla="*/ 102 h 157"/>
              <a:gd name="T12" fmla="*/ 8 w 185"/>
              <a:gd name="T13" fmla="*/ 150 h 157"/>
              <a:gd name="T14" fmla="*/ 15 w 185"/>
              <a:gd name="T15" fmla="*/ 157 h 157"/>
              <a:gd name="T16" fmla="*/ 49 w 185"/>
              <a:gd name="T17" fmla="*/ 157 h 157"/>
              <a:gd name="T18" fmla="*/ 49 w 185"/>
              <a:gd name="T19" fmla="*/ 86 h 157"/>
              <a:gd name="T20" fmla="*/ 8 w 185"/>
              <a:gd name="T21" fmla="*/ 127 h 157"/>
              <a:gd name="T22" fmla="*/ 8 w 185"/>
              <a:gd name="T23" fmla="*/ 150 h 157"/>
              <a:gd name="T24" fmla="*/ 123 w 185"/>
              <a:gd name="T25" fmla="*/ 91 h 157"/>
              <a:gd name="T26" fmla="*/ 123 w 185"/>
              <a:gd name="T27" fmla="*/ 157 h 157"/>
              <a:gd name="T28" fmla="*/ 157 w 185"/>
              <a:gd name="T29" fmla="*/ 157 h 157"/>
              <a:gd name="T30" fmla="*/ 164 w 185"/>
              <a:gd name="T31" fmla="*/ 150 h 157"/>
              <a:gd name="T32" fmla="*/ 164 w 185"/>
              <a:gd name="T33" fmla="*/ 50 h 157"/>
              <a:gd name="T34" fmla="*/ 129 w 185"/>
              <a:gd name="T35" fmla="*/ 86 h 157"/>
              <a:gd name="T36" fmla="*/ 123 w 185"/>
              <a:gd name="T37" fmla="*/ 91 h 157"/>
              <a:gd name="T38" fmla="*/ 148 w 185"/>
              <a:gd name="T39" fmla="*/ 4 h 157"/>
              <a:gd name="T40" fmla="*/ 141 w 185"/>
              <a:gd name="T41" fmla="*/ 12 h 157"/>
              <a:gd name="T42" fmla="*/ 149 w 185"/>
              <a:gd name="T43" fmla="*/ 18 h 157"/>
              <a:gd name="T44" fmla="*/ 157 w 185"/>
              <a:gd name="T45" fmla="*/ 18 h 157"/>
              <a:gd name="T46" fmla="*/ 89 w 185"/>
              <a:gd name="T47" fmla="*/ 86 h 157"/>
              <a:gd name="T48" fmla="*/ 49 w 185"/>
              <a:gd name="T49" fmla="*/ 46 h 157"/>
              <a:gd name="T50" fmla="*/ 3 w 185"/>
              <a:gd name="T51" fmla="*/ 92 h 157"/>
              <a:gd name="T52" fmla="*/ 3 w 185"/>
              <a:gd name="T53" fmla="*/ 102 h 157"/>
              <a:gd name="T54" fmla="*/ 14 w 185"/>
              <a:gd name="T55" fmla="*/ 102 h 157"/>
              <a:gd name="T56" fmla="*/ 49 w 185"/>
              <a:gd name="T57" fmla="*/ 67 h 157"/>
              <a:gd name="T58" fmla="*/ 89 w 185"/>
              <a:gd name="T59" fmla="*/ 106 h 157"/>
              <a:gd name="T60" fmla="*/ 168 w 185"/>
              <a:gd name="T61" fmla="*/ 28 h 157"/>
              <a:gd name="T62" fmla="*/ 167 w 185"/>
              <a:gd name="T63" fmla="*/ 36 h 157"/>
              <a:gd name="T64" fmla="*/ 174 w 185"/>
              <a:gd name="T65" fmla="*/ 44 h 157"/>
              <a:gd name="T66" fmla="*/ 174 w 185"/>
              <a:gd name="T67" fmla="*/ 44 h 157"/>
              <a:gd name="T68" fmla="*/ 182 w 185"/>
              <a:gd name="T69" fmla="*/ 37 h 157"/>
              <a:gd name="T70" fmla="*/ 185 w 185"/>
              <a:gd name="T71" fmla="*/ 0 h 157"/>
              <a:gd name="T72" fmla="*/ 148 w 185"/>
              <a:gd name="T73" fmla="*/ 4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5" h="157">
                <a:moveTo>
                  <a:pt x="66" y="102"/>
                </a:moveTo>
                <a:cubicBezTo>
                  <a:pt x="66" y="157"/>
                  <a:pt x="66" y="157"/>
                  <a:pt x="66" y="157"/>
                </a:cubicBezTo>
                <a:cubicBezTo>
                  <a:pt x="107" y="157"/>
                  <a:pt x="107" y="157"/>
                  <a:pt x="107" y="157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89" y="125"/>
                  <a:pt x="89" y="125"/>
                  <a:pt x="89" y="125"/>
                </a:cubicBezTo>
                <a:lnTo>
                  <a:pt x="66" y="102"/>
                </a:lnTo>
                <a:close/>
                <a:moveTo>
                  <a:pt x="8" y="150"/>
                </a:moveTo>
                <a:cubicBezTo>
                  <a:pt x="8" y="154"/>
                  <a:pt x="12" y="157"/>
                  <a:pt x="15" y="157"/>
                </a:cubicBezTo>
                <a:cubicBezTo>
                  <a:pt x="49" y="157"/>
                  <a:pt x="49" y="157"/>
                  <a:pt x="49" y="157"/>
                </a:cubicBezTo>
                <a:cubicBezTo>
                  <a:pt x="49" y="86"/>
                  <a:pt x="49" y="86"/>
                  <a:pt x="49" y="86"/>
                </a:cubicBezTo>
                <a:cubicBezTo>
                  <a:pt x="8" y="127"/>
                  <a:pt x="8" y="127"/>
                  <a:pt x="8" y="127"/>
                </a:cubicBezTo>
                <a:lnTo>
                  <a:pt x="8" y="150"/>
                </a:lnTo>
                <a:close/>
                <a:moveTo>
                  <a:pt x="123" y="91"/>
                </a:moveTo>
                <a:cubicBezTo>
                  <a:pt x="123" y="157"/>
                  <a:pt x="123" y="157"/>
                  <a:pt x="123" y="157"/>
                </a:cubicBezTo>
                <a:cubicBezTo>
                  <a:pt x="157" y="157"/>
                  <a:pt x="157" y="157"/>
                  <a:pt x="157" y="157"/>
                </a:cubicBezTo>
                <a:cubicBezTo>
                  <a:pt x="161" y="157"/>
                  <a:pt x="164" y="154"/>
                  <a:pt x="164" y="150"/>
                </a:cubicBezTo>
                <a:cubicBezTo>
                  <a:pt x="164" y="50"/>
                  <a:pt x="164" y="50"/>
                  <a:pt x="164" y="50"/>
                </a:cubicBezTo>
                <a:cubicBezTo>
                  <a:pt x="129" y="86"/>
                  <a:pt x="129" y="86"/>
                  <a:pt x="129" y="86"/>
                </a:cubicBezTo>
                <a:lnTo>
                  <a:pt x="123" y="91"/>
                </a:lnTo>
                <a:close/>
                <a:moveTo>
                  <a:pt x="148" y="4"/>
                </a:moveTo>
                <a:cubicBezTo>
                  <a:pt x="144" y="4"/>
                  <a:pt x="141" y="8"/>
                  <a:pt x="141" y="12"/>
                </a:cubicBezTo>
                <a:cubicBezTo>
                  <a:pt x="142" y="16"/>
                  <a:pt x="145" y="19"/>
                  <a:pt x="149" y="18"/>
                </a:cubicBezTo>
                <a:cubicBezTo>
                  <a:pt x="157" y="18"/>
                  <a:pt x="157" y="18"/>
                  <a:pt x="157" y="18"/>
                </a:cubicBezTo>
                <a:cubicBezTo>
                  <a:pt x="89" y="86"/>
                  <a:pt x="89" y="86"/>
                  <a:pt x="89" y="86"/>
                </a:cubicBezTo>
                <a:cubicBezTo>
                  <a:pt x="49" y="46"/>
                  <a:pt x="49" y="46"/>
                  <a:pt x="49" y="46"/>
                </a:cubicBezTo>
                <a:cubicBezTo>
                  <a:pt x="3" y="92"/>
                  <a:pt x="3" y="92"/>
                  <a:pt x="3" y="92"/>
                </a:cubicBezTo>
                <a:cubicBezTo>
                  <a:pt x="0" y="95"/>
                  <a:pt x="0" y="100"/>
                  <a:pt x="3" y="102"/>
                </a:cubicBezTo>
                <a:cubicBezTo>
                  <a:pt x="6" y="105"/>
                  <a:pt x="11" y="105"/>
                  <a:pt x="14" y="102"/>
                </a:cubicBezTo>
                <a:cubicBezTo>
                  <a:pt x="49" y="67"/>
                  <a:pt x="49" y="67"/>
                  <a:pt x="49" y="67"/>
                </a:cubicBezTo>
                <a:cubicBezTo>
                  <a:pt x="89" y="106"/>
                  <a:pt x="89" y="106"/>
                  <a:pt x="89" y="106"/>
                </a:cubicBezTo>
                <a:cubicBezTo>
                  <a:pt x="168" y="28"/>
                  <a:pt x="168" y="28"/>
                  <a:pt x="168" y="28"/>
                </a:cubicBezTo>
                <a:cubicBezTo>
                  <a:pt x="167" y="36"/>
                  <a:pt x="167" y="36"/>
                  <a:pt x="167" y="36"/>
                </a:cubicBezTo>
                <a:cubicBezTo>
                  <a:pt x="167" y="40"/>
                  <a:pt x="170" y="44"/>
                  <a:pt x="174" y="44"/>
                </a:cubicBezTo>
                <a:cubicBezTo>
                  <a:pt x="174" y="44"/>
                  <a:pt x="174" y="44"/>
                  <a:pt x="174" y="44"/>
                </a:cubicBezTo>
                <a:cubicBezTo>
                  <a:pt x="178" y="44"/>
                  <a:pt x="181" y="41"/>
                  <a:pt x="182" y="37"/>
                </a:cubicBezTo>
                <a:cubicBezTo>
                  <a:pt x="185" y="0"/>
                  <a:pt x="185" y="0"/>
                  <a:pt x="185" y="0"/>
                </a:cubicBezTo>
                <a:lnTo>
                  <a:pt x="148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92" name="Freeform 91"/>
          <p:cNvSpPr>
            <a:spLocks noChangeArrowheads="1"/>
          </p:cNvSpPr>
          <p:nvPr/>
        </p:nvSpPr>
        <p:spPr bwMode="auto">
          <a:xfrm>
            <a:off x="5002318" y="4231610"/>
            <a:ext cx="285750" cy="285750"/>
          </a:xfrm>
          <a:custGeom>
            <a:avLst/>
            <a:gdLst>
              <a:gd name="connsiteX0" fmla="*/ 114300 w 285750"/>
              <a:gd name="connsiteY0" fmla="*/ 0 h 285750"/>
              <a:gd name="connsiteX1" fmla="*/ 171450 w 285750"/>
              <a:gd name="connsiteY1" fmla="*/ 0 h 285750"/>
              <a:gd name="connsiteX2" fmla="*/ 171450 w 285750"/>
              <a:gd name="connsiteY2" fmla="*/ 114300 h 285750"/>
              <a:gd name="connsiteX3" fmla="*/ 285750 w 285750"/>
              <a:gd name="connsiteY3" fmla="*/ 114300 h 285750"/>
              <a:gd name="connsiteX4" fmla="*/ 285750 w 285750"/>
              <a:gd name="connsiteY4" fmla="*/ 171450 h 285750"/>
              <a:gd name="connsiteX5" fmla="*/ 171450 w 285750"/>
              <a:gd name="connsiteY5" fmla="*/ 171450 h 285750"/>
              <a:gd name="connsiteX6" fmla="*/ 171450 w 285750"/>
              <a:gd name="connsiteY6" fmla="*/ 285750 h 285750"/>
              <a:gd name="connsiteX7" fmla="*/ 114300 w 285750"/>
              <a:gd name="connsiteY7" fmla="*/ 285750 h 285750"/>
              <a:gd name="connsiteX8" fmla="*/ 114300 w 285750"/>
              <a:gd name="connsiteY8" fmla="*/ 171450 h 285750"/>
              <a:gd name="connsiteX9" fmla="*/ 0 w 285750"/>
              <a:gd name="connsiteY9" fmla="*/ 171450 h 285750"/>
              <a:gd name="connsiteX10" fmla="*/ 0 w 285750"/>
              <a:gd name="connsiteY10" fmla="*/ 114300 h 285750"/>
              <a:gd name="connsiteX11" fmla="*/ 114300 w 285750"/>
              <a:gd name="connsiteY11" fmla="*/ 1143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5750" h="285750">
                <a:moveTo>
                  <a:pt x="114300" y="0"/>
                </a:moveTo>
                <a:lnTo>
                  <a:pt x="171450" y="0"/>
                </a:lnTo>
                <a:lnTo>
                  <a:pt x="171450" y="114300"/>
                </a:lnTo>
                <a:lnTo>
                  <a:pt x="285750" y="114300"/>
                </a:lnTo>
                <a:lnTo>
                  <a:pt x="285750" y="171450"/>
                </a:lnTo>
                <a:lnTo>
                  <a:pt x="171450" y="171450"/>
                </a:lnTo>
                <a:lnTo>
                  <a:pt x="171450" y="285750"/>
                </a:lnTo>
                <a:lnTo>
                  <a:pt x="114300" y="285750"/>
                </a:lnTo>
                <a:lnTo>
                  <a:pt x="114300" y="171450"/>
                </a:lnTo>
                <a:lnTo>
                  <a:pt x="0" y="171450"/>
                </a:ln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93" name="Freeform 92"/>
          <p:cNvSpPr>
            <a:spLocks noChangeArrowheads="1"/>
          </p:cNvSpPr>
          <p:nvPr/>
        </p:nvSpPr>
        <p:spPr bwMode="auto">
          <a:xfrm>
            <a:off x="6738411" y="4288760"/>
            <a:ext cx="288925" cy="171450"/>
          </a:xfrm>
          <a:custGeom>
            <a:avLst/>
            <a:gdLst>
              <a:gd name="connsiteX0" fmla="*/ 0 w 288925"/>
              <a:gd name="connsiteY0" fmla="*/ 114300 h 171450"/>
              <a:gd name="connsiteX1" fmla="*/ 288925 w 288925"/>
              <a:gd name="connsiteY1" fmla="*/ 114300 h 171450"/>
              <a:gd name="connsiteX2" fmla="*/ 288925 w 288925"/>
              <a:gd name="connsiteY2" fmla="*/ 171450 h 171450"/>
              <a:gd name="connsiteX3" fmla="*/ 0 w 288925"/>
              <a:gd name="connsiteY3" fmla="*/ 171450 h 171450"/>
              <a:gd name="connsiteX4" fmla="*/ 0 w 288925"/>
              <a:gd name="connsiteY4" fmla="*/ 0 h 171450"/>
              <a:gd name="connsiteX5" fmla="*/ 288925 w 288925"/>
              <a:gd name="connsiteY5" fmla="*/ 0 h 171450"/>
              <a:gd name="connsiteX6" fmla="*/ 288925 w 288925"/>
              <a:gd name="connsiteY6" fmla="*/ 57150 h 171450"/>
              <a:gd name="connsiteX7" fmla="*/ 0 w 288925"/>
              <a:gd name="connsiteY7" fmla="*/ 571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8925" h="171450">
                <a:moveTo>
                  <a:pt x="0" y="114300"/>
                </a:moveTo>
                <a:lnTo>
                  <a:pt x="288925" y="114300"/>
                </a:lnTo>
                <a:lnTo>
                  <a:pt x="288925" y="171450"/>
                </a:lnTo>
                <a:lnTo>
                  <a:pt x="0" y="171450"/>
                </a:lnTo>
                <a:close/>
                <a:moveTo>
                  <a:pt x="0" y="0"/>
                </a:moveTo>
                <a:lnTo>
                  <a:pt x="288925" y="0"/>
                </a:lnTo>
                <a:lnTo>
                  <a:pt x="288925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cxnSp>
        <p:nvCxnSpPr>
          <p:cNvPr id="89" name="Straight Connector 88"/>
          <p:cNvCxnSpPr>
            <a:cxnSpLocks/>
          </p:cNvCxnSpPr>
          <p:nvPr/>
        </p:nvCxnSpPr>
        <p:spPr>
          <a:xfrm>
            <a:off x="7573699" y="3988435"/>
            <a:ext cx="83185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موضوعات قابل ارائه درمورد ویدئو کنفرانس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777307" y="6366933"/>
            <a:ext cx="2802467" cy="491068"/>
          </a:xfrm>
        </p:spPr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8857" y="6366933"/>
            <a:ext cx="429683" cy="491068"/>
          </a:xfrm>
        </p:spPr>
        <p:txBody>
          <a:bodyPr/>
          <a:lstStyle/>
          <a:p>
            <a:fld id="{8409FBBB-C588-4B8D-A7FF-E25C81CC24C8}" type="slidenum">
              <a:rPr lang="en-US" smtClean="0">
                <a:cs typeface="B Titr" panose="00000700000000000000" pitchFamily="2" charset="-78"/>
              </a:rPr>
              <a:t>8</a:t>
            </a:fld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27225" y="808384"/>
            <a:ext cx="2538541" cy="360892"/>
          </a:xfrm>
        </p:spPr>
        <p:txBody>
          <a:bodyPr/>
          <a:lstStyle/>
          <a:p>
            <a:pPr algn="r"/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80169" y="4849437"/>
            <a:ext cx="1765300" cy="335256"/>
            <a:chOff x="611188" y="4731327"/>
            <a:chExt cx="1765300" cy="335256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403980" y="5066583"/>
              <a:ext cx="179715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>
              <a:spLocks/>
            </p:cNvSpPr>
            <p:nvPr/>
          </p:nvSpPr>
          <p:spPr>
            <a:xfrm>
              <a:off x="611188" y="4731327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1"/>
              <a:r>
                <a:rPr lang="fa-IR" sz="1600" dirty="0">
                  <a:solidFill>
                    <a:schemeClr val="accent2">
                      <a:lumMod val="75000"/>
                    </a:schemeClr>
                  </a:solidFill>
                  <a:cs typeface="B Titr" panose="00000700000000000000" pitchFamily="2" charset="-78"/>
                </a:rPr>
                <a:t>نرم افزار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20" name="TextBox 19"/>
          <p:cNvSpPr txBox="1">
            <a:spLocks/>
          </p:cNvSpPr>
          <p:nvPr/>
        </p:nvSpPr>
        <p:spPr>
          <a:xfrm>
            <a:off x="451644" y="2112174"/>
            <a:ext cx="1047750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a-IR" sz="2400" dirty="0" smtClean="0">
                <a:solidFill>
                  <a:schemeClr val="tx2"/>
                </a:solidFill>
                <a:cs typeface="B Titr" panose="00000700000000000000" pitchFamily="2" charset="-78"/>
              </a:rPr>
              <a:t>سخت</a:t>
            </a:r>
          </a:p>
          <a:p>
            <a:pPr algn="ctr"/>
            <a:r>
              <a:rPr lang="fa-IR" sz="2400" dirty="0" smtClean="0">
                <a:solidFill>
                  <a:schemeClr val="tx2"/>
                </a:solidFill>
                <a:cs typeface="B Titr" panose="00000700000000000000" pitchFamily="2" charset="-78"/>
              </a:rPr>
              <a:t>افزار</a:t>
            </a:r>
            <a:endParaRPr lang="en-US" sz="2400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3412154" y="4849437"/>
            <a:ext cx="1765300" cy="335256"/>
            <a:chOff x="611188" y="4731327"/>
            <a:chExt cx="1765300" cy="335256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1403980" y="5066583"/>
              <a:ext cx="179715" cy="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>
              <a:spLocks/>
            </p:cNvSpPr>
            <p:nvPr/>
          </p:nvSpPr>
          <p:spPr>
            <a:xfrm>
              <a:off x="611188" y="4731327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fa-IR" sz="1600" dirty="0">
                  <a:solidFill>
                    <a:schemeClr val="accent2">
                      <a:lumMod val="75000"/>
                    </a:schemeClr>
                  </a:solidFill>
                  <a:cs typeface="B Titr" panose="00000700000000000000" pitchFamily="2" charset="-78"/>
                </a:rPr>
                <a:t>سرویس</a:t>
              </a:r>
              <a:endParaRPr lang="en-US" sz="1600" b="1" dirty="0">
                <a:solidFill>
                  <a:schemeClr val="bg1"/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27" name="TextBox 26"/>
          <p:cNvSpPr txBox="1">
            <a:spLocks/>
          </p:cNvSpPr>
          <p:nvPr/>
        </p:nvSpPr>
        <p:spPr>
          <a:xfrm>
            <a:off x="3861739" y="2234128"/>
            <a:ext cx="798850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1"/>
            <a:r>
              <a:rPr lang="fa-IR" sz="2200" dirty="0">
                <a:solidFill>
                  <a:schemeClr val="tx2"/>
                </a:solidFill>
                <a:cs typeface="B Titr" panose="00000700000000000000" pitchFamily="2" charset="-78"/>
              </a:rPr>
              <a:t>محصول</a:t>
            </a:r>
            <a:endParaRPr lang="en-US" sz="2200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090962" y="4849437"/>
            <a:ext cx="1765300" cy="335256"/>
            <a:chOff x="985159" y="4731327"/>
            <a:chExt cx="1765300" cy="335256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826698" y="5066583"/>
              <a:ext cx="179715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>
              <a:spLocks/>
            </p:cNvSpPr>
            <p:nvPr/>
          </p:nvSpPr>
          <p:spPr>
            <a:xfrm>
              <a:off x="985159" y="4731327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1"/>
              <a:r>
                <a:rPr lang="fa-IR" sz="1600" dirty="0">
                  <a:solidFill>
                    <a:schemeClr val="accent2">
                      <a:lumMod val="75000"/>
                    </a:schemeClr>
                  </a:solidFill>
                  <a:cs typeface="B Titr" panose="00000700000000000000" pitchFamily="2" charset="-78"/>
                </a:rPr>
                <a:t>کاربرد تخصصی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36" name="TextBox 35"/>
          <p:cNvSpPr txBox="1">
            <a:spLocks/>
          </p:cNvSpPr>
          <p:nvPr/>
        </p:nvSpPr>
        <p:spPr>
          <a:xfrm>
            <a:off x="5631449" y="2112174"/>
            <a:ext cx="748535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rtl="1"/>
            <a:r>
              <a:rPr lang="fa-IR" sz="2200" dirty="0">
                <a:solidFill>
                  <a:schemeClr val="tx2"/>
                </a:solidFill>
                <a:cs typeface="B Titr" panose="00000700000000000000" pitchFamily="2" charset="-78"/>
              </a:rPr>
              <a:t>کاربرد عمومی</a:t>
            </a:r>
            <a:endParaRPr lang="en-US" sz="2200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sp>
        <p:nvSpPr>
          <p:cNvPr id="45" name="TextBox 44"/>
          <p:cNvSpPr txBox="1">
            <a:spLocks/>
          </p:cNvSpPr>
          <p:nvPr/>
        </p:nvSpPr>
        <p:spPr>
          <a:xfrm>
            <a:off x="7465749" y="2234128"/>
            <a:ext cx="10477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a-IR" sz="2400" dirty="0">
                <a:solidFill>
                  <a:schemeClr val="tx2"/>
                </a:solidFill>
                <a:cs typeface="B Titr" panose="00000700000000000000" pitchFamily="2" charset="-78"/>
              </a:rPr>
              <a:t>سیر زمان</a:t>
            </a:r>
            <a:endParaRPr lang="en-US" sz="2400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  <p:sp>
        <p:nvSpPr>
          <p:cNvPr id="49" name="TextBox 48"/>
          <p:cNvSpPr txBox="1">
            <a:spLocks/>
          </p:cNvSpPr>
          <p:nvPr/>
        </p:nvSpPr>
        <p:spPr>
          <a:xfrm>
            <a:off x="7530104" y="4298161"/>
            <a:ext cx="978705" cy="15949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fa-IR" dirty="0" smtClean="0">
                <a:solidFill>
                  <a:schemeClr val="accent2"/>
                </a:solidFill>
                <a:cs typeface="B Titr" panose="00000700000000000000" pitchFamily="2" charset="-78"/>
              </a:rPr>
              <a:t>ویدئو</a:t>
            </a:r>
          </a:p>
          <a:p>
            <a:pPr algn="ctr"/>
            <a:r>
              <a:rPr lang="fa-IR" dirty="0" smtClean="0">
                <a:solidFill>
                  <a:schemeClr val="accent2"/>
                </a:solidFill>
                <a:cs typeface="B Titr" panose="00000700000000000000" pitchFamily="2" charset="-78"/>
              </a:rPr>
              <a:t>کنفرانس </a:t>
            </a:r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از دیروز تا امروز</a:t>
            </a:r>
            <a:endParaRPr lang="en-US" b="1" dirty="0">
              <a:solidFill>
                <a:schemeClr val="accent2"/>
              </a:solidFill>
              <a:cs typeface="B Titr" panose="00000700000000000000" pitchFamily="2" charset="-78"/>
            </a:endParaRPr>
          </a:p>
        </p:txBody>
      </p:sp>
      <p:cxnSp>
        <p:nvCxnSpPr>
          <p:cNvPr id="128" name="Straight Connector 127"/>
          <p:cNvCxnSpPr/>
          <p:nvPr/>
        </p:nvCxnSpPr>
        <p:spPr>
          <a:xfrm flipV="1">
            <a:off x="2681506" y="4279680"/>
            <a:ext cx="0" cy="516577"/>
          </a:xfrm>
          <a:prstGeom prst="line">
            <a:avLst/>
          </a:prstGeom>
          <a:ln w="381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2051859" y="1911667"/>
            <a:ext cx="1438275" cy="2470149"/>
            <a:chOff x="2940051" y="1800225"/>
            <a:chExt cx="1438275" cy="2470149"/>
          </a:xfrm>
        </p:grpSpPr>
        <p:sp>
          <p:nvSpPr>
            <p:cNvPr id="130" name="Freeform 161"/>
            <p:cNvSpPr>
              <a:spLocks/>
            </p:cNvSpPr>
            <p:nvPr/>
          </p:nvSpPr>
          <p:spPr bwMode="auto">
            <a:xfrm>
              <a:off x="4162426" y="1822450"/>
              <a:ext cx="193675" cy="98425"/>
            </a:xfrm>
            <a:custGeom>
              <a:avLst/>
              <a:gdLst>
                <a:gd name="T0" fmla="*/ 0 w 61"/>
                <a:gd name="T1" fmla="*/ 31 h 31"/>
                <a:gd name="T2" fmla="*/ 30 w 61"/>
                <a:gd name="T3" fmla="*/ 0 h 31"/>
                <a:gd name="T4" fmla="*/ 61 w 61"/>
                <a:gd name="T5" fmla="*/ 31 h 31"/>
                <a:gd name="T6" fmla="*/ 0 w 6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31">
                  <a:moveTo>
                    <a:pt x="0" y="31"/>
                  </a:moveTo>
                  <a:cubicBezTo>
                    <a:pt x="0" y="14"/>
                    <a:pt x="14" y="0"/>
                    <a:pt x="30" y="0"/>
                  </a:cubicBezTo>
                  <a:cubicBezTo>
                    <a:pt x="47" y="0"/>
                    <a:pt x="61" y="14"/>
                    <a:pt x="61" y="31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3006726" y="1831974"/>
              <a:ext cx="1250950" cy="2438400"/>
            </a:xfrm>
            <a:custGeom>
              <a:avLst/>
              <a:gdLst>
                <a:gd name="connsiteX0" fmla="*/ 1250950 w 1250950"/>
                <a:gd name="connsiteY0" fmla="*/ 0 h 2438400"/>
                <a:gd name="connsiteX1" fmla="*/ 1200150 w 1250950"/>
                <a:gd name="connsiteY1" fmla="*/ 88900 h 2438400"/>
                <a:gd name="connsiteX2" fmla="*/ 1200150 w 1250950"/>
                <a:gd name="connsiteY2" fmla="*/ 1746250 h 2438400"/>
                <a:gd name="connsiteX3" fmla="*/ 1168400 w 1250950"/>
                <a:gd name="connsiteY3" fmla="*/ 1889125 h 2438400"/>
                <a:gd name="connsiteX4" fmla="*/ 1098550 w 1250950"/>
                <a:gd name="connsiteY4" fmla="*/ 1987550 h 2438400"/>
                <a:gd name="connsiteX5" fmla="*/ 679450 w 1250950"/>
                <a:gd name="connsiteY5" fmla="*/ 2406650 h 2438400"/>
                <a:gd name="connsiteX6" fmla="*/ 600075 w 1250950"/>
                <a:gd name="connsiteY6" fmla="*/ 2438400 h 2438400"/>
                <a:gd name="connsiteX7" fmla="*/ 517525 w 1250950"/>
                <a:gd name="connsiteY7" fmla="*/ 2406650 h 2438400"/>
                <a:gd name="connsiteX8" fmla="*/ 98425 w 1250950"/>
                <a:gd name="connsiteY8" fmla="*/ 1987550 h 2438400"/>
                <a:gd name="connsiteX9" fmla="*/ 31750 w 1250950"/>
                <a:gd name="connsiteY9" fmla="*/ 1889125 h 2438400"/>
                <a:gd name="connsiteX10" fmla="*/ 0 w 1250950"/>
                <a:gd name="connsiteY10" fmla="*/ 1746250 h 2438400"/>
                <a:gd name="connsiteX11" fmla="*/ 0 w 1250950"/>
                <a:gd name="connsiteY11" fmla="*/ 88900 h 2438400"/>
                <a:gd name="connsiteX12" fmla="*/ 1155700 w 1250950"/>
                <a:gd name="connsiteY12" fmla="*/ 88900 h 2438400"/>
                <a:gd name="connsiteX13" fmla="*/ 1161256 w 1250950"/>
                <a:gd name="connsiteY13" fmla="*/ 88900 h 2438400"/>
                <a:gd name="connsiteX14" fmla="*/ 1165225 w 1250950"/>
                <a:gd name="connsiteY14" fmla="*/ 88900 h 2438400"/>
                <a:gd name="connsiteX15" fmla="*/ 1250950 w 1250950"/>
                <a:gd name="connsiteY15" fmla="*/ 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50950" h="2438400">
                  <a:moveTo>
                    <a:pt x="1250950" y="0"/>
                  </a:moveTo>
                  <a:cubicBezTo>
                    <a:pt x="1250950" y="0"/>
                    <a:pt x="1200150" y="25400"/>
                    <a:pt x="1200150" y="88900"/>
                  </a:cubicBezTo>
                  <a:cubicBezTo>
                    <a:pt x="1200150" y="88900"/>
                    <a:pt x="1200150" y="88900"/>
                    <a:pt x="1200150" y="1746250"/>
                  </a:cubicBezTo>
                  <a:cubicBezTo>
                    <a:pt x="1200150" y="1793875"/>
                    <a:pt x="1187450" y="1844675"/>
                    <a:pt x="1168400" y="1889125"/>
                  </a:cubicBezTo>
                  <a:cubicBezTo>
                    <a:pt x="1152525" y="1924050"/>
                    <a:pt x="1127125" y="1958975"/>
                    <a:pt x="1098550" y="1987550"/>
                  </a:cubicBezTo>
                  <a:cubicBezTo>
                    <a:pt x="1098550" y="1987550"/>
                    <a:pt x="1098550" y="1987550"/>
                    <a:pt x="679450" y="2406650"/>
                  </a:cubicBezTo>
                  <a:cubicBezTo>
                    <a:pt x="657225" y="2428875"/>
                    <a:pt x="628650" y="2438400"/>
                    <a:pt x="600075" y="2438400"/>
                  </a:cubicBezTo>
                  <a:cubicBezTo>
                    <a:pt x="568325" y="2438400"/>
                    <a:pt x="539750" y="2428875"/>
                    <a:pt x="517525" y="2406650"/>
                  </a:cubicBezTo>
                  <a:cubicBezTo>
                    <a:pt x="517525" y="2406650"/>
                    <a:pt x="517525" y="2406650"/>
                    <a:pt x="98425" y="1987550"/>
                  </a:cubicBezTo>
                  <a:cubicBezTo>
                    <a:pt x="69850" y="1958975"/>
                    <a:pt x="47625" y="1924050"/>
                    <a:pt x="31750" y="1889125"/>
                  </a:cubicBezTo>
                  <a:cubicBezTo>
                    <a:pt x="9525" y="1844675"/>
                    <a:pt x="0" y="1793875"/>
                    <a:pt x="0" y="1746250"/>
                  </a:cubicBezTo>
                  <a:cubicBezTo>
                    <a:pt x="0" y="1746250"/>
                    <a:pt x="0" y="1746250"/>
                    <a:pt x="0" y="88900"/>
                  </a:cubicBezTo>
                  <a:cubicBezTo>
                    <a:pt x="0" y="88900"/>
                    <a:pt x="0" y="88900"/>
                    <a:pt x="1155700" y="88900"/>
                  </a:cubicBezTo>
                  <a:cubicBezTo>
                    <a:pt x="1155700" y="88900"/>
                    <a:pt x="1155700" y="88900"/>
                    <a:pt x="1161256" y="88900"/>
                  </a:cubicBezTo>
                  <a:lnTo>
                    <a:pt x="1165225" y="88900"/>
                  </a:lnTo>
                  <a:cubicBezTo>
                    <a:pt x="1165225" y="38100"/>
                    <a:pt x="1203325" y="0"/>
                    <a:pt x="1250950" y="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132" name="Freeform 164"/>
            <p:cNvSpPr>
              <a:spLocks/>
            </p:cNvSpPr>
            <p:nvPr/>
          </p:nvSpPr>
          <p:spPr bwMode="auto">
            <a:xfrm>
              <a:off x="4162426" y="1920875"/>
              <a:ext cx="44450" cy="0"/>
            </a:xfrm>
            <a:custGeom>
              <a:avLst/>
              <a:gdLst>
                <a:gd name="T0" fmla="*/ 14 w 14"/>
                <a:gd name="T1" fmla="*/ 0 w 14"/>
                <a:gd name="T2" fmla="*/ 0 w 14"/>
                <a:gd name="T3" fmla="*/ 0 w 14"/>
                <a:gd name="T4" fmla="*/ 14 w 14"/>
                <a:gd name="T5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4833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133" name="Freeform 166"/>
            <p:cNvSpPr>
              <a:spLocks/>
            </p:cNvSpPr>
            <p:nvPr/>
          </p:nvSpPr>
          <p:spPr bwMode="auto">
            <a:xfrm>
              <a:off x="3540126" y="1800225"/>
              <a:ext cx="838200" cy="2438400"/>
            </a:xfrm>
            <a:custGeom>
              <a:avLst/>
              <a:gdLst>
                <a:gd name="T0" fmla="*/ 0 w 264"/>
                <a:gd name="T1" fmla="*/ 768 h 768"/>
                <a:gd name="T2" fmla="*/ 17 w 264"/>
                <a:gd name="T3" fmla="*/ 768 h 768"/>
                <a:gd name="T4" fmla="*/ 41 w 264"/>
                <a:gd name="T5" fmla="*/ 758 h 768"/>
                <a:gd name="T6" fmla="*/ 168 w 264"/>
                <a:gd name="T7" fmla="*/ 631 h 768"/>
                <a:gd name="T8" fmla="*/ 199 w 264"/>
                <a:gd name="T9" fmla="*/ 558 h 768"/>
                <a:gd name="T10" fmla="*/ 199 w 264"/>
                <a:gd name="T11" fmla="*/ 38 h 768"/>
                <a:gd name="T12" fmla="*/ 226 w 264"/>
                <a:gd name="T13" fmla="*/ 10 h 768"/>
                <a:gd name="T14" fmla="*/ 226 w 264"/>
                <a:gd name="T15" fmla="*/ 10 h 768"/>
                <a:gd name="T16" fmla="*/ 254 w 264"/>
                <a:gd name="T17" fmla="*/ 38 h 768"/>
                <a:gd name="T18" fmla="*/ 264 w 264"/>
                <a:gd name="T19" fmla="*/ 38 h 768"/>
                <a:gd name="T20" fmla="*/ 226 w 264"/>
                <a:gd name="T21" fmla="*/ 0 h 768"/>
                <a:gd name="T22" fmla="*/ 226 w 264"/>
                <a:gd name="T23" fmla="*/ 0 h 768"/>
                <a:gd name="T24" fmla="*/ 224 w 264"/>
                <a:gd name="T25" fmla="*/ 0 h 768"/>
                <a:gd name="T26" fmla="*/ 224 w 264"/>
                <a:gd name="T27" fmla="*/ 0 h 768"/>
                <a:gd name="T28" fmla="*/ 186 w 264"/>
                <a:gd name="T29" fmla="*/ 38 h 768"/>
                <a:gd name="T30" fmla="*/ 0 w 264"/>
                <a:gd name="T31" fmla="*/ 38 h 768"/>
                <a:gd name="T32" fmla="*/ 0 w 264"/>
                <a:gd name="T33" fmla="*/ 768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4" h="768">
                  <a:moveTo>
                    <a:pt x="0" y="768"/>
                  </a:moveTo>
                  <a:cubicBezTo>
                    <a:pt x="17" y="768"/>
                    <a:pt x="17" y="768"/>
                    <a:pt x="17" y="768"/>
                  </a:cubicBezTo>
                  <a:cubicBezTo>
                    <a:pt x="26" y="768"/>
                    <a:pt x="35" y="765"/>
                    <a:pt x="41" y="758"/>
                  </a:cubicBezTo>
                  <a:cubicBezTo>
                    <a:pt x="168" y="631"/>
                    <a:pt x="168" y="631"/>
                    <a:pt x="168" y="631"/>
                  </a:cubicBezTo>
                  <a:cubicBezTo>
                    <a:pt x="188" y="612"/>
                    <a:pt x="199" y="585"/>
                    <a:pt x="199" y="558"/>
                  </a:cubicBezTo>
                  <a:cubicBezTo>
                    <a:pt x="199" y="38"/>
                    <a:pt x="199" y="38"/>
                    <a:pt x="199" y="38"/>
                  </a:cubicBezTo>
                  <a:cubicBezTo>
                    <a:pt x="199" y="22"/>
                    <a:pt x="211" y="10"/>
                    <a:pt x="226" y="10"/>
                  </a:cubicBezTo>
                  <a:cubicBezTo>
                    <a:pt x="226" y="10"/>
                    <a:pt x="226" y="10"/>
                    <a:pt x="226" y="10"/>
                  </a:cubicBezTo>
                  <a:cubicBezTo>
                    <a:pt x="242" y="10"/>
                    <a:pt x="254" y="22"/>
                    <a:pt x="254" y="38"/>
                  </a:cubicBezTo>
                  <a:cubicBezTo>
                    <a:pt x="264" y="38"/>
                    <a:pt x="264" y="38"/>
                    <a:pt x="264" y="38"/>
                  </a:cubicBezTo>
                  <a:cubicBezTo>
                    <a:pt x="264" y="17"/>
                    <a:pt x="247" y="0"/>
                    <a:pt x="226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5" y="0"/>
                    <a:pt x="225" y="0"/>
                    <a:pt x="22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203" y="0"/>
                    <a:pt x="186" y="17"/>
                    <a:pt x="186" y="3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76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134" name="Freeform 167"/>
            <p:cNvSpPr>
              <a:spLocks/>
            </p:cNvSpPr>
            <p:nvPr/>
          </p:nvSpPr>
          <p:spPr bwMode="auto">
            <a:xfrm>
              <a:off x="2940051" y="1800225"/>
              <a:ext cx="1317625" cy="2438400"/>
            </a:xfrm>
            <a:custGeom>
              <a:avLst/>
              <a:gdLst>
                <a:gd name="T0" fmla="*/ 415 w 415"/>
                <a:gd name="T1" fmla="*/ 0 h 768"/>
                <a:gd name="T2" fmla="*/ 413 w 415"/>
                <a:gd name="T3" fmla="*/ 0 h 768"/>
                <a:gd name="T4" fmla="*/ 389 w 415"/>
                <a:gd name="T5" fmla="*/ 11 h 768"/>
                <a:gd name="T6" fmla="*/ 378 w 415"/>
                <a:gd name="T7" fmla="*/ 38 h 768"/>
                <a:gd name="T8" fmla="*/ 378 w 415"/>
                <a:gd name="T9" fmla="*/ 550 h 768"/>
                <a:gd name="T10" fmla="*/ 346 w 415"/>
                <a:gd name="T11" fmla="*/ 626 h 768"/>
                <a:gd name="T12" fmla="*/ 214 w 415"/>
                <a:gd name="T13" fmla="*/ 758 h 768"/>
                <a:gd name="T14" fmla="*/ 189 w 415"/>
                <a:gd name="T15" fmla="*/ 768 h 768"/>
                <a:gd name="T16" fmla="*/ 163 w 415"/>
                <a:gd name="T17" fmla="*/ 758 h 768"/>
                <a:gd name="T18" fmla="*/ 31 w 415"/>
                <a:gd name="T19" fmla="*/ 626 h 768"/>
                <a:gd name="T20" fmla="*/ 0 w 415"/>
                <a:gd name="T21" fmla="*/ 550 h 768"/>
                <a:gd name="T22" fmla="*/ 0 w 415"/>
                <a:gd name="T23" fmla="*/ 38 h 768"/>
                <a:gd name="T24" fmla="*/ 11 w 415"/>
                <a:gd name="T25" fmla="*/ 11 h 768"/>
                <a:gd name="T26" fmla="*/ 38 w 415"/>
                <a:gd name="T27" fmla="*/ 0 h 768"/>
                <a:gd name="T28" fmla="*/ 415 w 415"/>
                <a:gd name="T29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5" h="768">
                  <a:moveTo>
                    <a:pt x="415" y="0"/>
                  </a:moveTo>
                  <a:cubicBezTo>
                    <a:pt x="414" y="0"/>
                    <a:pt x="414" y="0"/>
                    <a:pt x="413" y="0"/>
                  </a:cubicBezTo>
                  <a:cubicBezTo>
                    <a:pt x="404" y="1"/>
                    <a:pt x="395" y="4"/>
                    <a:pt x="389" y="11"/>
                  </a:cubicBezTo>
                  <a:cubicBezTo>
                    <a:pt x="382" y="18"/>
                    <a:pt x="378" y="28"/>
                    <a:pt x="378" y="38"/>
                  </a:cubicBezTo>
                  <a:cubicBezTo>
                    <a:pt x="378" y="550"/>
                    <a:pt x="378" y="550"/>
                    <a:pt x="378" y="550"/>
                  </a:cubicBezTo>
                  <a:cubicBezTo>
                    <a:pt x="378" y="578"/>
                    <a:pt x="366" y="606"/>
                    <a:pt x="346" y="626"/>
                  </a:cubicBezTo>
                  <a:cubicBezTo>
                    <a:pt x="214" y="758"/>
                    <a:pt x="214" y="758"/>
                    <a:pt x="214" y="758"/>
                  </a:cubicBezTo>
                  <a:cubicBezTo>
                    <a:pt x="207" y="765"/>
                    <a:pt x="198" y="768"/>
                    <a:pt x="189" y="768"/>
                  </a:cubicBezTo>
                  <a:cubicBezTo>
                    <a:pt x="179" y="768"/>
                    <a:pt x="170" y="765"/>
                    <a:pt x="163" y="758"/>
                  </a:cubicBezTo>
                  <a:cubicBezTo>
                    <a:pt x="31" y="626"/>
                    <a:pt x="31" y="626"/>
                    <a:pt x="31" y="626"/>
                  </a:cubicBezTo>
                  <a:cubicBezTo>
                    <a:pt x="11" y="606"/>
                    <a:pt x="0" y="578"/>
                    <a:pt x="0" y="55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8"/>
                    <a:pt x="4" y="18"/>
                    <a:pt x="11" y="11"/>
                  </a:cubicBezTo>
                  <a:cubicBezTo>
                    <a:pt x="18" y="4"/>
                    <a:pt x="28" y="0"/>
                    <a:pt x="38" y="0"/>
                  </a:cubicBez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  <p:sp>
          <p:nvSpPr>
            <p:cNvPr id="135" name="Freeform 168"/>
            <p:cNvSpPr>
              <a:spLocks/>
            </p:cNvSpPr>
            <p:nvPr/>
          </p:nvSpPr>
          <p:spPr bwMode="auto">
            <a:xfrm>
              <a:off x="3016251" y="2854325"/>
              <a:ext cx="1047750" cy="1308100"/>
            </a:xfrm>
            <a:custGeom>
              <a:avLst/>
              <a:gdLst>
                <a:gd name="T0" fmla="*/ 296 w 330"/>
                <a:gd name="T1" fmla="*/ 0 h 412"/>
                <a:gd name="T2" fmla="*/ 330 w 330"/>
                <a:gd name="T3" fmla="*/ 34 h 412"/>
                <a:gd name="T4" fmla="*/ 330 w 330"/>
                <a:gd name="T5" fmla="*/ 218 h 412"/>
                <a:gd name="T6" fmla="*/ 305 w 330"/>
                <a:gd name="T7" fmla="*/ 277 h 412"/>
                <a:gd name="T8" fmla="*/ 173 w 330"/>
                <a:gd name="T9" fmla="*/ 409 h 412"/>
                <a:gd name="T10" fmla="*/ 165 w 330"/>
                <a:gd name="T11" fmla="*/ 412 h 412"/>
                <a:gd name="T12" fmla="*/ 156 w 330"/>
                <a:gd name="T13" fmla="*/ 409 h 412"/>
                <a:gd name="T14" fmla="*/ 24 w 330"/>
                <a:gd name="T15" fmla="*/ 277 h 412"/>
                <a:gd name="T16" fmla="*/ 0 w 330"/>
                <a:gd name="T17" fmla="*/ 218 h 412"/>
                <a:gd name="T18" fmla="*/ 0 w 330"/>
                <a:gd name="T19" fmla="*/ 34 h 412"/>
                <a:gd name="T20" fmla="*/ 34 w 330"/>
                <a:gd name="T21" fmla="*/ 0 h 412"/>
                <a:gd name="T22" fmla="*/ 296 w 330"/>
                <a:gd name="T2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30" h="412">
                  <a:moveTo>
                    <a:pt x="296" y="0"/>
                  </a:moveTo>
                  <a:cubicBezTo>
                    <a:pt x="314" y="0"/>
                    <a:pt x="330" y="15"/>
                    <a:pt x="330" y="34"/>
                  </a:cubicBezTo>
                  <a:cubicBezTo>
                    <a:pt x="330" y="218"/>
                    <a:pt x="330" y="218"/>
                    <a:pt x="330" y="218"/>
                  </a:cubicBezTo>
                  <a:cubicBezTo>
                    <a:pt x="330" y="240"/>
                    <a:pt x="321" y="261"/>
                    <a:pt x="305" y="277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71" y="411"/>
                    <a:pt x="168" y="412"/>
                    <a:pt x="165" y="412"/>
                  </a:cubicBezTo>
                  <a:cubicBezTo>
                    <a:pt x="161" y="412"/>
                    <a:pt x="158" y="411"/>
                    <a:pt x="156" y="409"/>
                  </a:cubicBezTo>
                  <a:cubicBezTo>
                    <a:pt x="24" y="277"/>
                    <a:pt x="24" y="277"/>
                    <a:pt x="24" y="277"/>
                  </a:cubicBezTo>
                  <a:cubicBezTo>
                    <a:pt x="8" y="261"/>
                    <a:pt x="0" y="240"/>
                    <a:pt x="0" y="21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B Titr" panose="00000700000000000000" pitchFamily="2" charset="-78"/>
              </a:endParaRPr>
            </a:p>
          </p:txBody>
        </p:sp>
      </p:grpSp>
      <p:sp>
        <p:nvSpPr>
          <p:cNvPr id="136" name="Freeform 185"/>
          <p:cNvSpPr>
            <a:spLocks noEditPoints="1"/>
          </p:cNvSpPr>
          <p:nvPr/>
        </p:nvSpPr>
        <p:spPr bwMode="auto">
          <a:xfrm>
            <a:off x="2426509" y="3207067"/>
            <a:ext cx="450850" cy="568325"/>
          </a:xfrm>
          <a:custGeom>
            <a:avLst/>
            <a:gdLst>
              <a:gd name="T0" fmla="*/ 204 w 284"/>
              <a:gd name="T1" fmla="*/ 58 h 358"/>
              <a:gd name="T2" fmla="*/ 48 w 284"/>
              <a:gd name="T3" fmla="*/ 58 h 358"/>
              <a:gd name="T4" fmla="*/ 48 w 284"/>
              <a:gd name="T5" fmla="*/ 80 h 358"/>
              <a:gd name="T6" fmla="*/ 204 w 284"/>
              <a:gd name="T7" fmla="*/ 80 h 358"/>
              <a:gd name="T8" fmla="*/ 204 w 284"/>
              <a:gd name="T9" fmla="*/ 58 h 358"/>
              <a:gd name="T10" fmla="*/ 204 w 284"/>
              <a:gd name="T11" fmla="*/ 102 h 358"/>
              <a:gd name="T12" fmla="*/ 48 w 284"/>
              <a:gd name="T13" fmla="*/ 102 h 358"/>
              <a:gd name="T14" fmla="*/ 48 w 284"/>
              <a:gd name="T15" fmla="*/ 124 h 358"/>
              <a:gd name="T16" fmla="*/ 204 w 284"/>
              <a:gd name="T17" fmla="*/ 124 h 358"/>
              <a:gd name="T18" fmla="*/ 204 w 284"/>
              <a:gd name="T19" fmla="*/ 102 h 358"/>
              <a:gd name="T20" fmla="*/ 252 w 284"/>
              <a:gd name="T21" fmla="*/ 30 h 358"/>
              <a:gd name="T22" fmla="*/ 252 w 284"/>
              <a:gd name="T23" fmla="*/ 0 h 358"/>
              <a:gd name="T24" fmla="*/ 0 w 284"/>
              <a:gd name="T25" fmla="*/ 0 h 358"/>
              <a:gd name="T26" fmla="*/ 0 w 284"/>
              <a:gd name="T27" fmla="*/ 326 h 358"/>
              <a:gd name="T28" fmla="*/ 30 w 284"/>
              <a:gd name="T29" fmla="*/ 326 h 358"/>
              <a:gd name="T30" fmla="*/ 30 w 284"/>
              <a:gd name="T31" fmla="*/ 358 h 358"/>
              <a:gd name="T32" fmla="*/ 284 w 284"/>
              <a:gd name="T33" fmla="*/ 358 h 358"/>
              <a:gd name="T34" fmla="*/ 284 w 284"/>
              <a:gd name="T35" fmla="*/ 30 h 358"/>
              <a:gd name="T36" fmla="*/ 252 w 284"/>
              <a:gd name="T37" fmla="*/ 30 h 358"/>
              <a:gd name="T38" fmla="*/ 16 w 284"/>
              <a:gd name="T39" fmla="*/ 308 h 358"/>
              <a:gd name="T40" fmla="*/ 16 w 284"/>
              <a:gd name="T41" fmla="*/ 16 h 358"/>
              <a:gd name="T42" fmla="*/ 234 w 284"/>
              <a:gd name="T43" fmla="*/ 16 h 358"/>
              <a:gd name="T44" fmla="*/ 234 w 284"/>
              <a:gd name="T45" fmla="*/ 234 h 358"/>
              <a:gd name="T46" fmla="*/ 160 w 284"/>
              <a:gd name="T47" fmla="*/ 234 h 358"/>
              <a:gd name="T48" fmla="*/ 160 w 284"/>
              <a:gd name="T49" fmla="*/ 308 h 358"/>
              <a:gd name="T50" fmla="*/ 16 w 284"/>
              <a:gd name="T51" fmla="*/ 308 h 358"/>
              <a:gd name="T52" fmla="*/ 266 w 284"/>
              <a:gd name="T53" fmla="*/ 340 h 358"/>
              <a:gd name="T54" fmla="*/ 48 w 284"/>
              <a:gd name="T55" fmla="*/ 340 h 358"/>
              <a:gd name="T56" fmla="*/ 48 w 284"/>
              <a:gd name="T57" fmla="*/ 326 h 358"/>
              <a:gd name="T58" fmla="*/ 168 w 284"/>
              <a:gd name="T59" fmla="*/ 326 h 358"/>
              <a:gd name="T60" fmla="*/ 252 w 284"/>
              <a:gd name="T61" fmla="*/ 242 h 358"/>
              <a:gd name="T62" fmla="*/ 252 w 284"/>
              <a:gd name="T63" fmla="*/ 48 h 358"/>
              <a:gd name="T64" fmla="*/ 266 w 284"/>
              <a:gd name="T65" fmla="*/ 48 h 358"/>
              <a:gd name="T66" fmla="*/ 266 w 284"/>
              <a:gd name="T67" fmla="*/ 340 h 358"/>
              <a:gd name="T68" fmla="*/ 48 w 284"/>
              <a:gd name="T69" fmla="*/ 212 h 358"/>
              <a:gd name="T70" fmla="*/ 126 w 284"/>
              <a:gd name="T71" fmla="*/ 212 h 358"/>
              <a:gd name="T72" fmla="*/ 126 w 284"/>
              <a:gd name="T73" fmla="*/ 190 h 358"/>
              <a:gd name="T74" fmla="*/ 48 w 284"/>
              <a:gd name="T75" fmla="*/ 190 h 358"/>
              <a:gd name="T76" fmla="*/ 48 w 284"/>
              <a:gd name="T77" fmla="*/ 212 h 358"/>
              <a:gd name="T78" fmla="*/ 204 w 284"/>
              <a:gd name="T79" fmla="*/ 146 h 358"/>
              <a:gd name="T80" fmla="*/ 48 w 284"/>
              <a:gd name="T81" fmla="*/ 146 h 358"/>
              <a:gd name="T82" fmla="*/ 48 w 284"/>
              <a:gd name="T83" fmla="*/ 168 h 358"/>
              <a:gd name="T84" fmla="*/ 204 w 284"/>
              <a:gd name="T85" fmla="*/ 168 h 358"/>
              <a:gd name="T86" fmla="*/ 204 w 284"/>
              <a:gd name="T87" fmla="*/ 146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84" h="358">
                <a:moveTo>
                  <a:pt x="204" y="58"/>
                </a:moveTo>
                <a:lnTo>
                  <a:pt x="48" y="58"/>
                </a:lnTo>
                <a:lnTo>
                  <a:pt x="48" y="80"/>
                </a:lnTo>
                <a:lnTo>
                  <a:pt x="204" y="80"/>
                </a:lnTo>
                <a:lnTo>
                  <a:pt x="204" y="58"/>
                </a:lnTo>
                <a:close/>
                <a:moveTo>
                  <a:pt x="204" y="102"/>
                </a:moveTo>
                <a:lnTo>
                  <a:pt x="48" y="102"/>
                </a:lnTo>
                <a:lnTo>
                  <a:pt x="48" y="124"/>
                </a:lnTo>
                <a:lnTo>
                  <a:pt x="204" y="124"/>
                </a:lnTo>
                <a:lnTo>
                  <a:pt x="204" y="102"/>
                </a:lnTo>
                <a:close/>
                <a:moveTo>
                  <a:pt x="252" y="30"/>
                </a:moveTo>
                <a:lnTo>
                  <a:pt x="252" y="0"/>
                </a:lnTo>
                <a:lnTo>
                  <a:pt x="0" y="0"/>
                </a:lnTo>
                <a:lnTo>
                  <a:pt x="0" y="326"/>
                </a:lnTo>
                <a:lnTo>
                  <a:pt x="30" y="326"/>
                </a:lnTo>
                <a:lnTo>
                  <a:pt x="30" y="358"/>
                </a:lnTo>
                <a:lnTo>
                  <a:pt x="284" y="358"/>
                </a:lnTo>
                <a:lnTo>
                  <a:pt x="284" y="30"/>
                </a:lnTo>
                <a:lnTo>
                  <a:pt x="252" y="30"/>
                </a:lnTo>
                <a:close/>
                <a:moveTo>
                  <a:pt x="16" y="308"/>
                </a:moveTo>
                <a:lnTo>
                  <a:pt x="16" y="16"/>
                </a:lnTo>
                <a:lnTo>
                  <a:pt x="234" y="16"/>
                </a:lnTo>
                <a:lnTo>
                  <a:pt x="234" y="234"/>
                </a:lnTo>
                <a:lnTo>
                  <a:pt x="160" y="234"/>
                </a:lnTo>
                <a:lnTo>
                  <a:pt x="160" y="308"/>
                </a:lnTo>
                <a:lnTo>
                  <a:pt x="16" y="308"/>
                </a:lnTo>
                <a:close/>
                <a:moveTo>
                  <a:pt x="266" y="340"/>
                </a:moveTo>
                <a:lnTo>
                  <a:pt x="48" y="340"/>
                </a:lnTo>
                <a:lnTo>
                  <a:pt x="48" y="326"/>
                </a:lnTo>
                <a:lnTo>
                  <a:pt x="168" y="326"/>
                </a:lnTo>
                <a:lnTo>
                  <a:pt x="252" y="242"/>
                </a:lnTo>
                <a:lnTo>
                  <a:pt x="252" y="48"/>
                </a:lnTo>
                <a:lnTo>
                  <a:pt x="266" y="48"/>
                </a:lnTo>
                <a:lnTo>
                  <a:pt x="266" y="340"/>
                </a:lnTo>
                <a:close/>
                <a:moveTo>
                  <a:pt x="48" y="212"/>
                </a:moveTo>
                <a:lnTo>
                  <a:pt x="126" y="212"/>
                </a:lnTo>
                <a:lnTo>
                  <a:pt x="126" y="190"/>
                </a:lnTo>
                <a:lnTo>
                  <a:pt x="48" y="190"/>
                </a:lnTo>
                <a:lnTo>
                  <a:pt x="48" y="212"/>
                </a:lnTo>
                <a:close/>
                <a:moveTo>
                  <a:pt x="204" y="146"/>
                </a:moveTo>
                <a:lnTo>
                  <a:pt x="48" y="146"/>
                </a:lnTo>
                <a:lnTo>
                  <a:pt x="48" y="168"/>
                </a:lnTo>
                <a:lnTo>
                  <a:pt x="204" y="168"/>
                </a:lnTo>
                <a:lnTo>
                  <a:pt x="204" y="1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137" name="Freeform 136"/>
          <p:cNvSpPr>
            <a:spLocks noChangeArrowheads="1"/>
          </p:cNvSpPr>
          <p:nvPr/>
        </p:nvSpPr>
        <p:spPr bwMode="auto">
          <a:xfrm>
            <a:off x="1690226" y="4231610"/>
            <a:ext cx="287338" cy="285750"/>
          </a:xfrm>
          <a:custGeom>
            <a:avLst/>
            <a:gdLst>
              <a:gd name="connsiteX0" fmla="*/ 112713 w 287338"/>
              <a:gd name="connsiteY0" fmla="*/ 0 h 285750"/>
              <a:gd name="connsiteX1" fmla="*/ 169863 w 287338"/>
              <a:gd name="connsiteY1" fmla="*/ 0 h 285750"/>
              <a:gd name="connsiteX2" fmla="*/ 169863 w 287338"/>
              <a:gd name="connsiteY2" fmla="*/ 114300 h 285750"/>
              <a:gd name="connsiteX3" fmla="*/ 287338 w 287338"/>
              <a:gd name="connsiteY3" fmla="*/ 114300 h 285750"/>
              <a:gd name="connsiteX4" fmla="*/ 287338 w 287338"/>
              <a:gd name="connsiteY4" fmla="*/ 171450 h 285750"/>
              <a:gd name="connsiteX5" fmla="*/ 169863 w 287338"/>
              <a:gd name="connsiteY5" fmla="*/ 171450 h 285750"/>
              <a:gd name="connsiteX6" fmla="*/ 169863 w 287338"/>
              <a:gd name="connsiteY6" fmla="*/ 285750 h 285750"/>
              <a:gd name="connsiteX7" fmla="*/ 112713 w 287338"/>
              <a:gd name="connsiteY7" fmla="*/ 285750 h 285750"/>
              <a:gd name="connsiteX8" fmla="*/ 112713 w 287338"/>
              <a:gd name="connsiteY8" fmla="*/ 171450 h 285750"/>
              <a:gd name="connsiteX9" fmla="*/ 0 w 287338"/>
              <a:gd name="connsiteY9" fmla="*/ 171450 h 285750"/>
              <a:gd name="connsiteX10" fmla="*/ 0 w 287338"/>
              <a:gd name="connsiteY10" fmla="*/ 114300 h 285750"/>
              <a:gd name="connsiteX11" fmla="*/ 112713 w 287338"/>
              <a:gd name="connsiteY11" fmla="*/ 1143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338" h="285750">
                <a:moveTo>
                  <a:pt x="112713" y="0"/>
                </a:moveTo>
                <a:lnTo>
                  <a:pt x="169863" y="0"/>
                </a:lnTo>
                <a:lnTo>
                  <a:pt x="169863" y="114300"/>
                </a:lnTo>
                <a:lnTo>
                  <a:pt x="287338" y="114300"/>
                </a:lnTo>
                <a:lnTo>
                  <a:pt x="287338" y="171450"/>
                </a:lnTo>
                <a:lnTo>
                  <a:pt x="169863" y="171450"/>
                </a:lnTo>
                <a:lnTo>
                  <a:pt x="169863" y="285750"/>
                </a:lnTo>
                <a:lnTo>
                  <a:pt x="112713" y="285750"/>
                </a:lnTo>
                <a:lnTo>
                  <a:pt x="112713" y="171450"/>
                </a:lnTo>
                <a:lnTo>
                  <a:pt x="0" y="171450"/>
                </a:lnTo>
                <a:lnTo>
                  <a:pt x="0" y="114300"/>
                </a:lnTo>
                <a:lnTo>
                  <a:pt x="112713" y="114300"/>
                </a:ln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sp>
        <p:nvSpPr>
          <p:cNvPr id="138" name="Freeform 137"/>
          <p:cNvSpPr>
            <a:spLocks noChangeArrowheads="1"/>
          </p:cNvSpPr>
          <p:nvPr/>
        </p:nvSpPr>
        <p:spPr bwMode="auto">
          <a:xfrm>
            <a:off x="3334717" y="4231610"/>
            <a:ext cx="285750" cy="285750"/>
          </a:xfrm>
          <a:custGeom>
            <a:avLst/>
            <a:gdLst>
              <a:gd name="connsiteX0" fmla="*/ 114300 w 285750"/>
              <a:gd name="connsiteY0" fmla="*/ 0 h 285750"/>
              <a:gd name="connsiteX1" fmla="*/ 171450 w 285750"/>
              <a:gd name="connsiteY1" fmla="*/ 0 h 285750"/>
              <a:gd name="connsiteX2" fmla="*/ 171450 w 285750"/>
              <a:gd name="connsiteY2" fmla="*/ 114300 h 285750"/>
              <a:gd name="connsiteX3" fmla="*/ 285750 w 285750"/>
              <a:gd name="connsiteY3" fmla="*/ 114300 h 285750"/>
              <a:gd name="connsiteX4" fmla="*/ 285750 w 285750"/>
              <a:gd name="connsiteY4" fmla="*/ 171450 h 285750"/>
              <a:gd name="connsiteX5" fmla="*/ 171450 w 285750"/>
              <a:gd name="connsiteY5" fmla="*/ 171450 h 285750"/>
              <a:gd name="connsiteX6" fmla="*/ 171450 w 285750"/>
              <a:gd name="connsiteY6" fmla="*/ 285750 h 285750"/>
              <a:gd name="connsiteX7" fmla="*/ 114300 w 285750"/>
              <a:gd name="connsiteY7" fmla="*/ 285750 h 285750"/>
              <a:gd name="connsiteX8" fmla="*/ 114300 w 285750"/>
              <a:gd name="connsiteY8" fmla="*/ 171450 h 285750"/>
              <a:gd name="connsiteX9" fmla="*/ 0 w 285750"/>
              <a:gd name="connsiteY9" fmla="*/ 171450 h 285750"/>
              <a:gd name="connsiteX10" fmla="*/ 0 w 285750"/>
              <a:gd name="connsiteY10" fmla="*/ 114300 h 285750"/>
              <a:gd name="connsiteX11" fmla="*/ 114300 w 285750"/>
              <a:gd name="connsiteY11" fmla="*/ 11430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5750" h="285750">
                <a:moveTo>
                  <a:pt x="114300" y="0"/>
                </a:moveTo>
                <a:lnTo>
                  <a:pt x="171450" y="0"/>
                </a:lnTo>
                <a:lnTo>
                  <a:pt x="171450" y="114300"/>
                </a:lnTo>
                <a:lnTo>
                  <a:pt x="285750" y="114300"/>
                </a:lnTo>
                <a:lnTo>
                  <a:pt x="285750" y="171450"/>
                </a:lnTo>
                <a:lnTo>
                  <a:pt x="171450" y="171450"/>
                </a:lnTo>
                <a:lnTo>
                  <a:pt x="171450" y="285750"/>
                </a:lnTo>
                <a:lnTo>
                  <a:pt x="114300" y="285750"/>
                </a:lnTo>
                <a:lnTo>
                  <a:pt x="114300" y="171450"/>
                </a:lnTo>
                <a:lnTo>
                  <a:pt x="0" y="171450"/>
                </a:ln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8287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cs typeface="B Titr" panose="00000700000000000000" pitchFamily="2" charset="-78"/>
            </a:endParaRPr>
          </a:p>
        </p:txBody>
      </p:sp>
      <p:grpSp>
        <p:nvGrpSpPr>
          <p:cNvPr id="139" name="Group 138"/>
          <p:cNvGrpSpPr/>
          <p:nvPr/>
        </p:nvGrpSpPr>
        <p:grpSpPr>
          <a:xfrm>
            <a:off x="1775104" y="4842769"/>
            <a:ext cx="1765300" cy="335256"/>
            <a:chOff x="611188" y="4731327"/>
            <a:chExt cx="1765300" cy="335256"/>
          </a:xfrm>
        </p:grpSpPr>
        <p:cxnSp>
          <p:nvCxnSpPr>
            <p:cNvPr id="141" name="Straight Connector 140"/>
            <p:cNvCxnSpPr/>
            <p:nvPr/>
          </p:nvCxnSpPr>
          <p:spPr>
            <a:xfrm>
              <a:off x="1403980" y="5066583"/>
              <a:ext cx="179715" cy="0"/>
            </a:xfrm>
            <a:prstGeom prst="line">
              <a:avLst/>
            </a:prstGeom>
            <a:ln w="254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>
              <a:spLocks/>
            </p:cNvSpPr>
            <p:nvPr/>
          </p:nvSpPr>
          <p:spPr>
            <a:xfrm>
              <a:off x="611188" y="4731327"/>
              <a:ext cx="17653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1"/>
              <a:r>
                <a:rPr lang="fa-IR" sz="1600" dirty="0">
                  <a:solidFill>
                    <a:schemeClr val="accent2">
                      <a:lumMod val="75000"/>
                    </a:schemeClr>
                  </a:solidFill>
                  <a:latin typeface="B TitI"/>
                  <a:cs typeface="B Titr" panose="00000700000000000000" pitchFamily="2" charset="-78"/>
                </a:rPr>
                <a:t>معماری ابری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  <a:latin typeface="B TitI"/>
                <a:cs typeface="B Titr" panose="00000700000000000000" pitchFamily="2" charset="-78"/>
              </a:endParaRPr>
            </a:p>
          </p:txBody>
        </p:sp>
      </p:grpSp>
      <p:sp>
        <p:nvSpPr>
          <p:cNvPr id="145" name="TextBox 144"/>
          <p:cNvSpPr txBox="1">
            <a:spLocks/>
          </p:cNvSpPr>
          <p:nvPr/>
        </p:nvSpPr>
        <p:spPr>
          <a:xfrm>
            <a:off x="2128059" y="2105506"/>
            <a:ext cx="1047750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rtl="1"/>
            <a:r>
              <a:rPr lang="fa-IR" sz="2200" dirty="0">
                <a:solidFill>
                  <a:schemeClr val="tx2"/>
                </a:solidFill>
                <a:cs typeface="B Titr" panose="00000700000000000000" pitchFamily="2" charset="-78"/>
              </a:rPr>
              <a:t>معماری متمرکز</a:t>
            </a:r>
            <a:endParaRPr lang="en-US" sz="2200" dirty="0">
              <a:solidFill>
                <a:schemeClr val="tx2"/>
              </a:solidFill>
              <a:cs typeface="B Titr" panose="00000700000000000000" pitchFamily="2" charset="-78"/>
            </a:endParaRPr>
          </a:p>
          <a:p>
            <a:pPr algn="ctr"/>
            <a:endParaRPr lang="en-US" sz="2200" b="1" dirty="0">
              <a:solidFill>
                <a:schemeClr val="tx2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446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2219695" y="3998421"/>
            <a:ext cx="4748144" cy="7451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ts val="4300"/>
              </a:lnSpc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>
                <a:cs typeface="B Titr" panose="00000700000000000000" pitchFamily="2" charset="-78"/>
              </a:rPr>
              <a:t>از سخت افزار تا نرم افزار</a:t>
            </a:r>
            <a:endParaRPr lang="en-US" dirty="0">
              <a:cs typeface="B Titr" panose="00000700000000000000" pitchFamily="2" charset="-78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396831"/>
              </p:ext>
            </p:extLst>
          </p:nvPr>
        </p:nvGraphicFramePr>
        <p:xfrm>
          <a:off x="3593353" y="158054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3353" y="158054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90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75658" y="2270760"/>
            <a:ext cx="6792684" cy="796414"/>
          </a:xfrm>
        </p:spPr>
        <p:txBody>
          <a:bodyPr/>
          <a:lstStyle/>
          <a:p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ویدئوکنفرنس از دیروز تا امروز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35" t="302" r="5198" b="-302"/>
          <a:stretch/>
        </p:blipFill>
        <p:spPr>
          <a:xfrm>
            <a:off x="1313941" y="4059239"/>
            <a:ext cx="6516117" cy="252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15494" y="1825625"/>
            <a:ext cx="6399856" cy="4351338"/>
          </a:xfrm>
        </p:spPr>
        <p:txBody>
          <a:bodyPr>
            <a:normAutofit/>
          </a:bodyPr>
          <a:lstStyle/>
          <a:p>
            <a:pPr algn="r" rtl="1"/>
            <a:r>
              <a:rPr lang="fa-IR" sz="3000" b="1" dirty="0">
                <a:solidFill>
                  <a:schemeClr val="accent1"/>
                </a:solidFill>
                <a:cs typeface="B Titr" panose="00000700000000000000" pitchFamily="2" charset="-78"/>
              </a:rPr>
              <a:t>پایانه</a:t>
            </a:r>
            <a:r>
              <a:rPr lang="fa-IR" sz="3000" b="1" dirty="0" smtClean="0">
                <a:solidFill>
                  <a:schemeClr val="accent1"/>
                </a:solidFill>
                <a:cs typeface="B Titr" panose="00000700000000000000" pitchFamily="2" charset="-78"/>
              </a:rPr>
              <a:t>: </a:t>
            </a:r>
          </a:p>
          <a:p>
            <a:pPr algn="r" rtl="1"/>
            <a:r>
              <a:rPr lang="fa-IR" sz="2000" b="1" dirty="0" smtClean="0">
                <a:solidFill>
                  <a:schemeClr val="accent2"/>
                </a:solidFill>
                <a:cs typeface="B Yekan" panose="00000400000000000000" pitchFamily="2" charset="-78"/>
              </a:rPr>
              <a:t>از نظر حجم کاربرد به 3 دسته</a:t>
            </a:r>
          </a:p>
          <a:p>
            <a:pPr algn="r" rtl="1"/>
            <a:r>
              <a:rPr lang="fa-IR" sz="2000" b="1" dirty="0" smtClean="0">
                <a:solidFill>
                  <a:schemeClr val="accent2"/>
                </a:solidFill>
                <a:cs typeface="B Yekan" panose="00000400000000000000" pitchFamily="2" charset="-78"/>
              </a:rPr>
              <a:t> تقسیم می شود:</a:t>
            </a:r>
            <a:endParaRPr lang="fa-IR" sz="2000" dirty="0">
              <a:solidFill>
                <a:schemeClr val="accent2"/>
              </a:solidFill>
              <a:cs typeface="B Yekan" panose="00000400000000000000" pitchFamily="2" charset="-78"/>
            </a:endParaRPr>
          </a:p>
          <a:p>
            <a:endParaRPr lang="fa-IR" sz="1600" b="1" dirty="0" smtClean="0">
              <a:cs typeface="B Yekan" panose="00000400000000000000" pitchFamily="2" charset="-78"/>
            </a:endParaRPr>
          </a:p>
          <a:p>
            <a:endParaRPr lang="en-US" sz="1600" b="1" dirty="0" smtClean="0">
              <a:cs typeface="B Yekan" panose="00000400000000000000" pitchFamily="2" charset="-78"/>
            </a:endParaRPr>
          </a:p>
          <a:p>
            <a:endParaRPr lang="en-US" sz="1600" b="1" dirty="0">
              <a:cs typeface="B Yekan" panose="00000400000000000000" pitchFamily="2" charset="-78"/>
            </a:endParaRPr>
          </a:p>
          <a:p>
            <a:endParaRPr lang="en-US" sz="1600" b="1" dirty="0" smtClean="0">
              <a:cs typeface="B Yekan" panose="00000400000000000000" pitchFamily="2" charset="-78"/>
            </a:endParaRPr>
          </a:p>
          <a:p>
            <a:endParaRPr lang="fa-IR" sz="1600" b="1" dirty="0" smtClean="0">
              <a:cs typeface="B Yekan" panose="00000400000000000000" pitchFamily="2" charset="-78"/>
            </a:endParaRPr>
          </a:p>
          <a:p>
            <a:pPr algn="r" rtl="1"/>
            <a:r>
              <a:rPr lang="en-US" sz="2000" b="1" dirty="0" smtClean="0">
                <a:solidFill>
                  <a:schemeClr val="accent1"/>
                </a:solidFill>
                <a:latin typeface="Raleway ExtraBold" panose="020B0903030101060003" pitchFamily="34" charset="0"/>
                <a:cs typeface="B Yekan" panose="00000400000000000000" pitchFamily="2" charset="-78"/>
              </a:rPr>
              <a:t>MCU</a:t>
            </a:r>
            <a:endParaRPr lang="fa-IR" sz="2000" b="1" dirty="0" smtClean="0">
              <a:solidFill>
                <a:schemeClr val="accent1"/>
              </a:solidFill>
              <a:latin typeface="Raleway ExtraBold" panose="020B0903030101060003" pitchFamily="34" charset="0"/>
              <a:cs typeface="B Yekan" panose="00000400000000000000" pitchFamily="2" charset="-78"/>
            </a:endParaRPr>
          </a:p>
          <a:p>
            <a:pPr marL="457200" indent="-457200" algn="r" rtl="1">
              <a:buFont typeface="Arial" pitchFamily="34" charset="0"/>
              <a:buChar char="•"/>
            </a:pPr>
            <a:r>
              <a:rPr lang="fa-IR" sz="1600" b="1" dirty="0">
                <a:solidFill>
                  <a:schemeClr val="accent2"/>
                </a:solidFill>
                <a:cs typeface="B Yekan" panose="00000400000000000000" pitchFamily="2" charset="-78"/>
              </a:rPr>
              <a:t>دروازه بان </a:t>
            </a:r>
          </a:p>
          <a:p>
            <a:pPr marL="457200" indent="-457200" algn="r" rtl="1">
              <a:buFont typeface="Arial" pitchFamily="34" charset="0"/>
              <a:buChar char="•"/>
            </a:pPr>
            <a:r>
              <a:rPr lang="fa-IR" sz="1600" b="1" dirty="0">
                <a:solidFill>
                  <a:schemeClr val="accent2"/>
                </a:solidFill>
                <a:cs typeface="B Yekan" panose="00000400000000000000" pitchFamily="2" charset="-78"/>
              </a:rPr>
              <a:t>دروازه </a:t>
            </a:r>
            <a:r>
              <a:rPr lang="fa-IR" sz="1600" b="1" dirty="0" smtClean="0">
                <a:solidFill>
                  <a:schemeClr val="accent2"/>
                </a:solidFill>
                <a:cs typeface="B Yekan" panose="00000400000000000000" pitchFamily="2" charset="-78"/>
              </a:rPr>
              <a:t>راه</a:t>
            </a:r>
            <a:endParaRPr lang="fa-IR" sz="1600" dirty="0">
              <a:solidFill>
                <a:schemeClr val="accent2"/>
              </a:solidFill>
              <a:cs typeface="B Yekan" panose="00000400000000000000" pitchFamily="2" charset="-78"/>
            </a:endParaRPr>
          </a:p>
          <a:p>
            <a:endParaRPr lang="fa-IR" sz="1600" dirty="0">
              <a:cs typeface="B Yekan" panose="00000400000000000000" pitchFamily="2" charset="-7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2053" y="169750"/>
            <a:ext cx="7921625" cy="593682"/>
          </a:xfrm>
        </p:spPr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اجزای شبکه ویدئو کنفرانس سخت افزاری:</a:t>
            </a:r>
            <a:endParaRPr lang="fa-IR" dirty="0">
              <a:cs typeface="B Titr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45" y="5024842"/>
            <a:ext cx="1296144" cy="11038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533" y="4393135"/>
            <a:ext cx="2113441" cy="891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003" y="5477371"/>
            <a:ext cx="1644443" cy="789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73" y="3554921"/>
            <a:ext cx="1376042" cy="619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</p:spPr>
        <p:txBody>
          <a:bodyPr/>
          <a:lstStyle/>
          <a:p>
            <a:fld id="{81FF6D76-AB4B-43B6-BF24-8AA6F424BA8E}" type="slidenum">
              <a:rPr lang="fa-IR" smtClean="0"/>
              <a:pPr/>
              <a:t>11</a:t>
            </a:fld>
            <a:endParaRPr lang="fa-IR"/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424685" y="808384"/>
            <a:ext cx="4041081" cy="36089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a-IR" sz="1100" dirty="0" smtClean="0">
                <a:solidFill>
                  <a:schemeClr val="tx2"/>
                </a:solidFill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sz="1100" dirty="0">
              <a:solidFill>
                <a:schemeClr val="tx2"/>
              </a:solidFill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11" name="Freeform 277"/>
          <p:cNvSpPr>
            <a:spLocks noEditPoints="1"/>
          </p:cNvSpPr>
          <p:nvPr/>
        </p:nvSpPr>
        <p:spPr bwMode="auto">
          <a:xfrm>
            <a:off x="1460520" y="1676956"/>
            <a:ext cx="3160423" cy="3187700"/>
          </a:xfrm>
          <a:custGeom>
            <a:avLst/>
            <a:gdLst>
              <a:gd name="T0" fmla="*/ 502 w 1004"/>
              <a:gd name="T1" fmla="*/ 964 h 1004"/>
              <a:gd name="T2" fmla="*/ 40 w 1004"/>
              <a:gd name="T3" fmla="*/ 502 h 1004"/>
              <a:gd name="T4" fmla="*/ 502 w 1004"/>
              <a:gd name="T5" fmla="*/ 40 h 1004"/>
              <a:gd name="T6" fmla="*/ 964 w 1004"/>
              <a:gd name="T7" fmla="*/ 502 h 1004"/>
              <a:gd name="T8" fmla="*/ 502 w 1004"/>
              <a:gd name="T9" fmla="*/ 964 h 1004"/>
              <a:gd name="T10" fmla="*/ 502 w 1004"/>
              <a:gd name="T11" fmla="*/ 0 h 1004"/>
              <a:gd name="T12" fmla="*/ 0 w 1004"/>
              <a:gd name="T13" fmla="*/ 502 h 1004"/>
              <a:gd name="T14" fmla="*/ 502 w 1004"/>
              <a:gd name="T15" fmla="*/ 1004 h 1004"/>
              <a:gd name="T16" fmla="*/ 1004 w 1004"/>
              <a:gd name="T17" fmla="*/ 502 h 1004"/>
              <a:gd name="T18" fmla="*/ 502 w 1004"/>
              <a:gd name="T19" fmla="*/ 0 h 10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04" h="1004">
                <a:moveTo>
                  <a:pt x="502" y="964"/>
                </a:moveTo>
                <a:cubicBezTo>
                  <a:pt x="247" y="964"/>
                  <a:pt x="40" y="757"/>
                  <a:pt x="40" y="502"/>
                </a:cubicBezTo>
                <a:cubicBezTo>
                  <a:pt x="40" y="247"/>
                  <a:pt x="247" y="40"/>
                  <a:pt x="502" y="40"/>
                </a:cubicBezTo>
                <a:cubicBezTo>
                  <a:pt x="757" y="40"/>
                  <a:pt x="964" y="247"/>
                  <a:pt x="964" y="502"/>
                </a:cubicBezTo>
                <a:cubicBezTo>
                  <a:pt x="964" y="757"/>
                  <a:pt x="757" y="964"/>
                  <a:pt x="502" y="964"/>
                </a:cubicBezTo>
                <a:moveTo>
                  <a:pt x="502" y="0"/>
                </a:moveTo>
                <a:cubicBezTo>
                  <a:pt x="225" y="0"/>
                  <a:pt x="0" y="225"/>
                  <a:pt x="0" y="502"/>
                </a:cubicBezTo>
                <a:cubicBezTo>
                  <a:pt x="0" y="779"/>
                  <a:pt x="225" y="1004"/>
                  <a:pt x="502" y="1004"/>
                </a:cubicBezTo>
                <a:cubicBezTo>
                  <a:pt x="779" y="1004"/>
                  <a:pt x="1004" y="779"/>
                  <a:pt x="1004" y="502"/>
                </a:cubicBezTo>
                <a:cubicBezTo>
                  <a:pt x="1004" y="225"/>
                  <a:pt x="779" y="0"/>
                  <a:pt x="502" y="0"/>
                </a:cubicBezTo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78"/>
          <p:cNvSpPr>
            <a:spLocks noEditPoints="1"/>
          </p:cNvSpPr>
          <p:nvPr/>
        </p:nvSpPr>
        <p:spPr bwMode="auto">
          <a:xfrm>
            <a:off x="2073295" y="2289731"/>
            <a:ext cx="1945360" cy="1962150"/>
          </a:xfrm>
          <a:custGeom>
            <a:avLst/>
            <a:gdLst>
              <a:gd name="T0" fmla="*/ 309 w 618"/>
              <a:gd name="T1" fmla="*/ 578 h 618"/>
              <a:gd name="T2" fmla="*/ 40 w 618"/>
              <a:gd name="T3" fmla="*/ 309 h 618"/>
              <a:gd name="T4" fmla="*/ 309 w 618"/>
              <a:gd name="T5" fmla="*/ 40 h 618"/>
              <a:gd name="T6" fmla="*/ 578 w 618"/>
              <a:gd name="T7" fmla="*/ 309 h 618"/>
              <a:gd name="T8" fmla="*/ 309 w 618"/>
              <a:gd name="T9" fmla="*/ 578 h 618"/>
              <a:gd name="T10" fmla="*/ 309 w 618"/>
              <a:gd name="T11" fmla="*/ 0 h 618"/>
              <a:gd name="T12" fmla="*/ 0 w 618"/>
              <a:gd name="T13" fmla="*/ 309 h 618"/>
              <a:gd name="T14" fmla="*/ 309 w 618"/>
              <a:gd name="T15" fmla="*/ 618 h 618"/>
              <a:gd name="T16" fmla="*/ 618 w 618"/>
              <a:gd name="T17" fmla="*/ 309 h 618"/>
              <a:gd name="T18" fmla="*/ 309 w 618"/>
              <a:gd name="T19" fmla="*/ 0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18" h="618">
                <a:moveTo>
                  <a:pt x="309" y="578"/>
                </a:moveTo>
                <a:cubicBezTo>
                  <a:pt x="161" y="578"/>
                  <a:pt x="40" y="457"/>
                  <a:pt x="40" y="309"/>
                </a:cubicBezTo>
                <a:cubicBezTo>
                  <a:pt x="40" y="160"/>
                  <a:pt x="161" y="40"/>
                  <a:pt x="309" y="40"/>
                </a:cubicBezTo>
                <a:cubicBezTo>
                  <a:pt x="457" y="40"/>
                  <a:pt x="578" y="160"/>
                  <a:pt x="578" y="309"/>
                </a:cubicBezTo>
                <a:cubicBezTo>
                  <a:pt x="578" y="457"/>
                  <a:pt x="457" y="578"/>
                  <a:pt x="309" y="578"/>
                </a:cubicBezTo>
                <a:moveTo>
                  <a:pt x="309" y="0"/>
                </a:moveTo>
                <a:cubicBezTo>
                  <a:pt x="139" y="0"/>
                  <a:pt x="0" y="138"/>
                  <a:pt x="0" y="309"/>
                </a:cubicBezTo>
                <a:cubicBezTo>
                  <a:pt x="0" y="479"/>
                  <a:pt x="139" y="618"/>
                  <a:pt x="309" y="618"/>
                </a:cubicBezTo>
                <a:cubicBezTo>
                  <a:pt x="479" y="618"/>
                  <a:pt x="618" y="479"/>
                  <a:pt x="618" y="309"/>
                </a:cubicBezTo>
                <a:cubicBezTo>
                  <a:pt x="618" y="138"/>
                  <a:pt x="479" y="0"/>
                  <a:pt x="309" y="0"/>
                </a:cubicBezTo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279"/>
          <p:cNvSpPr>
            <a:spLocks noEditPoints="1"/>
          </p:cNvSpPr>
          <p:nvPr/>
        </p:nvSpPr>
        <p:spPr bwMode="auto">
          <a:xfrm>
            <a:off x="1765320" y="1981756"/>
            <a:ext cx="2556039" cy="2574925"/>
          </a:xfrm>
          <a:custGeom>
            <a:avLst/>
            <a:gdLst>
              <a:gd name="T0" fmla="*/ 406 w 812"/>
              <a:gd name="T1" fmla="*/ 771 h 811"/>
              <a:gd name="T2" fmla="*/ 40 w 812"/>
              <a:gd name="T3" fmla="*/ 406 h 811"/>
              <a:gd name="T4" fmla="*/ 406 w 812"/>
              <a:gd name="T5" fmla="*/ 40 h 811"/>
              <a:gd name="T6" fmla="*/ 772 w 812"/>
              <a:gd name="T7" fmla="*/ 406 h 811"/>
              <a:gd name="T8" fmla="*/ 406 w 812"/>
              <a:gd name="T9" fmla="*/ 771 h 811"/>
              <a:gd name="T10" fmla="*/ 406 w 812"/>
              <a:gd name="T11" fmla="*/ 0 h 811"/>
              <a:gd name="T12" fmla="*/ 0 w 812"/>
              <a:gd name="T13" fmla="*/ 406 h 811"/>
              <a:gd name="T14" fmla="*/ 406 w 812"/>
              <a:gd name="T15" fmla="*/ 811 h 811"/>
              <a:gd name="T16" fmla="*/ 812 w 812"/>
              <a:gd name="T17" fmla="*/ 406 h 811"/>
              <a:gd name="T18" fmla="*/ 406 w 812"/>
              <a:gd name="T19" fmla="*/ 0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12" h="811">
                <a:moveTo>
                  <a:pt x="406" y="771"/>
                </a:moveTo>
                <a:cubicBezTo>
                  <a:pt x="204" y="771"/>
                  <a:pt x="40" y="607"/>
                  <a:pt x="40" y="406"/>
                </a:cubicBezTo>
                <a:cubicBezTo>
                  <a:pt x="40" y="204"/>
                  <a:pt x="204" y="40"/>
                  <a:pt x="406" y="40"/>
                </a:cubicBezTo>
                <a:cubicBezTo>
                  <a:pt x="608" y="40"/>
                  <a:pt x="772" y="204"/>
                  <a:pt x="772" y="406"/>
                </a:cubicBezTo>
                <a:cubicBezTo>
                  <a:pt x="772" y="607"/>
                  <a:pt x="608" y="771"/>
                  <a:pt x="406" y="771"/>
                </a:cubicBezTo>
                <a:moveTo>
                  <a:pt x="406" y="0"/>
                </a:moveTo>
                <a:cubicBezTo>
                  <a:pt x="182" y="0"/>
                  <a:pt x="0" y="182"/>
                  <a:pt x="0" y="406"/>
                </a:cubicBezTo>
                <a:cubicBezTo>
                  <a:pt x="0" y="630"/>
                  <a:pt x="182" y="811"/>
                  <a:pt x="406" y="811"/>
                </a:cubicBezTo>
                <a:cubicBezTo>
                  <a:pt x="630" y="811"/>
                  <a:pt x="812" y="630"/>
                  <a:pt x="812" y="406"/>
                </a:cubicBezTo>
                <a:cubicBezTo>
                  <a:pt x="812" y="182"/>
                  <a:pt x="630" y="0"/>
                  <a:pt x="406" y="0"/>
                </a:cubicBezTo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2428895" y="1419781"/>
            <a:ext cx="1250950" cy="1250950"/>
            <a:chOff x="3946526" y="2130425"/>
            <a:chExt cx="1250950" cy="1250950"/>
          </a:xfrm>
        </p:grpSpPr>
        <p:sp>
          <p:nvSpPr>
            <p:cNvPr id="15" name="Oval 280"/>
            <p:cNvSpPr>
              <a:spLocks noChangeArrowheads="1"/>
            </p:cNvSpPr>
            <p:nvPr/>
          </p:nvSpPr>
          <p:spPr bwMode="auto">
            <a:xfrm>
              <a:off x="3978276" y="2162175"/>
              <a:ext cx="1187450" cy="11874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81"/>
            <p:cNvSpPr>
              <a:spLocks/>
            </p:cNvSpPr>
            <p:nvPr/>
          </p:nvSpPr>
          <p:spPr bwMode="auto">
            <a:xfrm>
              <a:off x="3946526" y="2130425"/>
              <a:ext cx="1250950" cy="1250950"/>
            </a:xfrm>
            <a:custGeom>
              <a:avLst/>
              <a:gdLst>
                <a:gd name="T0" fmla="*/ 384 w 394"/>
                <a:gd name="T1" fmla="*/ 197 h 394"/>
                <a:gd name="T2" fmla="*/ 394 w 394"/>
                <a:gd name="T3" fmla="*/ 197 h 394"/>
                <a:gd name="T4" fmla="*/ 197 w 394"/>
                <a:gd name="T5" fmla="*/ 0 h 394"/>
                <a:gd name="T6" fmla="*/ 0 w 394"/>
                <a:gd name="T7" fmla="*/ 197 h 394"/>
                <a:gd name="T8" fmla="*/ 197 w 394"/>
                <a:gd name="T9" fmla="*/ 394 h 394"/>
                <a:gd name="T10" fmla="*/ 197 w 394"/>
                <a:gd name="T11" fmla="*/ 394 h 394"/>
                <a:gd name="T12" fmla="*/ 197 w 394"/>
                <a:gd name="T13" fmla="*/ 385 h 394"/>
                <a:gd name="T14" fmla="*/ 196 w 394"/>
                <a:gd name="T15" fmla="*/ 394 h 394"/>
                <a:gd name="T16" fmla="*/ 197 w 394"/>
                <a:gd name="T17" fmla="*/ 394 h 394"/>
                <a:gd name="T18" fmla="*/ 197 w 394"/>
                <a:gd name="T19" fmla="*/ 385 h 394"/>
                <a:gd name="T20" fmla="*/ 196 w 394"/>
                <a:gd name="T21" fmla="*/ 394 h 394"/>
                <a:gd name="T22" fmla="*/ 196 w 394"/>
                <a:gd name="T23" fmla="*/ 394 h 394"/>
                <a:gd name="T24" fmla="*/ 197 w 394"/>
                <a:gd name="T25" fmla="*/ 394 h 394"/>
                <a:gd name="T26" fmla="*/ 394 w 394"/>
                <a:gd name="T27" fmla="*/ 197 h 394"/>
                <a:gd name="T28" fmla="*/ 384 w 394"/>
                <a:gd name="T29" fmla="*/ 197 h 394"/>
                <a:gd name="T30" fmla="*/ 374 w 394"/>
                <a:gd name="T31" fmla="*/ 197 h 394"/>
                <a:gd name="T32" fmla="*/ 322 w 394"/>
                <a:gd name="T33" fmla="*/ 323 h 394"/>
                <a:gd name="T34" fmla="*/ 197 w 394"/>
                <a:gd name="T35" fmla="*/ 374 h 394"/>
                <a:gd name="T36" fmla="*/ 197 w 394"/>
                <a:gd name="T37" fmla="*/ 384 h 394"/>
                <a:gd name="T38" fmla="*/ 198 w 394"/>
                <a:gd name="T39" fmla="*/ 375 h 394"/>
                <a:gd name="T40" fmla="*/ 197 w 394"/>
                <a:gd name="T41" fmla="*/ 374 h 394"/>
                <a:gd name="T42" fmla="*/ 197 w 394"/>
                <a:gd name="T43" fmla="*/ 374 h 394"/>
                <a:gd name="T44" fmla="*/ 197 w 394"/>
                <a:gd name="T45" fmla="*/ 384 h 394"/>
                <a:gd name="T46" fmla="*/ 197 w 394"/>
                <a:gd name="T47" fmla="*/ 374 h 394"/>
                <a:gd name="T48" fmla="*/ 197 w 394"/>
                <a:gd name="T49" fmla="*/ 374 h 394"/>
                <a:gd name="T50" fmla="*/ 197 w 394"/>
                <a:gd name="T51" fmla="*/ 384 h 394"/>
                <a:gd name="T52" fmla="*/ 197 w 394"/>
                <a:gd name="T53" fmla="*/ 374 h 394"/>
                <a:gd name="T54" fmla="*/ 72 w 394"/>
                <a:gd name="T55" fmla="*/ 323 h 394"/>
                <a:gd name="T56" fmla="*/ 20 w 394"/>
                <a:gd name="T57" fmla="*/ 197 h 394"/>
                <a:gd name="T58" fmla="*/ 72 w 394"/>
                <a:gd name="T59" fmla="*/ 72 h 394"/>
                <a:gd name="T60" fmla="*/ 197 w 394"/>
                <a:gd name="T61" fmla="*/ 20 h 394"/>
                <a:gd name="T62" fmla="*/ 322 w 394"/>
                <a:gd name="T63" fmla="*/ 72 h 394"/>
                <a:gd name="T64" fmla="*/ 374 w 394"/>
                <a:gd name="T65" fmla="*/ 197 h 394"/>
                <a:gd name="T66" fmla="*/ 384 w 394"/>
                <a:gd name="T67" fmla="*/ 19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4" h="394">
                  <a:moveTo>
                    <a:pt x="384" y="197"/>
                  </a:moveTo>
                  <a:cubicBezTo>
                    <a:pt x="394" y="197"/>
                    <a:pt x="394" y="197"/>
                    <a:pt x="394" y="197"/>
                  </a:cubicBezTo>
                  <a:cubicBezTo>
                    <a:pt x="394" y="89"/>
                    <a:pt x="306" y="0"/>
                    <a:pt x="197" y="0"/>
                  </a:cubicBezTo>
                  <a:cubicBezTo>
                    <a:pt x="88" y="0"/>
                    <a:pt x="0" y="89"/>
                    <a:pt x="0" y="197"/>
                  </a:cubicBezTo>
                  <a:cubicBezTo>
                    <a:pt x="0" y="306"/>
                    <a:pt x="88" y="394"/>
                    <a:pt x="197" y="394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97" y="385"/>
                    <a:pt x="197" y="385"/>
                    <a:pt x="197" y="385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6" y="394"/>
                    <a:pt x="197" y="394"/>
                    <a:pt x="197" y="394"/>
                  </a:cubicBezTo>
                  <a:cubicBezTo>
                    <a:pt x="197" y="385"/>
                    <a:pt x="197" y="385"/>
                    <a:pt x="197" y="385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306" y="394"/>
                    <a:pt x="394" y="306"/>
                    <a:pt x="394" y="197"/>
                  </a:cubicBezTo>
                  <a:cubicBezTo>
                    <a:pt x="384" y="197"/>
                    <a:pt x="384" y="197"/>
                    <a:pt x="384" y="197"/>
                  </a:cubicBezTo>
                  <a:cubicBezTo>
                    <a:pt x="374" y="197"/>
                    <a:pt x="374" y="197"/>
                    <a:pt x="374" y="197"/>
                  </a:cubicBezTo>
                  <a:cubicBezTo>
                    <a:pt x="374" y="246"/>
                    <a:pt x="354" y="291"/>
                    <a:pt x="322" y="323"/>
                  </a:cubicBezTo>
                  <a:cubicBezTo>
                    <a:pt x="290" y="355"/>
                    <a:pt x="246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198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48" y="374"/>
                    <a:pt x="104" y="355"/>
                    <a:pt x="72" y="323"/>
                  </a:cubicBezTo>
                  <a:cubicBezTo>
                    <a:pt x="40" y="291"/>
                    <a:pt x="20" y="246"/>
                    <a:pt x="20" y="197"/>
                  </a:cubicBezTo>
                  <a:cubicBezTo>
                    <a:pt x="20" y="148"/>
                    <a:pt x="40" y="104"/>
                    <a:pt x="72" y="72"/>
                  </a:cubicBezTo>
                  <a:cubicBezTo>
                    <a:pt x="104" y="40"/>
                    <a:pt x="148" y="20"/>
                    <a:pt x="197" y="20"/>
                  </a:cubicBezTo>
                  <a:cubicBezTo>
                    <a:pt x="246" y="20"/>
                    <a:pt x="290" y="40"/>
                    <a:pt x="322" y="72"/>
                  </a:cubicBezTo>
                  <a:cubicBezTo>
                    <a:pt x="354" y="104"/>
                    <a:pt x="374" y="148"/>
                    <a:pt x="374" y="197"/>
                  </a:cubicBezTo>
                  <a:lnTo>
                    <a:pt x="384" y="1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extBox 16"/>
            <p:cNvSpPr txBox="1">
              <a:spLocks/>
            </p:cNvSpPr>
            <p:nvPr/>
          </p:nvSpPr>
          <p:spPr>
            <a:xfrm>
              <a:off x="3997061" y="2526613"/>
              <a:ext cx="1149878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rtl="1"/>
              <a:r>
                <a:rPr lang="fa-IR" sz="1600" dirty="0">
                  <a:cs typeface="B Yekan" panose="00000400000000000000" pitchFamily="2" charset="-78"/>
                </a:rPr>
                <a:t>1</a:t>
              </a:r>
              <a:r>
                <a:rPr lang="fa-IR" sz="1600" b="1" dirty="0">
                  <a:cs typeface="B Yekan" panose="00000400000000000000" pitchFamily="2" charset="-78"/>
                </a:rPr>
                <a:t>. ترمینالهای </a:t>
              </a:r>
              <a:r>
                <a:rPr lang="en-US" sz="1600" b="1" dirty="0">
                  <a:latin typeface="Raleway" panose="020B0503030101060003" pitchFamily="34" charset="0"/>
                  <a:cs typeface="B Yekan" panose="00000400000000000000" pitchFamily="2" charset="-78"/>
                </a:rPr>
                <a:t>Desktop</a:t>
              </a:r>
              <a:r>
                <a:rPr lang="en-US" sz="1600" b="1" dirty="0">
                  <a:cs typeface="B Yekan" panose="00000400000000000000" pitchFamily="2" charset="-78"/>
                </a:rPr>
                <a:t> 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03345" y="2645331"/>
            <a:ext cx="1243393" cy="1250950"/>
            <a:chOff x="2720976" y="3355975"/>
            <a:chExt cx="1254125" cy="1250950"/>
          </a:xfrm>
        </p:grpSpPr>
        <p:sp>
          <p:nvSpPr>
            <p:cNvPr id="23" name="Oval 282"/>
            <p:cNvSpPr>
              <a:spLocks noChangeArrowheads="1"/>
            </p:cNvSpPr>
            <p:nvPr/>
          </p:nvSpPr>
          <p:spPr bwMode="auto">
            <a:xfrm>
              <a:off x="2752726" y="3387725"/>
              <a:ext cx="1190625" cy="11874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83"/>
            <p:cNvSpPr>
              <a:spLocks/>
            </p:cNvSpPr>
            <p:nvPr/>
          </p:nvSpPr>
          <p:spPr bwMode="auto">
            <a:xfrm>
              <a:off x="2720976" y="3355975"/>
              <a:ext cx="1254125" cy="1250950"/>
            </a:xfrm>
            <a:custGeom>
              <a:avLst/>
              <a:gdLst>
                <a:gd name="T0" fmla="*/ 385 w 395"/>
                <a:gd name="T1" fmla="*/ 197 h 394"/>
                <a:gd name="T2" fmla="*/ 395 w 395"/>
                <a:gd name="T3" fmla="*/ 197 h 394"/>
                <a:gd name="T4" fmla="*/ 197 w 395"/>
                <a:gd name="T5" fmla="*/ 0 h 394"/>
                <a:gd name="T6" fmla="*/ 0 w 395"/>
                <a:gd name="T7" fmla="*/ 197 h 394"/>
                <a:gd name="T8" fmla="*/ 197 w 395"/>
                <a:gd name="T9" fmla="*/ 394 h 394"/>
                <a:gd name="T10" fmla="*/ 198 w 395"/>
                <a:gd name="T11" fmla="*/ 394 h 394"/>
                <a:gd name="T12" fmla="*/ 197 w 395"/>
                <a:gd name="T13" fmla="*/ 384 h 394"/>
                <a:gd name="T14" fmla="*/ 196 w 395"/>
                <a:gd name="T15" fmla="*/ 394 h 394"/>
                <a:gd name="T16" fmla="*/ 198 w 395"/>
                <a:gd name="T17" fmla="*/ 394 h 394"/>
                <a:gd name="T18" fmla="*/ 197 w 395"/>
                <a:gd name="T19" fmla="*/ 384 h 394"/>
                <a:gd name="T20" fmla="*/ 196 w 395"/>
                <a:gd name="T21" fmla="*/ 394 h 394"/>
                <a:gd name="T22" fmla="*/ 197 w 395"/>
                <a:gd name="T23" fmla="*/ 394 h 394"/>
                <a:gd name="T24" fmla="*/ 197 w 395"/>
                <a:gd name="T25" fmla="*/ 394 h 394"/>
                <a:gd name="T26" fmla="*/ 395 w 395"/>
                <a:gd name="T27" fmla="*/ 197 h 394"/>
                <a:gd name="T28" fmla="*/ 385 w 395"/>
                <a:gd name="T29" fmla="*/ 197 h 394"/>
                <a:gd name="T30" fmla="*/ 375 w 395"/>
                <a:gd name="T31" fmla="*/ 197 h 394"/>
                <a:gd name="T32" fmla="*/ 323 w 395"/>
                <a:gd name="T33" fmla="*/ 322 h 394"/>
                <a:gd name="T34" fmla="*/ 197 w 395"/>
                <a:gd name="T35" fmla="*/ 374 h 394"/>
                <a:gd name="T36" fmla="*/ 197 w 395"/>
                <a:gd name="T37" fmla="*/ 384 h 394"/>
                <a:gd name="T38" fmla="*/ 199 w 395"/>
                <a:gd name="T39" fmla="*/ 374 h 394"/>
                <a:gd name="T40" fmla="*/ 198 w 395"/>
                <a:gd name="T41" fmla="*/ 374 h 394"/>
                <a:gd name="T42" fmla="*/ 197 w 395"/>
                <a:gd name="T43" fmla="*/ 374 h 394"/>
                <a:gd name="T44" fmla="*/ 197 w 395"/>
                <a:gd name="T45" fmla="*/ 384 h 394"/>
                <a:gd name="T46" fmla="*/ 197 w 395"/>
                <a:gd name="T47" fmla="*/ 374 h 394"/>
                <a:gd name="T48" fmla="*/ 197 w 395"/>
                <a:gd name="T49" fmla="*/ 374 h 394"/>
                <a:gd name="T50" fmla="*/ 197 w 395"/>
                <a:gd name="T51" fmla="*/ 384 h 394"/>
                <a:gd name="T52" fmla="*/ 197 w 395"/>
                <a:gd name="T53" fmla="*/ 374 h 394"/>
                <a:gd name="T54" fmla="*/ 72 w 395"/>
                <a:gd name="T55" fmla="*/ 322 h 394"/>
                <a:gd name="T56" fmla="*/ 20 w 395"/>
                <a:gd name="T57" fmla="*/ 197 h 394"/>
                <a:gd name="T58" fmla="*/ 72 w 395"/>
                <a:gd name="T59" fmla="*/ 72 h 394"/>
                <a:gd name="T60" fmla="*/ 197 w 395"/>
                <a:gd name="T61" fmla="*/ 20 h 394"/>
                <a:gd name="T62" fmla="*/ 323 w 395"/>
                <a:gd name="T63" fmla="*/ 72 h 394"/>
                <a:gd name="T64" fmla="*/ 375 w 395"/>
                <a:gd name="T65" fmla="*/ 197 h 394"/>
                <a:gd name="T66" fmla="*/ 385 w 395"/>
                <a:gd name="T67" fmla="*/ 19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5" h="394">
                  <a:moveTo>
                    <a:pt x="385" y="197"/>
                  </a:moveTo>
                  <a:cubicBezTo>
                    <a:pt x="395" y="197"/>
                    <a:pt x="395" y="197"/>
                    <a:pt x="395" y="197"/>
                  </a:cubicBezTo>
                  <a:cubicBezTo>
                    <a:pt x="395" y="88"/>
                    <a:pt x="306" y="0"/>
                    <a:pt x="197" y="0"/>
                  </a:cubicBezTo>
                  <a:cubicBezTo>
                    <a:pt x="89" y="0"/>
                    <a:pt x="0" y="88"/>
                    <a:pt x="0" y="197"/>
                  </a:cubicBezTo>
                  <a:cubicBezTo>
                    <a:pt x="0" y="306"/>
                    <a:pt x="89" y="394"/>
                    <a:pt x="197" y="394"/>
                  </a:cubicBezTo>
                  <a:cubicBezTo>
                    <a:pt x="198" y="394"/>
                    <a:pt x="198" y="394"/>
                    <a:pt x="198" y="39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7" y="394"/>
                    <a:pt x="198" y="394"/>
                    <a:pt x="198" y="39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306" y="394"/>
                    <a:pt x="395" y="306"/>
                    <a:pt x="395" y="197"/>
                  </a:cubicBezTo>
                  <a:cubicBezTo>
                    <a:pt x="385" y="197"/>
                    <a:pt x="385" y="197"/>
                    <a:pt x="385" y="197"/>
                  </a:cubicBezTo>
                  <a:cubicBezTo>
                    <a:pt x="375" y="197"/>
                    <a:pt x="375" y="197"/>
                    <a:pt x="375" y="197"/>
                  </a:cubicBezTo>
                  <a:cubicBezTo>
                    <a:pt x="375" y="246"/>
                    <a:pt x="355" y="290"/>
                    <a:pt x="323" y="322"/>
                  </a:cubicBezTo>
                  <a:cubicBezTo>
                    <a:pt x="291" y="354"/>
                    <a:pt x="246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9" y="374"/>
                    <a:pt x="199" y="374"/>
                    <a:pt x="199" y="374"/>
                  </a:cubicBezTo>
                  <a:cubicBezTo>
                    <a:pt x="198" y="374"/>
                    <a:pt x="198" y="374"/>
                    <a:pt x="198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49" y="374"/>
                    <a:pt x="104" y="354"/>
                    <a:pt x="72" y="322"/>
                  </a:cubicBezTo>
                  <a:cubicBezTo>
                    <a:pt x="40" y="290"/>
                    <a:pt x="20" y="246"/>
                    <a:pt x="20" y="197"/>
                  </a:cubicBezTo>
                  <a:cubicBezTo>
                    <a:pt x="20" y="148"/>
                    <a:pt x="40" y="104"/>
                    <a:pt x="72" y="72"/>
                  </a:cubicBezTo>
                  <a:cubicBezTo>
                    <a:pt x="104" y="40"/>
                    <a:pt x="149" y="20"/>
                    <a:pt x="197" y="20"/>
                  </a:cubicBezTo>
                  <a:cubicBezTo>
                    <a:pt x="246" y="20"/>
                    <a:pt x="291" y="40"/>
                    <a:pt x="323" y="72"/>
                  </a:cubicBezTo>
                  <a:cubicBezTo>
                    <a:pt x="355" y="104"/>
                    <a:pt x="375" y="148"/>
                    <a:pt x="375" y="197"/>
                  </a:cubicBezTo>
                  <a:lnTo>
                    <a:pt x="385" y="19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TextBox 24"/>
            <p:cNvSpPr txBox="1">
              <a:spLocks/>
            </p:cNvSpPr>
            <p:nvPr/>
          </p:nvSpPr>
          <p:spPr>
            <a:xfrm>
              <a:off x="2773100" y="3752163"/>
              <a:ext cx="1149878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rtl="1"/>
              <a:r>
                <a:rPr lang="fa-IR" sz="1600" b="1" dirty="0">
                  <a:cs typeface="B Yekan" panose="00000400000000000000" pitchFamily="2" charset="-78"/>
                </a:rPr>
                <a:t>3.ترمینالهای </a:t>
              </a:r>
              <a:r>
                <a:rPr lang="en-US" sz="1600" b="1" dirty="0" err="1">
                  <a:latin typeface="Raleway" panose="020B0503030101060003" pitchFamily="34" charset="0"/>
                  <a:cs typeface="B Yekan" panose="00000400000000000000" pitchFamily="2" charset="-78"/>
                </a:rPr>
                <a:t>Rollabout</a:t>
              </a:r>
              <a:endParaRPr lang="fa-IR" sz="1600" b="1" dirty="0"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651270" y="2645331"/>
            <a:ext cx="1243393" cy="1250950"/>
            <a:chOff x="5168901" y="3355975"/>
            <a:chExt cx="1254125" cy="1250950"/>
          </a:xfrm>
        </p:grpSpPr>
        <p:sp>
          <p:nvSpPr>
            <p:cNvPr id="27" name="Oval 284"/>
            <p:cNvSpPr>
              <a:spLocks noChangeArrowheads="1"/>
            </p:cNvSpPr>
            <p:nvPr/>
          </p:nvSpPr>
          <p:spPr bwMode="auto">
            <a:xfrm>
              <a:off x="5200651" y="3387725"/>
              <a:ext cx="1190625" cy="11874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85"/>
            <p:cNvSpPr>
              <a:spLocks/>
            </p:cNvSpPr>
            <p:nvPr/>
          </p:nvSpPr>
          <p:spPr bwMode="auto">
            <a:xfrm>
              <a:off x="5168901" y="3355975"/>
              <a:ext cx="1254125" cy="1250950"/>
            </a:xfrm>
            <a:custGeom>
              <a:avLst/>
              <a:gdLst>
                <a:gd name="T0" fmla="*/ 385 w 395"/>
                <a:gd name="T1" fmla="*/ 197 h 394"/>
                <a:gd name="T2" fmla="*/ 395 w 395"/>
                <a:gd name="T3" fmla="*/ 197 h 394"/>
                <a:gd name="T4" fmla="*/ 198 w 395"/>
                <a:gd name="T5" fmla="*/ 0 h 394"/>
                <a:gd name="T6" fmla="*/ 0 w 395"/>
                <a:gd name="T7" fmla="*/ 197 h 394"/>
                <a:gd name="T8" fmla="*/ 197 w 395"/>
                <a:gd name="T9" fmla="*/ 394 h 394"/>
                <a:gd name="T10" fmla="*/ 198 w 395"/>
                <a:gd name="T11" fmla="*/ 394 h 394"/>
                <a:gd name="T12" fmla="*/ 198 w 395"/>
                <a:gd name="T13" fmla="*/ 384 h 394"/>
                <a:gd name="T14" fmla="*/ 196 w 395"/>
                <a:gd name="T15" fmla="*/ 394 h 394"/>
                <a:gd name="T16" fmla="*/ 198 w 395"/>
                <a:gd name="T17" fmla="*/ 394 h 394"/>
                <a:gd name="T18" fmla="*/ 198 w 395"/>
                <a:gd name="T19" fmla="*/ 384 h 394"/>
                <a:gd name="T20" fmla="*/ 196 w 395"/>
                <a:gd name="T21" fmla="*/ 394 h 394"/>
                <a:gd name="T22" fmla="*/ 197 w 395"/>
                <a:gd name="T23" fmla="*/ 394 h 394"/>
                <a:gd name="T24" fmla="*/ 198 w 395"/>
                <a:gd name="T25" fmla="*/ 394 h 394"/>
                <a:gd name="T26" fmla="*/ 395 w 395"/>
                <a:gd name="T27" fmla="*/ 197 h 394"/>
                <a:gd name="T28" fmla="*/ 385 w 395"/>
                <a:gd name="T29" fmla="*/ 197 h 394"/>
                <a:gd name="T30" fmla="*/ 375 w 395"/>
                <a:gd name="T31" fmla="*/ 197 h 394"/>
                <a:gd name="T32" fmla="*/ 323 w 395"/>
                <a:gd name="T33" fmla="*/ 322 h 394"/>
                <a:gd name="T34" fmla="*/ 198 w 395"/>
                <a:gd name="T35" fmla="*/ 374 h 394"/>
                <a:gd name="T36" fmla="*/ 198 w 395"/>
                <a:gd name="T37" fmla="*/ 384 h 394"/>
                <a:gd name="T38" fmla="*/ 199 w 395"/>
                <a:gd name="T39" fmla="*/ 374 h 394"/>
                <a:gd name="T40" fmla="*/ 198 w 395"/>
                <a:gd name="T41" fmla="*/ 374 h 394"/>
                <a:gd name="T42" fmla="*/ 197 w 395"/>
                <a:gd name="T43" fmla="*/ 374 h 394"/>
                <a:gd name="T44" fmla="*/ 197 w 395"/>
                <a:gd name="T45" fmla="*/ 384 h 394"/>
                <a:gd name="T46" fmla="*/ 197 w 395"/>
                <a:gd name="T47" fmla="*/ 374 h 394"/>
                <a:gd name="T48" fmla="*/ 197 w 395"/>
                <a:gd name="T49" fmla="*/ 374 h 394"/>
                <a:gd name="T50" fmla="*/ 197 w 395"/>
                <a:gd name="T51" fmla="*/ 384 h 394"/>
                <a:gd name="T52" fmla="*/ 197 w 395"/>
                <a:gd name="T53" fmla="*/ 374 h 394"/>
                <a:gd name="T54" fmla="*/ 72 w 395"/>
                <a:gd name="T55" fmla="*/ 322 h 394"/>
                <a:gd name="T56" fmla="*/ 20 w 395"/>
                <a:gd name="T57" fmla="*/ 197 h 394"/>
                <a:gd name="T58" fmla="*/ 72 w 395"/>
                <a:gd name="T59" fmla="*/ 72 h 394"/>
                <a:gd name="T60" fmla="*/ 198 w 395"/>
                <a:gd name="T61" fmla="*/ 20 h 394"/>
                <a:gd name="T62" fmla="*/ 323 w 395"/>
                <a:gd name="T63" fmla="*/ 72 h 394"/>
                <a:gd name="T64" fmla="*/ 375 w 395"/>
                <a:gd name="T65" fmla="*/ 197 h 394"/>
                <a:gd name="T66" fmla="*/ 385 w 395"/>
                <a:gd name="T67" fmla="*/ 19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95" h="394">
                  <a:moveTo>
                    <a:pt x="385" y="197"/>
                  </a:moveTo>
                  <a:cubicBezTo>
                    <a:pt x="395" y="197"/>
                    <a:pt x="395" y="197"/>
                    <a:pt x="395" y="197"/>
                  </a:cubicBezTo>
                  <a:cubicBezTo>
                    <a:pt x="395" y="88"/>
                    <a:pt x="306" y="0"/>
                    <a:pt x="198" y="0"/>
                  </a:cubicBezTo>
                  <a:cubicBezTo>
                    <a:pt x="89" y="0"/>
                    <a:pt x="0" y="88"/>
                    <a:pt x="0" y="197"/>
                  </a:cubicBezTo>
                  <a:cubicBezTo>
                    <a:pt x="0" y="306"/>
                    <a:pt x="89" y="394"/>
                    <a:pt x="197" y="394"/>
                  </a:cubicBezTo>
                  <a:cubicBezTo>
                    <a:pt x="198" y="394"/>
                    <a:pt x="198" y="394"/>
                    <a:pt x="198" y="394"/>
                  </a:cubicBezTo>
                  <a:cubicBezTo>
                    <a:pt x="198" y="384"/>
                    <a:pt x="198" y="384"/>
                    <a:pt x="198" y="384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7" y="394"/>
                    <a:pt x="198" y="394"/>
                    <a:pt x="198" y="394"/>
                  </a:cubicBezTo>
                  <a:cubicBezTo>
                    <a:pt x="198" y="384"/>
                    <a:pt x="198" y="384"/>
                    <a:pt x="198" y="384"/>
                  </a:cubicBezTo>
                  <a:cubicBezTo>
                    <a:pt x="196" y="394"/>
                    <a:pt x="196" y="394"/>
                    <a:pt x="196" y="394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98" y="394"/>
                    <a:pt x="198" y="394"/>
                    <a:pt x="198" y="394"/>
                  </a:cubicBezTo>
                  <a:cubicBezTo>
                    <a:pt x="306" y="394"/>
                    <a:pt x="395" y="306"/>
                    <a:pt x="395" y="197"/>
                  </a:cubicBezTo>
                  <a:cubicBezTo>
                    <a:pt x="385" y="197"/>
                    <a:pt x="385" y="197"/>
                    <a:pt x="385" y="197"/>
                  </a:cubicBezTo>
                  <a:cubicBezTo>
                    <a:pt x="375" y="197"/>
                    <a:pt x="375" y="197"/>
                    <a:pt x="375" y="197"/>
                  </a:cubicBezTo>
                  <a:cubicBezTo>
                    <a:pt x="375" y="246"/>
                    <a:pt x="355" y="290"/>
                    <a:pt x="323" y="322"/>
                  </a:cubicBezTo>
                  <a:cubicBezTo>
                    <a:pt x="291" y="354"/>
                    <a:pt x="246" y="374"/>
                    <a:pt x="198" y="374"/>
                  </a:cubicBezTo>
                  <a:cubicBezTo>
                    <a:pt x="198" y="384"/>
                    <a:pt x="198" y="384"/>
                    <a:pt x="198" y="384"/>
                  </a:cubicBezTo>
                  <a:cubicBezTo>
                    <a:pt x="199" y="374"/>
                    <a:pt x="199" y="374"/>
                    <a:pt x="199" y="374"/>
                  </a:cubicBezTo>
                  <a:cubicBezTo>
                    <a:pt x="198" y="374"/>
                    <a:pt x="198" y="374"/>
                    <a:pt x="198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84"/>
                    <a:pt x="197" y="384"/>
                    <a:pt x="197" y="38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49" y="374"/>
                    <a:pt x="104" y="354"/>
                    <a:pt x="72" y="322"/>
                  </a:cubicBezTo>
                  <a:cubicBezTo>
                    <a:pt x="40" y="290"/>
                    <a:pt x="20" y="246"/>
                    <a:pt x="20" y="197"/>
                  </a:cubicBezTo>
                  <a:cubicBezTo>
                    <a:pt x="20" y="148"/>
                    <a:pt x="40" y="104"/>
                    <a:pt x="72" y="72"/>
                  </a:cubicBezTo>
                  <a:cubicBezTo>
                    <a:pt x="104" y="40"/>
                    <a:pt x="149" y="20"/>
                    <a:pt x="198" y="20"/>
                  </a:cubicBezTo>
                  <a:cubicBezTo>
                    <a:pt x="246" y="20"/>
                    <a:pt x="291" y="40"/>
                    <a:pt x="323" y="72"/>
                  </a:cubicBezTo>
                  <a:cubicBezTo>
                    <a:pt x="355" y="104"/>
                    <a:pt x="375" y="148"/>
                    <a:pt x="375" y="197"/>
                  </a:cubicBezTo>
                  <a:lnTo>
                    <a:pt x="385" y="19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TextBox 28"/>
            <p:cNvSpPr txBox="1">
              <a:spLocks/>
            </p:cNvSpPr>
            <p:nvPr/>
          </p:nvSpPr>
          <p:spPr>
            <a:xfrm>
              <a:off x="5216261" y="3752163"/>
              <a:ext cx="1149878" cy="4924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rtl="1"/>
              <a:r>
                <a:rPr lang="fa-IR" sz="1600" b="1" dirty="0">
                  <a:cs typeface="B Yekan" panose="00000400000000000000" pitchFamily="2" charset="-78"/>
                </a:rPr>
                <a:t>2.ترمینالهای </a:t>
              </a:r>
              <a:r>
                <a:rPr lang="en-US" sz="1600" b="1" dirty="0">
                  <a:latin typeface="Raleway" panose="020B0503030101060003" pitchFamily="34" charset="0"/>
                  <a:cs typeface="B Yekan" panose="00000400000000000000" pitchFamily="2" charset="-78"/>
                </a:rPr>
                <a:t>Set-top</a:t>
              </a:r>
              <a:r>
                <a:rPr lang="en-US" sz="1600" b="1" dirty="0">
                  <a:cs typeface="B Yekan" panose="00000400000000000000" pitchFamily="2" charset="-78"/>
                </a:rPr>
                <a:t> </a:t>
              </a:r>
              <a:endParaRPr lang="en-US" sz="1600" dirty="0">
                <a:cs typeface="B Yekan" panose="000004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32100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>
                <a:cs typeface="B Titr" panose="00000700000000000000" pitchFamily="2" charset="-78"/>
              </a:rPr>
              <a:t>هزینه پیاده سازی شبکه </a:t>
            </a:r>
            <a:r>
              <a:rPr lang="fa-IR" dirty="0" smtClean="0">
                <a:cs typeface="B Titr" panose="00000700000000000000" pitchFamily="2" charset="-78"/>
              </a:rPr>
              <a:t>ویدئوکنفرانس </a:t>
            </a:r>
            <a:r>
              <a:rPr lang="fa-IR" dirty="0">
                <a:cs typeface="B Titr" panose="00000700000000000000" pitchFamily="2" charset="-78"/>
              </a:rPr>
              <a:t>مبتنی </a:t>
            </a:r>
            <a:r>
              <a:rPr lang="fa-IR" dirty="0" smtClean="0">
                <a:cs typeface="B Titr" panose="00000700000000000000" pitchFamily="2" charset="-78"/>
              </a:rPr>
              <a:t>بر </a:t>
            </a:r>
            <a:r>
              <a:rPr lang="en-US" dirty="0">
                <a:cs typeface="B Titr" panose="00000700000000000000" pitchFamily="2" charset="-78"/>
              </a:rPr>
              <a:t>MCU</a:t>
            </a:r>
            <a:r>
              <a:rPr lang="fa-IR" dirty="0" smtClean="0">
                <a:cs typeface="B Titr" panose="00000700000000000000" pitchFamily="2" charset="-78"/>
              </a:rPr>
              <a:t>  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06547" y="5973599"/>
            <a:ext cx="623454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sz="1200" dirty="0" smtClean="0">
                <a:cs typeface="B Titr" panose="00000700000000000000" pitchFamily="2" charset="-78"/>
              </a:rPr>
              <a:t>قیمت تمام شده برای 40 نقطه (به غیر از پشتیبانی و نگهداری)</a:t>
            </a:r>
          </a:p>
          <a:p>
            <a:pPr algn="ctr" rtl="1"/>
            <a:r>
              <a:rPr lang="en-US" sz="2600" b="1" dirty="0" smtClean="0">
                <a:solidFill>
                  <a:schemeClr val="accent1"/>
                </a:solidFill>
                <a:cs typeface="B Titr" panose="00000700000000000000" pitchFamily="2" charset="-78"/>
              </a:rPr>
              <a:t> </a:t>
            </a:r>
            <a:r>
              <a:rPr lang="fa-IR" sz="2600" b="1" dirty="0" smtClean="0">
                <a:solidFill>
                  <a:schemeClr val="accent1"/>
                </a:solidFill>
                <a:cs typeface="B Titr" panose="00000700000000000000" pitchFamily="2" charset="-78"/>
              </a:rPr>
              <a:t>حدود2 میلیارد تومان</a:t>
            </a:r>
            <a:endParaRPr lang="en-US" sz="2600" b="1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7" name="Rectangle 368"/>
          <p:cNvSpPr>
            <a:spLocks noChangeArrowheads="1"/>
          </p:cNvSpPr>
          <p:nvPr/>
        </p:nvSpPr>
        <p:spPr bwMode="auto">
          <a:xfrm>
            <a:off x="3056996" y="5332413"/>
            <a:ext cx="2533650" cy="730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63"/>
          <p:cNvSpPr>
            <a:spLocks noChangeArrowheads="1"/>
          </p:cNvSpPr>
          <p:nvPr/>
        </p:nvSpPr>
        <p:spPr bwMode="auto">
          <a:xfrm>
            <a:off x="3056996" y="3903663"/>
            <a:ext cx="2533650" cy="730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357"/>
          <p:cNvSpPr>
            <a:spLocks noChangeArrowheads="1"/>
          </p:cNvSpPr>
          <p:nvPr/>
        </p:nvSpPr>
        <p:spPr bwMode="auto">
          <a:xfrm>
            <a:off x="3056996" y="2474913"/>
            <a:ext cx="2533650" cy="73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356"/>
          <p:cNvSpPr>
            <a:spLocks/>
          </p:cNvSpPr>
          <p:nvPr/>
        </p:nvSpPr>
        <p:spPr bwMode="auto">
          <a:xfrm>
            <a:off x="401108" y="1446213"/>
            <a:ext cx="7845425" cy="1028700"/>
          </a:xfrm>
          <a:custGeom>
            <a:avLst/>
            <a:gdLst>
              <a:gd name="T0" fmla="*/ 2472 w 2472"/>
              <a:gd name="T1" fmla="*/ 279 h 324"/>
              <a:gd name="T2" fmla="*/ 2472 w 2472"/>
              <a:gd name="T3" fmla="*/ 45 h 324"/>
              <a:gd name="T4" fmla="*/ 2427 w 2472"/>
              <a:gd name="T5" fmla="*/ 0 h 324"/>
              <a:gd name="T6" fmla="*/ 1508 w 2472"/>
              <a:gd name="T7" fmla="*/ 0 h 324"/>
              <a:gd name="T8" fmla="*/ 1236 w 2472"/>
              <a:gd name="T9" fmla="*/ 116 h 324"/>
              <a:gd name="T10" fmla="*/ 964 w 2472"/>
              <a:gd name="T11" fmla="*/ 0 h 324"/>
              <a:gd name="T12" fmla="*/ 45 w 2472"/>
              <a:gd name="T13" fmla="*/ 0 h 324"/>
              <a:gd name="T14" fmla="*/ 0 w 2472"/>
              <a:gd name="T15" fmla="*/ 45 h 324"/>
              <a:gd name="T16" fmla="*/ 0 w 2472"/>
              <a:gd name="T17" fmla="*/ 279 h 324"/>
              <a:gd name="T18" fmla="*/ 45 w 2472"/>
              <a:gd name="T19" fmla="*/ 324 h 324"/>
              <a:gd name="T20" fmla="*/ 2427 w 2472"/>
              <a:gd name="T21" fmla="*/ 324 h 324"/>
              <a:gd name="T22" fmla="*/ 2472 w 2472"/>
              <a:gd name="T23" fmla="*/ 279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72" h="324">
                <a:moveTo>
                  <a:pt x="2472" y="279"/>
                </a:moveTo>
                <a:cubicBezTo>
                  <a:pt x="2472" y="45"/>
                  <a:pt x="2472" y="45"/>
                  <a:pt x="2472" y="45"/>
                </a:cubicBezTo>
                <a:cubicBezTo>
                  <a:pt x="2472" y="20"/>
                  <a:pt x="2452" y="0"/>
                  <a:pt x="2427" y="0"/>
                </a:cubicBezTo>
                <a:cubicBezTo>
                  <a:pt x="1508" y="0"/>
                  <a:pt x="1508" y="0"/>
                  <a:pt x="1508" y="0"/>
                </a:cubicBezTo>
                <a:cubicBezTo>
                  <a:pt x="1236" y="116"/>
                  <a:pt x="1236" y="116"/>
                  <a:pt x="1236" y="116"/>
                </a:cubicBezTo>
                <a:cubicBezTo>
                  <a:pt x="964" y="0"/>
                  <a:pt x="964" y="0"/>
                  <a:pt x="96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79"/>
                  <a:pt x="0" y="279"/>
                  <a:pt x="0" y="279"/>
                </a:cubicBezTo>
                <a:cubicBezTo>
                  <a:pt x="0" y="304"/>
                  <a:pt x="20" y="324"/>
                  <a:pt x="45" y="324"/>
                </a:cubicBezTo>
                <a:cubicBezTo>
                  <a:pt x="2427" y="324"/>
                  <a:pt x="2427" y="324"/>
                  <a:pt x="2427" y="324"/>
                </a:cubicBezTo>
                <a:cubicBezTo>
                  <a:pt x="2452" y="324"/>
                  <a:pt x="2472" y="304"/>
                  <a:pt x="2472" y="27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accent1"/>
            </a:solidFill>
          </a:ln>
          <a:effectLst>
            <a:outerShdw dist="25400" dir="5400000" algn="ctr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358"/>
          <p:cNvSpPr>
            <a:spLocks/>
          </p:cNvSpPr>
          <p:nvPr/>
        </p:nvSpPr>
        <p:spPr bwMode="auto">
          <a:xfrm>
            <a:off x="3056996" y="1446213"/>
            <a:ext cx="2533650" cy="1641475"/>
          </a:xfrm>
          <a:custGeom>
            <a:avLst/>
            <a:gdLst>
              <a:gd name="T0" fmla="*/ 1596 w 1596"/>
              <a:gd name="T1" fmla="*/ 694 h 1034"/>
              <a:gd name="T2" fmla="*/ 1342 w 1596"/>
              <a:gd name="T3" fmla="*/ 694 h 1034"/>
              <a:gd name="T4" fmla="*/ 1342 w 1596"/>
              <a:gd name="T5" fmla="*/ 0 h 1034"/>
              <a:gd name="T6" fmla="*/ 798 w 1596"/>
              <a:gd name="T7" fmla="*/ 232 h 1034"/>
              <a:gd name="T8" fmla="*/ 254 w 1596"/>
              <a:gd name="T9" fmla="*/ 0 h 1034"/>
              <a:gd name="T10" fmla="*/ 254 w 1596"/>
              <a:gd name="T11" fmla="*/ 694 h 1034"/>
              <a:gd name="T12" fmla="*/ 0 w 1596"/>
              <a:gd name="T13" fmla="*/ 694 h 1034"/>
              <a:gd name="T14" fmla="*/ 798 w 1596"/>
              <a:gd name="T15" fmla="*/ 1034 h 1034"/>
              <a:gd name="T16" fmla="*/ 1596 w 1596"/>
              <a:gd name="T17" fmla="*/ 694 h 1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6" h="1034">
                <a:moveTo>
                  <a:pt x="1596" y="694"/>
                </a:moveTo>
                <a:lnTo>
                  <a:pt x="1342" y="694"/>
                </a:lnTo>
                <a:lnTo>
                  <a:pt x="1342" y="0"/>
                </a:lnTo>
                <a:lnTo>
                  <a:pt x="798" y="232"/>
                </a:lnTo>
                <a:lnTo>
                  <a:pt x="254" y="0"/>
                </a:lnTo>
                <a:lnTo>
                  <a:pt x="254" y="694"/>
                </a:lnTo>
                <a:lnTo>
                  <a:pt x="0" y="694"/>
                </a:lnTo>
                <a:lnTo>
                  <a:pt x="798" y="1034"/>
                </a:lnTo>
                <a:lnTo>
                  <a:pt x="1596" y="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359"/>
          <p:cNvSpPr>
            <a:spLocks/>
          </p:cNvSpPr>
          <p:nvPr/>
        </p:nvSpPr>
        <p:spPr bwMode="auto">
          <a:xfrm>
            <a:off x="3460221" y="1446213"/>
            <a:ext cx="1727200" cy="1190625"/>
          </a:xfrm>
          <a:custGeom>
            <a:avLst/>
            <a:gdLst>
              <a:gd name="T0" fmla="*/ 544 w 544"/>
              <a:gd name="T1" fmla="*/ 275 h 375"/>
              <a:gd name="T2" fmla="*/ 544 w 544"/>
              <a:gd name="T3" fmla="*/ 0 h 375"/>
              <a:gd name="T4" fmla="*/ 272 w 544"/>
              <a:gd name="T5" fmla="*/ 116 h 375"/>
              <a:gd name="T6" fmla="*/ 0 w 544"/>
              <a:gd name="T7" fmla="*/ 0 h 375"/>
              <a:gd name="T8" fmla="*/ 0 w 544"/>
              <a:gd name="T9" fmla="*/ 275 h 375"/>
              <a:gd name="T10" fmla="*/ 272 w 544"/>
              <a:gd name="T11" fmla="*/ 375 h 375"/>
              <a:gd name="T12" fmla="*/ 544 w 544"/>
              <a:gd name="T13" fmla="*/ 2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375">
                <a:moveTo>
                  <a:pt x="544" y="275"/>
                </a:moveTo>
                <a:cubicBezTo>
                  <a:pt x="544" y="0"/>
                  <a:pt x="544" y="0"/>
                  <a:pt x="544" y="0"/>
                </a:cubicBezTo>
                <a:cubicBezTo>
                  <a:pt x="272" y="116"/>
                  <a:pt x="272" y="116"/>
                  <a:pt x="272" y="116"/>
                </a:cubicBezTo>
                <a:cubicBezTo>
                  <a:pt x="0" y="0"/>
                  <a:pt x="0" y="0"/>
                  <a:pt x="0" y="0"/>
                </a:cubicBezTo>
                <a:cubicBezTo>
                  <a:pt x="0" y="275"/>
                  <a:pt x="0" y="275"/>
                  <a:pt x="0" y="275"/>
                </a:cubicBezTo>
                <a:cubicBezTo>
                  <a:pt x="73" y="337"/>
                  <a:pt x="168" y="375"/>
                  <a:pt x="272" y="375"/>
                </a:cubicBezTo>
                <a:cubicBezTo>
                  <a:pt x="376" y="375"/>
                  <a:pt x="471" y="337"/>
                  <a:pt x="544" y="275"/>
                </a:cubicBez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360"/>
          <p:cNvSpPr>
            <a:spLocks/>
          </p:cNvSpPr>
          <p:nvPr/>
        </p:nvSpPr>
        <p:spPr bwMode="auto">
          <a:xfrm>
            <a:off x="3460221" y="1446213"/>
            <a:ext cx="1727200" cy="511175"/>
          </a:xfrm>
          <a:custGeom>
            <a:avLst/>
            <a:gdLst>
              <a:gd name="T0" fmla="*/ 1088 w 1088"/>
              <a:gd name="T1" fmla="*/ 90 h 322"/>
              <a:gd name="T2" fmla="*/ 1088 w 1088"/>
              <a:gd name="T3" fmla="*/ 0 h 322"/>
              <a:gd name="T4" fmla="*/ 544 w 1088"/>
              <a:gd name="T5" fmla="*/ 232 h 322"/>
              <a:gd name="T6" fmla="*/ 0 w 1088"/>
              <a:gd name="T7" fmla="*/ 0 h 322"/>
              <a:gd name="T8" fmla="*/ 0 w 1088"/>
              <a:gd name="T9" fmla="*/ 90 h 322"/>
              <a:gd name="T10" fmla="*/ 544 w 1088"/>
              <a:gd name="T11" fmla="*/ 322 h 322"/>
              <a:gd name="T12" fmla="*/ 1088 w 1088"/>
              <a:gd name="T13" fmla="*/ 90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8" h="322">
                <a:moveTo>
                  <a:pt x="1088" y="90"/>
                </a:moveTo>
                <a:lnTo>
                  <a:pt x="1088" y="0"/>
                </a:lnTo>
                <a:lnTo>
                  <a:pt x="544" y="232"/>
                </a:lnTo>
                <a:lnTo>
                  <a:pt x="0" y="0"/>
                </a:lnTo>
                <a:lnTo>
                  <a:pt x="0" y="90"/>
                </a:lnTo>
                <a:lnTo>
                  <a:pt x="544" y="322"/>
                </a:lnTo>
                <a:lnTo>
                  <a:pt x="1088" y="9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361"/>
          <p:cNvSpPr>
            <a:spLocks noEditPoints="1"/>
          </p:cNvSpPr>
          <p:nvPr/>
        </p:nvSpPr>
        <p:spPr bwMode="auto">
          <a:xfrm>
            <a:off x="642408" y="1706563"/>
            <a:ext cx="352425" cy="517525"/>
          </a:xfrm>
          <a:custGeom>
            <a:avLst/>
            <a:gdLst>
              <a:gd name="T0" fmla="*/ 56 w 111"/>
              <a:gd name="T1" fmla="*/ 23 h 163"/>
              <a:gd name="T2" fmla="*/ 59 w 111"/>
              <a:gd name="T3" fmla="*/ 20 h 163"/>
              <a:gd name="T4" fmla="*/ 56 w 111"/>
              <a:gd name="T5" fmla="*/ 17 h 163"/>
              <a:gd name="T6" fmla="*/ 17 w 111"/>
              <a:gd name="T7" fmla="*/ 56 h 163"/>
              <a:gd name="T8" fmla="*/ 20 w 111"/>
              <a:gd name="T9" fmla="*/ 59 h 163"/>
              <a:gd name="T10" fmla="*/ 23 w 111"/>
              <a:gd name="T11" fmla="*/ 56 h 163"/>
              <a:gd name="T12" fmla="*/ 56 w 111"/>
              <a:gd name="T13" fmla="*/ 23 h 163"/>
              <a:gd name="T14" fmla="*/ 30 w 111"/>
              <a:gd name="T15" fmla="*/ 125 h 163"/>
              <a:gd name="T16" fmla="*/ 31 w 111"/>
              <a:gd name="T17" fmla="*/ 133 h 163"/>
              <a:gd name="T18" fmla="*/ 56 w 111"/>
              <a:gd name="T19" fmla="*/ 138 h 163"/>
              <a:gd name="T20" fmla="*/ 80 w 111"/>
              <a:gd name="T21" fmla="*/ 134 h 163"/>
              <a:gd name="T22" fmla="*/ 81 w 111"/>
              <a:gd name="T23" fmla="*/ 125 h 163"/>
              <a:gd name="T24" fmla="*/ 56 w 111"/>
              <a:gd name="T25" fmla="*/ 130 h 163"/>
              <a:gd name="T26" fmla="*/ 30 w 111"/>
              <a:gd name="T27" fmla="*/ 125 h 163"/>
              <a:gd name="T28" fmla="*/ 32 w 111"/>
              <a:gd name="T29" fmla="*/ 141 h 163"/>
              <a:gd name="T30" fmla="*/ 33 w 111"/>
              <a:gd name="T31" fmla="*/ 150 h 163"/>
              <a:gd name="T32" fmla="*/ 41 w 111"/>
              <a:gd name="T33" fmla="*/ 154 h 163"/>
              <a:gd name="T34" fmla="*/ 41 w 111"/>
              <a:gd name="T35" fmla="*/ 159 h 163"/>
              <a:gd name="T36" fmla="*/ 56 w 111"/>
              <a:gd name="T37" fmla="*/ 163 h 163"/>
              <a:gd name="T38" fmla="*/ 70 w 111"/>
              <a:gd name="T39" fmla="*/ 159 h 163"/>
              <a:gd name="T40" fmla="*/ 70 w 111"/>
              <a:gd name="T41" fmla="*/ 154 h 163"/>
              <a:gd name="T42" fmla="*/ 78 w 111"/>
              <a:gd name="T43" fmla="*/ 150 h 163"/>
              <a:gd name="T44" fmla="*/ 79 w 111"/>
              <a:gd name="T45" fmla="*/ 141 h 163"/>
              <a:gd name="T46" fmla="*/ 56 w 111"/>
              <a:gd name="T47" fmla="*/ 145 h 163"/>
              <a:gd name="T48" fmla="*/ 32 w 111"/>
              <a:gd name="T49" fmla="*/ 141 h 163"/>
              <a:gd name="T50" fmla="*/ 56 w 111"/>
              <a:gd name="T51" fmla="*/ 0 h 163"/>
              <a:gd name="T52" fmla="*/ 0 w 111"/>
              <a:gd name="T53" fmla="*/ 56 h 163"/>
              <a:gd name="T54" fmla="*/ 27 w 111"/>
              <a:gd name="T55" fmla="*/ 104 h 163"/>
              <a:gd name="T56" fmla="*/ 29 w 111"/>
              <a:gd name="T57" fmla="*/ 118 h 163"/>
              <a:gd name="T58" fmla="*/ 56 w 111"/>
              <a:gd name="T59" fmla="*/ 123 h 163"/>
              <a:gd name="T60" fmla="*/ 82 w 111"/>
              <a:gd name="T61" fmla="*/ 118 h 163"/>
              <a:gd name="T62" fmla="*/ 84 w 111"/>
              <a:gd name="T63" fmla="*/ 104 h 163"/>
              <a:gd name="T64" fmla="*/ 111 w 111"/>
              <a:gd name="T65" fmla="*/ 56 h 163"/>
              <a:gd name="T66" fmla="*/ 56 w 111"/>
              <a:gd name="T67" fmla="*/ 0 h 163"/>
              <a:gd name="T68" fmla="*/ 76 w 111"/>
              <a:gd name="T69" fmla="*/ 97 h 163"/>
              <a:gd name="T70" fmla="*/ 75 w 111"/>
              <a:gd name="T71" fmla="*/ 110 h 163"/>
              <a:gd name="T72" fmla="*/ 56 w 111"/>
              <a:gd name="T73" fmla="*/ 113 h 163"/>
              <a:gd name="T74" fmla="*/ 36 w 111"/>
              <a:gd name="T75" fmla="*/ 110 h 163"/>
              <a:gd name="T76" fmla="*/ 35 w 111"/>
              <a:gd name="T77" fmla="*/ 97 h 163"/>
              <a:gd name="T78" fmla="*/ 10 w 111"/>
              <a:gd name="T79" fmla="*/ 56 h 163"/>
              <a:gd name="T80" fmla="*/ 56 w 111"/>
              <a:gd name="T81" fmla="*/ 10 h 163"/>
              <a:gd name="T82" fmla="*/ 102 w 111"/>
              <a:gd name="T83" fmla="*/ 56 h 163"/>
              <a:gd name="T84" fmla="*/ 76 w 111"/>
              <a:gd name="T85" fmla="*/ 97 h 163"/>
              <a:gd name="T86" fmla="*/ 68 w 111"/>
              <a:gd name="T87" fmla="*/ 77 h 163"/>
              <a:gd name="T88" fmla="*/ 56 w 111"/>
              <a:gd name="T89" fmla="*/ 54 h 163"/>
              <a:gd name="T90" fmla="*/ 43 w 111"/>
              <a:gd name="T91" fmla="*/ 77 h 163"/>
              <a:gd name="T92" fmla="*/ 38 w 111"/>
              <a:gd name="T93" fmla="*/ 66 h 163"/>
              <a:gd name="T94" fmla="*/ 30 w 111"/>
              <a:gd name="T95" fmla="*/ 70 h 163"/>
              <a:gd name="T96" fmla="*/ 43 w 111"/>
              <a:gd name="T97" fmla="*/ 96 h 163"/>
              <a:gd name="T98" fmla="*/ 56 w 111"/>
              <a:gd name="T99" fmla="*/ 72 h 163"/>
              <a:gd name="T100" fmla="*/ 69 w 111"/>
              <a:gd name="T101" fmla="*/ 96 h 163"/>
              <a:gd name="T102" fmla="*/ 81 w 111"/>
              <a:gd name="T103" fmla="*/ 70 h 163"/>
              <a:gd name="T104" fmla="*/ 73 w 111"/>
              <a:gd name="T105" fmla="*/ 66 h 163"/>
              <a:gd name="T106" fmla="*/ 68 w 111"/>
              <a:gd name="T10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1" h="163"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9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1" y="59"/>
                  <a:pt x="23" y="58"/>
                  <a:pt x="23" y="56"/>
                </a:cubicBezTo>
                <a:cubicBezTo>
                  <a:pt x="23" y="38"/>
                  <a:pt x="37" y="23"/>
                  <a:pt x="56" y="23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4"/>
                </a:cubicBezTo>
                <a:cubicBezTo>
                  <a:pt x="81" y="125"/>
                  <a:pt x="81" y="125"/>
                  <a:pt x="81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32" y="141"/>
                </a:moveTo>
                <a:cubicBezTo>
                  <a:pt x="33" y="150"/>
                  <a:pt x="33" y="150"/>
                  <a:pt x="33" y="150"/>
                </a:cubicBezTo>
                <a:cubicBezTo>
                  <a:pt x="33" y="150"/>
                  <a:pt x="35" y="152"/>
                  <a:pt x="41" y="154"/>
                </a:cubicBezTo>
                <a:cubicBezTo>
                  <a:pt x="41" y="159"/>
                  <a:pt x="41" y="159"/>
                  <a:pt x="41" y="159"/>
                </a:cubicBezTo>
                <a:cubicBezTo>
                  <a:pt x="41" y="159"/>
                  <a:pt x="45" y="163"/>
                  <a:pt x="56" y="163"/>
                </a:cubicBezTo>
                <a:cubicBezTo>
                  <a:pt x="67" y="163"/>
                  <a:pt x="70" y="159"/>
                  <a:pt x="70" y="159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76" y="152"/>
                  <a:pt x="78" y="150"/>
                  <a:pt x="78" y="150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5"/>
                  <a:pt x="56" y="145"/>
                </a:cubicBezTo>
                <a:cubicBezTo>
                  <a:pt x="47" y="145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5" y="123"/>
                  <a:pt x="75" y="121"/>
                  <a:pt x="82" y="118"/>
                </a:cubicBezTo>
                <a:cubicBezTo>
                  <a:pt x="84" y="104"/>
                  <a:pt x="84" y="104"/>
                  <a:pt x="84" y="104"/>
                </a:cubicBezTo>
                <a:cubicBezTo>
                  <a:pt x="101" y="94"/>
                  <a:pt x="111" y="76"/>
                  <a:pt x="111" y="56"/>
                </a:cubicBezTo>
                <a:cubicBezTo>
                  <a:pt x="111" y="25"/>
                  <a:pt x="86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1" y="113"/>
                  <a:pt x="36" y="110"/>
                  <a:pt x="36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90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90"/>
                  <a:pt x="76" y="97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70"/>
                  <a:pt x="30" y="70"/>
                  <a:pt x="30" y="70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70"/>
                  <a:pt x="81" y="70"/>
                  <a:pt x="81" y="70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362"/>
          <p:cNvSpPr>
            <a:spLocks/>
          </p:cNvSpPr>
          <p:nvPr/>
        </p:nvSpPr>
        <p:spPr bwMode="auto">
          <a:xfrm>
            <a:off x="401108" y="2874963"/>
            <a:ext cx="7845425" cy="1028700"/>
          </a:xfrm>
          <a:custGeom>
            <a:avLst/>
            <a:gdLst>
              <a:gd name="T0" fmla="*/ 2472 w 2472"/>
              <a:gd name="T1" fmla="*/ 279 h 324"/>
              <a:gd name="T2" fmla="*/ 2472 w 2472"/>
              <a:gd name="T3" fmla="*/ 46 h 324"/>
              <a:gd name="T4" fmla="*/ 2427 w 2472"/>
              <a:gd name="T5" fmla="*/ 0 h 324"/>
              <a:gd name="T6" fmla="*/ 1508 w 2472"/>
              <a:gd name="T7" fmla="*/ 0 h 324"/>
              <a:gd name="T8" fmla="*/ 1236 w 2472"/>
              <a:gd name="T9" fmla="*/ 116 h 324"/>
              <a:gd name="T10" fmla="*/ 964 w 2472"/>
              <a:gd name="T11" fmla="*/ 0 h 324"/>
              <a:gd name="T12" fmla="*/ 45 w 2472"/>
              <a:gd name="T13" fmla="*/ 0 h 324"/>
              <a:gd name="T14" fmla="*/ 0 w 2472"/>
              <a:gd name="T15" fmla="*/ 46 h 324"/>
              <a:gd name="T16" fmla="*/ 0 w 2472"/>
              <a:gd name="T17" fmla="*/ 279 h 324"/>
              <a:gd name="T18" fmla="*/ 45 w 2472"/>
              <a:gd name="T19" fmla="*/ 324 h 324"/>
              <a:gd name="T20" fmla="*/ 2427 w 2472"/>
              <a:gd name="T21" fmla="*/ 324 h 324"/>
              <a:gd name="T22" fmla="*/ 2472 w 2472"/>
              <a:gd name="T23" fmla="*/ 279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72" h="324">
                <a:moveTo>
                  <a:pt x="2472" y="279"/>
                </a:moveTo>
                <a:cubicBezTo>
                  <a:pt x="2472" y="46"/>
                  <a:pt x="2472" y="46"/>
                  <a:pt x="2472" y="46"/>
                </a:cubicBezTo>
                <a:cubicBezTo>
                  <a:pt x="2472" y="20"/>
                  <a:pt x="2452" y="0"/>
                  <a:pt x="2427" y="0"/>
                </a:cubicBezTo>
                <a:cubicBezTo>
                  <a:pt x="1508" y="0"/>
                  <a:pt x="1508" y="0"/>
                  <a:pt x="1508" y="0"/>
                </a:cubicBezTo>
                <a:cubicBezTo>
                  <a:pt x="1236" y="116"/>
                  <a:pt x="1236" y="116"/>
                  <a:pt x="1236" y="116"/>
                </a:cubicBezTo>
                <a:cubicBezTo>
                  <a:pt x="964" y="0"/>
                  <a:pt x="964" y="0"/>
                  <a:pt x="96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6"/>
                </a:cubicBezTo>
                <a:cubicBezTo>
                  <a:pt x="0" y="279"/>
                  <a:pt x="0" y="279"/>
                  <a:pt x="0" y="279"/>
                </a:cubicBezTo>
                <a:cubicBezTo>
                  <a:pt x="0" y="304"/>
                  <a:pt x="20" y="324"/>
                  <a:pt x="45" y="324"/>
                </a:cubicBezTo>
                <a:cubicBezTo>
                  <a:pt x="2427" y="324"/>
                  <a:pt x="2427" y="324"/>
                  <a:pt x="2427" y="324"/>
                </a:cubicBezTo>
                <a:cubicBezTo>
                  <a:pt x="2452" y="324"/>
                  <a:pt x="2472" y="304"/>
                  <a:pt x="2472" y="27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accent2"/>
            </a:solidFill>
          </a:ln>
          <a:effectLst>
            <a:outerShdw dist="25400" dir="5400000" algn="ctr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364"/>
          <p:cNvSpPr>
            <a:spLocks/>
          </p:cNvSpPr>
          <p:nvPr/>
        </p:nvSpPr>
        <p:spPr bwMode="auto">
          <a:xfrm>
            <a:off x="3056996" y="2874963"/>
            <a:ext cx="2533650" cy="1641475"/>
          </a:xfrm>
          <a:custGeom>
            <a:avLst/>
            <a:gdLst>
              <a:gd name="T0" fmla="*/ 1596 w 1596"/>
              <a:gd name="T1" fmla="*/ 694 h 1034"/>
              <a:gd name="T2" fmla="*/ 1342 w 1596"/>
              <a:gd name="T3" fmla="*/ 694 h 1034"/>
              <a:gd name="T4" fmla="*/ 1342 w 1596"/>
              <a:gd name="T5" fmla="*/ 0 h 1034"/>
              <a:gd name="T6" fmla="*/ 798 w 1596"/>
              <a:gd name="T7" fmla="*/ 232 h 1034"/>
              <a:gd name="T8" fmla="*/ 254 w 1596"/>
              <a:gd name="T9" fmla="*/ 0 h 1034"/>
              <a:gd name="T10" fmla="*/ 254 w 1596"/>
              <a:gd name="T11" fmla="*/ 694 h 1034"/>
              <a:gd name="T12" fmla="*/ 0 w 1596"/>
              <a:gd name="T13" fmla="*/ 694 h 1034"/>
              <a:gd name="T14" fmla="*/ 798 w 1596"/>
              <a:gd name="T15" fmla="*/ 1034 h 1034"/>
              <a:gd name="T16" fmla="*/ 1596 w 1596"/>
              <a:gd name="T17" fmla="*/ 694 h 1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6" h="1034">
                <a:moveTo>
                  <a:pt x="1596" y="694"/>
                </a:moveTo>
                <a:lnTo>
                  <a:pt x="1342" y="694"/>
                </a:lnTo>
                <a:lnTo>
                  <a:pt x="1342" y="0"/>
                </a:lnTo>
                <a:lnTo>
                  <a:pt x="798" y="232"/>
                </a:lnTo>
                <a:lnTo>
                  <a:pt x="254" y="0"/>
                </a:lnTo>
                <a:lnTo>
                  <a:pt x="254" y="694"/>
                </a:lnTo>
                <a:lnTo>
                  <a:pt x="0" y="694"/>
                </a:lnTo>
                <a:lnTo>
                  <a:pt x="798" y="1034"/>
                </a:lnTo>
                <a:lnTo>
                  <a:pt x="1596" y="6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65"/>
          <p:cNvSpPr>
            <a:spLocks/>
          </p:cNvSpPr>
          <p:nvPr/>
        </p:nvSpPr>
        <p:spPr bwMode="auto">
          <a:xfrm>
            <a:off x="3460221" y="2874963"/>
            <a:ext cx="1727200" cy="1190625"/>
          </a:xfrm>
          <a:custGeom>
            <a:avLst/>
            <a:gdLst>
              <a:gd name="T0" fmla="*/ 544 w 544"/>
              <a:gd name="T1" fmla="*/ 276 h 375"/>
              <a:gd name="T2" fmla="*/ 544 w 544"/>
              <a:gd name="T3" fmla="*/ 0 h 375"/>
              <a:gd name="T4" fmla="*/ 272 w 544"/>
              <a:gd name="T5" fmla="*/ 116 h 375"/>
              <a:gd name="T6" fmla="*/ 0 w 544"/>
              <a:gd name="T7" fmla="*/ 0 h 375"/>
              <a:gd name="T8" fmla="*/ 0 w 544"/>
              <a:gd name="T9" fmla="*/ 276 h 375"/>
              <a:gd name="T10" fmla="*/ 272 w 544"/>
              <a:gd name="T11" fmla="*/ 375 h 375"/>
              <a:gd name="T12" fmla="*/ 544 w 544"/>
              <a:gd name="T13" fmla="*/ 276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375">
                <a:moveTo>
                  <a:pt x="544" y="276"/>
                </a:moveTo>
                <a:cubicBezTo>
                  <a:pt x="544" y="0"/>
                  <a:pt x="544" y="0"/>
                  <a:pt x="544" y="0"/>
                </a:cubicBezTo>
                <a:cubicBezTo>
                  <a:pt x="272" y="116"/>
                  <a:pt x="272" y="116"/>
                  <a:pt x="272" y="116"/>
                </a:cubicBezTo>
                <a:cubicBezTo>
                  <a:pt x="0" y="0"/>
                  <a:pt x="0" y="0"/>
                  <a:pt x="0" y="0"/>
                </a:cubicBezTo>
                <a:cubicBezTo>
                  <a:pt x="0" y="276"/>
                  <a:pt x="0" y="276"/>
                  <a:pt x="0" y="276"/>
                </a:cubicBezTo>
                <a:cubicBezTo>
                  <a:pt x="73" y="338"/>
                  <a:pt x="168" y="375"/>
                  <a:pt x="272" y="375"/>
                </a:cubicBezTo>
                <a:cubicBezTo>
                  <a:pt x="376" y="375"/>
                  <a:pt x="471" y="338"/>
                  <a:pt x="544" y="276"/>
                </a:cubicBez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366"/>
          <p:cNvSpPr>
            <a:spLocks/>
          </p:cNvSpPr>
          <p:nvPr/>
        </p:nvSpPr>
        <p:spPr bwMode="auto">
          <a:xfrm>
            <a:off x="3460221" y="2874963"/>
            <a:ext cx="1727200" cy="511175"/>
          </a:xfrm>
          <a:custGeom>
            <a:avLst/>
            <a:gdLst>
              <a:gd name="T0" fmla="*/ 1088 w 1088"/>
              <a:gd name="T1" fmla="*/ 92 h 322"/>
              <a:gd name="T2" fmla="*/ 1088 w 1088"/>
              <a:gd name="T3" fmla="*/ 0 h 322"/>
              <a:gd name="T4" fmla="*/ 544 w 1088"/>
              <a:gd name="T5" fmla="*/ 232 h 322"/>
              <a:gd name="T6" fmla="*/ 0 w 1088"/>
              <a:gd name="T7" fmla="*/ 0 h 322"/>
              <a:gd name="T8" fmla="*/ 0 w 1088"/>
              <a:gd name="T9" fmla="*/ 92 h 322"/>
              <a:gd name="T10" fmla="*/ 544 w 1088"/>
              <a:gd name="T11" fmla="*/ 322 h 322"/>
              <a:gd name="T12" fmla="*/ 1088 w 1088"/>
              <a:gd name="T13" fmla="*/ 92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8" h="322">
                <a:moveTo>
                  <a:pt x="1088" y="92"/>
                </a:moveTo>
                <a:lnTo>
                  <a:pt x="1088" y="0"/>
                </a:lnTo>
                <a:lnTo>
                  <a:pt x="544" y="232"/>
                </a:lnTo>
                <a:lnTo>
                  <a:pt x="0" y="0"/>
                </a:lnTo>
                <a:lnTo>
                  <a:pt x="0" y="92"/>
                </a:lnTo>
                <a:lnTo>
                  <a:pt x="544" y="322"/>
                </a:lnTo>
                <a:lnTo>
                  <a:pt x="1088" y="9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67"/>
          <p:cNvSpPr>
            <a:spLocks/>
          </p:cNvSpPr>
          <p:nvPr/>
        </p:nvSpPr>
        <p:spPr bwMode="auto">
          <a:xfrm>
            <a:off x="401108" y="4303713"/>
            <a:ext cx="7845425" cy="1028700"/>
          </a:xfrm>
          <a:custGeom>
            <a:avLst/>
            <a:gdLst>
              <a:gd name="T0" fmla="*/ 2472 w 2472"/>
              <a:gd name="T1" fmla="*/ 279 h 324"/>
              <a:gd name="T2" fmla="*/ 2472 w 2472"/>
              <a:gd name="T3" fmla="*/ 46 h 324"/>
              <a:gd name="T4" fmla="*/ 2427 w 2472"/>
              <a:gd name="T5" fmla="*/ 0 h 324"/>
              <a:gd name="T6" fmla="*/ 1508 w 2472"/>
              <a:gd name="T7" fmla="*/ 0 h 324"/>
              <a:gd name="T8" fmla="*/ 1236 w 2472"/>
              <a:gd name="T9" fmla="*/ 116 h 324"/>
              <a:gd name="T10" fmla="*/ 964 w 2472"/>
              <a:gd name="T11" fmla="*/ 0 h 324"/>
              <a:gd name="T12" fmla="*/ 45 w 2472"/>
              <a:gd name="T13" fmla="*/ 0 h 324"/>
              <a:gd name="T14" fmla="*/ 0 w 2472"/>
              <a:gd name="T15" fmla="*/ 46 h 324"/>
              <a:gd name="T16" fmla="*/ 0 w 2472"/>
              <a:gd name="T17" fmla="*/ 279 h 324"/>
              <a:gd name="T18" fmla="*/ 45 w 2472"/>
              <a:gd name="T19" fmla="*/ 324 h 324"/>
              <a:gd name="T20" fmla="*/ 2427 w 2472"/>
              <a:gd name="T21" fmla="*/ 324 h 324"/>
              <a:gd name="T22" fmla="*/ 2472 w 2472"/>
              <a:gd name="T23" fmla="*/ 279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72" h="324">
                <a:moveTo>
                  <a:pt x="2472" y="279"/>
                </a:moveTo>
                <a:cubicBezTo>
                  <a:pt x="2472" y="46"/>
                  <a:pt x="2472" y="46"/>
                  <a:pt x="2472" y="46"/>
                </a:cubicBezTo>
                <a:cubicBezTo>
                  <a:pt x="2472" y="21"/>
                  <a:pt x="2452" y="0"/>
                  <a:pt x="2427" y="0"/>
                </a:cubicBezTo>
                <a:cubicBezTo>
                  <a:pt x="1508" y="0"/>
                  <a:pt x="1508" y="0"/>
                  <a:pt x="1508" y="0"/>
                </a:cubicBezTo>
                <a:cubicBezTo>
                  <a:pt x="1236" y="116"/>
                  <a:pt x="1236" y="116"/>
                  <a:pt x="1236" y="116"/>
                </a:cubicBezTo>
                <a:cubicBezTo>
                  <a:pt x="964" y="0"/>
                  <a:pt x="964" y="0"/>
                  <a:pt x="96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1"/>
                  <a:pt x="0" y="46"/>
                </a:cubicBezTo>
                <a:cubicBezTo>
                  <a:pt x="0" y="279"/>
                  <a:pt x="0" y="279"/>
                  <a:pt x="0" y="279"/>
                </a:cubicBezTo>
                <a:cubicBezTo>
                  <a:pt x="0" y="304"/>
                  <a:pt x="20" y="324"/>
                  <a:pt x="45" y="324"/>
                </a:cubicBezTo>
                <a:cubicBezTo>
                  <a:pt x="2427" y="324"/>
                  <a:pt x="2427" y="324"/>
                  <a:pt x="2427" y="324"/>
                </a:cubicBezTo>
                <a:cubicBezTo>
                  <a:pt x="2452" y="324"/>
                  <a:pt x="2472" y="304"/>
                  <a:pt x="2472" y="27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accent3"/>
            </a:solidFill>
          </a:ln>
          <a:effectLst>
            <a:outerShdw dist="25400" dir="5400000" algn="ctr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369"/>
          <p:cNvSpPr>
            <a:spLocks/>
          </p:cNvSpPr>
          <p:nvPr/>
        </p:nvSpPr>
        <p:spPr bwMode="auto">
          <a:xfrm>
            <a:off x="3056996" y="4303713"/>
            <a:ext cx="2533650" cy="1641475"/>
          </a:xfrm>
          <a:custGeom>
            <a:avLst/>
            <a:gdLst>
              <a:gd name="T0" fmla="*/ 1596 w 1596"/>
              <a:gd name="T1" fmla="*/ 694 h 1034"/>
              <a:gd name="T2" fmla="*/ 1342 w 1596"/>
              <a:gd name="T3" fmla="*/ 694 h 1034"/>
              <a:gd name="T4" fmla="*/ 1342 w 1596"/>
              <a:gd name="T5" fmla="*/ 0 h 1034"/>
              <a:gd name="T6" fmla="*/ 798 w 1596"/>
              <a:gd name="T7" fmla="*/ 232 h 1034"/>
              <a:gd name="T8" fmla="*/ 254 w 1596"/>
              <a:gd name="T9" fmla="*/ 0 h 1034"/>
              <a:gd name="T10" fmla="*/ 254 w 1596"/>
              <a:gd name="T11" fmla="*/ 694 h 1034"/>
              <a:gd name="T12" fmla="*/ 0 w 1596"/>
              <a:gd name="T13" fmla="*/ 694 h 1034"/>
              <a:gd name="T14" fmla="*/ 798 w 1596"/>
              <a:gd name="T15" fmla="*/ 1034 h 1034"/>
              <a:gd name="T16" fmla="*/ 1596 w 1596"/>
              <a:gd name="T17" fmla="*/ 694 h 1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96" h="1034">
                <a:moveTo>
                  <a:pt x="1596" y="694"/>
                </a:moveTo>
                <a:lnTo>
                  <a:pt x="1342" y="694"/>
                </a:lnTo>
                <a:lnTo>
                  <a:pt x="1342" y="0"/>
                </a:lnTo>
                <a:lnTo>
                  <a:pt x="798" y="232"/>
                </a:lnTo>
                <a:lnTo>
                  <a:pt x="254" y="0"/>
                </a:lnTo>
                <a:lnTo>
                  <a:pt x="254" y="694"/>
                </a:lnTo>
                <a:lnTo>
                  <a:pt x="0" y="694"/>
                </a:lnTo>
                <a:lnTo>
                  <a:pt x="798" y="1034"/>
                </a:lnTo>
                <a:lnTo>
                  <a:pt x="1596" y="69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370"/>
          <p:cNvSpPr>
            <a:spLocks/>
          </p:cNvSpPr>
          <p:nvPr/>
        </p:nvSpPr>
        <p:spPr bwMode="auto">
          <a:xfrm>
            <a:off x="3460221" y="4303713"/>
            <a:ext cx="1727200" cy="1190625"/>
          </a:xfrm>
          <a:custGeom>
            <a:avLst/>
            <a:gdLst>
              <a:gd name="T0" fmla="*/ 544 w 544"/>
              <a:gd name="T1" fmla="*/ 276 h 375"/>
              <a:gd name="T2" fmla="*/ 544 w 544"/>
              <a:gd name="T3" fmla="*/ 0 h 375"/>
              <a:gd name="T4" fmla="*/ 272 w 544"/>
              <a:gd name="T5" fmla="*/ 116 h 375"/>
              <a:gd name="T6" fmla="*/ 0 w 544"/>
              <a:gd name="T7" fmla="*/ 0 h 375"/>
              <a:gd name="T8" fmla="*/ 0 w 544"/>
              <a:gd name="T9" fmla="*/ 276 h 375"/>
              <a:gd name="T10" fmla="*/ 272 w 544"/>
              <a:gd name="T11" fmla="*/ 375 h 375"/>
              <a:gd name="T12" fmla="*/ 544 w 544"/>
              <a:gd name="T13" fmla="*/ 276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44" h="375">
                <a:moveTo>
                  <a:pt x="544" y="276"/>
                </a:moveTo>
                <a:cubicBezTo>
                  <a:pt x="544" y="0"/>
                  <a:pt x="544" y="0"/>
                  <a:pt x="544" y="0"/>
                </a:cubicBezTo>
                <a:cubicBezTo>
                  <a:pt x="272" y="116"/>
                  <a:pt x="272" y="116"/>
                  <a:pt x="272" y="116"/>
                </a:cubicBezTo>
                <a:cubicBezTo>
                  <a:pt x="0" y="0"/>
                  <a:pt x="0" y="0"/>
                  <a:pt x="0" y="0"/>
                </a:cubicBezTo>
                <a:cubicBezTo>
                  <a:pt x="0" y="276"/>
                  <a:pt x="0" y="276"/>
                  <a:pt x="0" y="276"/>
                </a:cubicBezTo>
                <a:cubicBezTo>
                  <a:pt x="73" y="338"/>
                  <a:pt x="168" y="375"/>
                  <a:pt x="272" y="375"/>
                </a:cubicBezTo>
                <a:cubicBezTo>
                  <a:pt x="376" y="375"/>
                  <a:pt x="471" y="338"/>
                  <a:pt x="544" y="276"/>
                </a:cubicBez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371"/>
          <p:cNvSpPr>
            <a:spLocks/>
          </p:cNvSpPr>
          <p:nvPr/>
        </p:nvSpPr>
        <p:spPr bwMode="auto">
          <a:xfrm>
            <a:off x="3460221" y="4303713"/>
            <a:ext cx="1727200" cy="514350"/>
          </a:xfrm>
          <a:custGeom>
            <a:avLst/>
            <a:gdLst>
              <a:gd name="T0" fmla="*/ 1088 w 1088"/>
              <a:gd name="T1" fmla="*/ 92 h 324"/>
              <a:gd name="T2" fmla="*/ 1088 w 1088"/>
              <a:gd name="T3" fmla="*/ 0 h 324"/>
              <a:gd name="T4" fmla="*/ 544 w 1088"/>
              <a:gd name="T5" fmla="*/ 232 h 324"/>
              <a:gd name="T6" fmla="*/ 0 w 1088"/>
              <a:gd name="T7" fmla="*/ 0 h 324"/>
              <a:gd name="T8" fmla="*/ 0 w 1088"/>
              <a:gd name="T9" fmla="*/ 92 h 324"/>
              <a:gd name="T10" fmla="*/ 544 w 1088"/>
              <a:gd name="T11" fmla="*/ 324 h 324"/>
              <a:gd name="T12" fmla="*/ 1088 w 1088"/>
              <a:gd name="T13" fmla="*/ 92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8" h="324">
                <a:moveTo>
                  <a:pt x="1088" y="92"/>
                </a:moveTo>
                <a:lnTo>
                  <a:pt x="1088" y="0"/>
                </a:lnTo>
                <a:lnTo>
                  <a:pt x="544" y="232"/>
                </a:lnTo>
                <a:lnTo>
                  <a:pt x="0" y="0"/>
                </a:lnTo>
                <a:lnTo>
                  <a:pt x="0" y="92"/>
                </a:lnTo>
                <a:lnTo>
                  <a:pt x="544" y="324"/>
                </a:lnTo>
                <a:lnTo>
                  <a:pt x="1088" y="9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372"/>
          <p:cNvSpPr>
            <a:spLocks noEditPoints="1"/>
          </p:cNvSpPr>
          <p:nvPr/>
        </p:nvSpPr>
        <p:spPr bwMode="auto">
          <a:xfrm>
            <a:off x="604308" y="3186113"/>
            <a:ext cx="428625" cy="441325"/>
          </a:xfrm>
          <a:custGeom>
            <a:avLst/>
            <a:gdLst>
              <a:gd name="T0" fmla="*/ 113 w 135"/>
              <a:gd name="T1" fmla="*/ 88 h 139"/>
              <a:gd name="T2" fmla="*/ 114 w 135"/>
              <a:gd name="T3" fmla="*/ 88 h 139"/>
              <a:gd name="T4" fmla="*/ 114 w 135"/>
              <a:gd name="T5" fmla="*/ 87 h 139"/>
              <a:gd name="T6" fmla="*/ 94 w 135"/>
              <a:gd name="T7" fmla="*/ 75 h 139"/>
              <a:gd name="T8" fmla="*/ 79 w 135"/>
              <a:gd name="T9" fmla="*/ 67 h 139"/>
              <a:gd name="T10" fmla="*/ 74 w 135"/>
              <a:gd name="T11" fmla="*/ 62 h 139"/>
              <a:gd name="T12" fmla="*/ 73 w 135"/>
              <a:gd name="T13" fmla="*/ 57 h 139"/>
              <a:gd name="T14" fmla="*/ 78 w 135"/>
              <a:gd name="T15" fmla="*/ 45 h 139"/>
              <a:gd name="T16" fmla="*/ 82 w 135"/>
              <a:gd name="T17" fmla="*/ 36 h 139"/>
              <a:gd name="T18" fmla="*/ 81 w 135"/>
              <a:gd name="T19" fmla="*/ 33 h 139"/>
              <a:gd name="T20" fmla="*/ 78 w 135"/>
              <a:gd name="T21" fmla="*/ 11 h 139"/>
              <a:gd name="T22" fmla="*/ 64 w 135"/>
              <a:gd name="T23" fmla="*/ 2 h 139"/>
              <a:gd name="T24" fmla="*/ 59 w 135"/>
              <a:gd name="T25" fmla="*/ 1 h 139"/>
              <a:gd name="T26" fmla="*/ 52 w 135"/>
              <a:gd name="T27" fmla="*/ 0 h 139"/>
              <a:gd name="T28" fmla="*/ 54 w 135"/>
              <a:gd name="T29" fmla="*/ 2 h 139"/>
              <a:gd name="T30" fmla="*/ 40 w 135"/>
              <a:gd name="T31" fmla="*/ 11 h 139"/>
              <a:gd name="T32" fmla="*/ 37 w 135"/>
              <a:gd name="T33" fmla="*/ 33 h 139"/>
              <a:gd name="T34" fmla="*/ 36 w 135"/>
              <a:gd name="T35" fmla="*/ 36 h 139"/>
              <a:gd name="T36" fmla="*/ 40 w 135"/>
              <a:gd name="T37" fmla="*/ 45 h 139"/>
              <a:gd name="T38" fmla="*/ 45 w 135"/>
              <a:gd name="T39" fmla="*/ 57 h 139"/>
              <a:gd name="T40" fmla="*/ 44 w 135"/>
              <a:gd name="T41" fmla="*/ 62 h 139"/>
              <a:gd name="T42" fmla="*/ 39 w 135"/>
              <a:gd name="T43" fmla="*/ 67 h 139"/>
              <a:gd name="T44" fmla="*/ 24 w 135"/>
              <a:gd name="T45" fmla="*/ 75 h 139"/>
              <a:gd name="T46" fmla="*/ 4 w 135"/>
              <a:gd name="T47" fmla="*/ 87 h 139"/>
              <a:gd name="T48" fmla="*/ 0 w 135"/>
              <a:gd name="T49" fmla="*/ 118 h 139"/>
              <a:gd name="T50" fmla="*/ 0 w 135"/>
              <a:gd name="T51" fmla="*/ 120 h 139"/>
              <a:gd name="T52" fmla="*/ 0 w 135"/>
              <a:gd name="T53" fmla="*/ 120 h 139"/>
              <a:gd name="T54" fmla="*/ 59 w 135"/>
              <a:gd name="T55" fmla="*/ 136 h 139"/>
              <a:gd name="T56" fmla="*/ 88 w 135"/>
              <a:gd name="T57" fmla="*/ 132 h 139"/>
              <a:gd name="T58" fmla="*/ 84 w 135"/>
              <a:gd name="T59" fmla="*/ 117 h 139"/>
              <a:gd name="T60" fmla="*/ 113 w 135"/>
              <a:gd name="T61" fmla="*/ 88 h 139"/>
              <a:gd name="T62" fmla="*/ 116 w 135"/>
              <a:gd name="T63" fmla="*/ 96 h 139"/>
              <a:gd name="T64" fmla="*/ 113 w 135"/>
              <a:gd name="T65" fmla="*/ 96 h 139"/>
              <a:gd name="T66" fmla="*/ 92 w 135"/>
              <a:gd name="T67" fmla="*/ 117 h 139"/>
              <a:gd name="T68" fmla="*/ 96 w 135"/>
              <a:gd name="T69" fmla="*/ 130 h 139"/>
              <a:gd name="T70" fmla="*/ 113 w 135"/>
              <a:gd name="T71" fmla="*/ 139 h 139"/>
              <a:gd name="T72" fmla="*/ 135 w 135"/>
              <a:gd name="T73" fmla="*/ 117 h 139"/>
              <a:gd name="T74" fmla="*/ 116 w 135"/>
              <a:gd name="T75" fmla="*/ 96 h 139"/>
              <a:gd name="T76" fmla="*/ 127 w 135"/>
              <a:gd name="T77" fmla="*/ 120 h 139"/>
              <a:gd name="T78" fmla="*/ 116 w 135"/>
              <a:gd name="T79" fmla="*/ 120 h 139"/>
              <a:gd name="T80" fmla="*/ 116 w 135"/>
              <a:gd name="T81" fmla="*/ 131 h 139"/>
              <a:gd name="T82" fmla="*/ 111 w 135"/>
              <a:gd name="T83" fmla="*/ 131 h 139"/>
              <a:gd name="T84" fmla="*/ 111 w 135"/>
              <a:gd name="T85" fmla="*/ 120 h 139"/>
              <a:gd name="T86" fmla="*/ 100 w 135"/>
              <a:gd name="T87" fmla="*/ 120 h 139"/>
              <a:gd name="T88" fmla="*/ 100 w 135"/>
              <a:gd name="T89" fmla="*/ 114 h 139"/>
              <a:gd name="T90" fmla="*/ 111 w 135"/>
              <a:gd name="T91" fmla="*/ 114 h 139"/>
              <a:gd name="T92" fmla="*/ 111 w 135"/>
              <a:gd name="T93" fmla="*/ 103 h 139"/>
              <a:gd name="T94" fmla="*/ 116 w 135"/>
              <a:gd name="T95" fmla="*/ 103 h 139"/>
              <a:gd name="T96" fmla="*/ 116 w 135"/>
              <a:gd name="T97" fmla="*/ 114 h 139"/>
              <a:gd name="T98" fmla="*/ 127 w 135"/>
              <a:gd name="T99" fmla="*/ 114 h 139"/>
              <a:gd name="T100" fmla="*/ 127 w 135"/>
              <a:gd name="T101" fmla="*/ 12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39">
                <a:moveTo>
                  <a:pt x="113" y="88"/>
                </a:moveTo>
                <a:cubicBezTo>
                  <a:pt x="114" y="88"/>
                  <a:pt x="114" y="88"/>
                  <a:pt x="114" y="88"/>
                </a:cubicBezTo>
                <a:cubicBezTo>
                  <a:pt x="114" y="88"/>
                  <a:pt x="114" y="87"/>
                  <a:pt x="114" y="87"/>
                </a:cubicBezTo>
                <a:cubicBezTo>
                  <a:pt x="109" y="76"/>
                  <a:pt x="97" y="76"/>
                  <a:pt x="94" y="75"/>
                </a:cubicBezTo>
                <a:cubicBezTo>
                  <a:pt x="85" y="72"/>
                  <a:pt x="82" y="71"/>
                  <a:pt x="79" y="67"/>
                </a:cubicBezTo>
                <a:cubicBezTo>
                  <a:pt x="77" y="63"/>
                  <a:pt x="74" y="62"/>
                  <a:pt x="74" y="62"/>
                </a:cubicBezTo>
                <a:cubicBezTo>
                  <a:pt x="74" y="61"/>
                  <a:pt x="73" y="59"/>
                  <a:pt x="73" y="57"/>
                </a:cubicBezTo>
                <a:cubicBezTo>
                  <a:pt x="77" y="51"/>
                  <a:pt x="78" y="45"/>
                  <a:pt x="78" y="45"/>
                </a:cubicBezTo>
                <a:cubicBezTo>
                  <a:pt x="81" y="44"/>
                  <a:pt x="82" y="38"/>
                  <a:pt x="82" y="36"/>
                </a:cubicBezTo>
                <a:cubicBezTo>
                  <a:pt x="82" y="33"/>
                  <a:pt x="81" y="33"/>
                  <a:pt x="81" y="33"/>
                </a:cubicBezTo>
                <a:cubicBezTo>
                  <a:pt x="81" y="33"/>
                  <a:pt x="83" y="20"/>
                  <a:pt x="78" y="11"/>
                </a:cubicBezTo>
                <a:cubicBezTo>
                  <a:pt x="73" y="3"/>
                  <a:pt x="64" y="2"/>
                  <a:pt x="64" y="2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4" y="1"/>
                  <a:pt x="52" y="0"/>
                </a:cubicBezTo>
                <a:cubicBezTo>
                  <a:pt x="52" y="0"/>
                  <a:pt x="53" y="2"/>
                  <a:pt x="54" y="2"/>
                </a:cubicBezTo>
                <a:cubicBezTo>
                  <a:pt x="54" y="2"/>
                  <a:pt x="45" y="3"/>
                  <a:pt x="40" y="11"/>
                </a:cubicBezTo>
                <a:cubicBezTo>
                  <a:pt x="35" y="20"/>
                  <a:pt x="37" y="33"/>
                  <a:pt x="37" y="33"/>
                </a:cubicBezTo>
                <a:cubicBezTo>
                  <a:pt x="37" y="33"/>
                  <a:pt x="36" y="33"/>
                  <a:pt x="36" y="36"/>
                </a:cubicBezTo>
                <a:cubicBezTo>
                  <a:pt x="35" y="38"/>
                  <a:pt x="37" y="44"/>
                  <a:pt x="40" y="45"/>
                </a:cubicBezTo>
                <a:cubicBezTo>
                  <a:pt x="40" y="45"/>
                  <a:pt x="41" y="51"/>
                  <a:pt x="45" y="57"/>
                </a:cubicBezTo>
                <a:cubicBezTo>
                  <a:pt x="44" y="59"/>
                  <a:pt x="44" y="61"/>
                  <a:pt x="44" y="62"/>
                </a:cubicBezTo>
                <a:cubicBezTo>
                  <a:pt x="44" y="62"/>
                  <a:pt x="41" y="63"/>
                  <a:pt x="39" y="67"/>
                </a:cubicBezTo>
                <a:cubicBezTo>
                  <a:pt x="36" y="71"/>
                  <a:pt x="33" y="72"/>
                  <a:pt x="24" y="75"/>
                </a:cubicBezTo>
                <a:cubicBezTo>
                  <a:pt x="20" y="76"/>
                  <a:pt x="8" y="76"/>
                  <a:pt x="4" y="87"/>
                </a:cubicBezTo>
                <a:cubicBezTo>
                  <a:pt x="1" y="93"/>
                  <a:pt x="1" y="106"/>
                  <a:pt x="0" y="118"/>
                </a:cubicBezTo>
                <a:cubicBezTo>
                  <a:pt x="0" y="119"/>
                  <a:pt x="0" y="119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11" y="128"/>
                  <a:pt x="30" y="136"/>
                  <a:pt x="59" y="136"/>
                </a:cubicBezTo>
                <a:cubicBezTo>
                  <a:pt x="70" y="136"/>
                  <a:pt x="80" y="134"/>
                  <a:pt x="88" y="132"/>
                </a:cubicBezTo>
                <a:cubicBezTo>
                  <a:pt x="85" y="128"/>
                  <a:pt x="84" y="123"/>
                  <a:pt x="84" y="117"/>
                </a:cubicBezTo>
                <a:cubicBezTo>
                  <a:pt x="84" y="101"/>
                  <a:pt x="97" y="88"/>
                  <a:pt x="113" y="88"/>
                </a:cubicBezTo>
                <a:close/>
                <a:moveTo>
                  <a:pt x="116" y="96"/>
                </a:moveTo>
                <a:cubicBezTo>
                  <a:pt x="115" y="96"/>
                  <a:pt x="114" y="96"/>
                  <a:pt x="113" y="96"/>
                </a:cubicBezTo>
                <a:cubicBezTo>
                  <a:pt x="101" y="96"/>
                  <a:pt x="92" y="105"/>
                  <a:pt x="92" y="117"/>
                </a:cubicBezTo>
                <a:cubicBezTo>
                  <a:pt x="92" y="122"/>
                  <a:pt x="93" y="127"/>
                  <a:pt x="96" y="130"/>
                </a:cubicBezTo>
                <a:cubicBezTo>
                  <a:pt x="100" y="135"/>
                  <a:pt x="106" y="139"/>
                  <a:pt x="113" y="139"/>
                </a:cubicBezTo>
                <a:cubicBezTo>
                  <a:pt x="125" y="139"/>
                  <a:pt x="135" y="129"/>
                  <a:pt x="135" y="117"/>
                </a:cubicBezTo>
                <a:cubicBezTo>
                  <a:pt x="135" y="106"/>
                  <a:pt x="127" y="97"/>
                  <a:pt x="116" y="96"/>
                </a:cubicBezTo>
                <a:close/>
                <a:moveTo>
                  <a:pt x="127" y="120"/>
                </a:moveTo>
                <a:cubicBezTo>
                  <a:pt x="116" y="120"/>
                  <a:pt x="116" y="120"/>
                  <a:pt x="116" y="120"/>
                </a:cubicBezTo>
                <a:cubicBezTo>
                  <a:pt x="116" y="131"/>
                  <a:pt x="116" y="131"/>
                  <a:pt x="116" y="131"/>
                </a:cubicBezTo>
                <a:cubicBezTo>
                  <a:pt x="111" y="131"/>
                  <a:pt x="111" y="131"/>
                  <a:pt x="111" y="131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4"/>
                  <a:pt x="100" y="114"/>
                  <a:pt x="100" y="114"/>
                </a:cubicBezTo>
                <a:cubicBezTo>
                  <a:pt x="111" y="114"/>
                  <a:pt x="111" y="114"/>
                  <a:pt x="111" y="114"/>
                </a:cubicBezTo>
                <a:cubicBezTo>
                  <a:pt x="111" y="103"/>
                  <a:pt x="111" y="103"/>
                  <a:pt x="111" y="103"/>
                </a:cubicBezTo>
                <a:cubicBezTo>
                  <a:pt x="116" y="103"/>
                  <a:pt x="116" y="103"/>
                  <a:pt x="116" y="103"/>
                </a:cubicBezTo>
                <a:cubicBezTo>
                  <a:pt x="116" y="114"/>
                  <a:pt x="116" y="114"/>
                  <a:pt x="116" y="114"/>
                </a:cubicBezTo>
                <a:cubicBezTo>
                  <a:pt x="127" y="114"/>
                  <a:pt x="127" y="114"/>
                  <a:pt x="127" y="114"/>
                </a:cubicBezTo>
                <a:lnTo>
                  <a:pt x="127" y="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373"/>
          <p:cNvSpPr>
            <a:spLocks noEditPoints="1"/>
          </p:cNvSpPr>
          <p:nvPr/>
        </p:nvSpPr>
        <p:spPr bwMode="auto">
          <a:xfrm>
            <a:off x="591608" y="4579938"/>
            <a:ext cx="457200" cy="457200"/>
          </a:xfrm>
          <a:custGeom>
            <a:avLst/>
            <a:gdLst>
              <a:gd name="T0" fmla="*/ 113 w 144"/>
              <a:gd name="T1" fmla="*/ 31 h 144"/>
              <a:gd name="T2" fmla="*/ 109 w 144"/>
              <a:gd name="T3" fmla="*/ 31 h 144"/>
              <a:gd name="T4" fmla="*/ 109 w 144"/>
              <a:gd name="T5" fmla="*/ 35 h 144"/>
              <a:gd name="T6" fmla="*/ 109 w 144"/>
              <a:gd name="T7" fmla="*/ 77 h 144"/>
              <a:gd name="T8" fmla="*/ 109 w 144"/>
              <a:gd name="T9" fmla="*/ 82 h 144"/>
              <a:gd name="T10" fmla="*/ 113 w 144"/>
              <a:gd name="T11" fmla="*/ 82 h 144"/>
              <a:gd name="T12" fmla="*/ 113 w 144"/>
              <a:gd name="T13" fmla="*/ 31 h 144"/>
              <a:gd name="T14" fmla="*/ 124 w 144"/>
              <a:gd name="T15" fmla="*/ 20 h 144"/>
              <a:gd name="T16" fmla="*/ 51 w 144"/>
              <a:gd name="T17" fmla="*/ 20 h 144"/>
              <a:gd name="T18" fmla="*/ 44 w 144"/>
              <a:gd name="T19" fmla="*/ 83 h 144"/>
              <a:gd name="T20" fmla="*/ 6 w 144"/>
              <a:gd name="T21" fmla="*/ 121 h 144"/>
              <a:gd name="T22" fmla="*/ 10 w 144"/>
              <a:gd name="T23" fmla="*/ 134 h 144"/>
              <a:gd name="T24" fmla="*/ 23 w 144"/>
              <a:gd name="T25" fmla="*/ 137 h 144"/>
              <a:gd name="T26" fmla="*/ 61 w 144"/>
              <a:gd name="T27" fmla="*/ 100 h 144"/>
              <a:gd name="T28" fmla="*/ 124 w 144"/>
              <a:gd name="T29" fmla="*/ 93 h 144"/>
              <a:gd name="T30" fmla="*/ 124 w 144"/>
              <a:gd name="T31" fmla="*/ 20 h 144"/>
              <a:gd name="T32" fmla="*/ 117 w 144"/>
              <a:gd name="T33" fmla="*/ 86 h 144"/>
              <a:gd name="T34" fmla="*/ 58 w 144"/>
              <a:gd name="T35" fmla="*/ 86 h 144"/>
              <a:gd name="T36" fmla="*/ 58 w 144"/>
              <a:gd name="T37" fmla="*/ 26 h 144"/>
              <a:gd name="T38" fmla="*/ 117 w 144"/>
              <a:gd name="T39" fmla="*/ 26 h 144"/>
              <a:gd name="T40" fmla="*/ 117 w 144"/>
              <a:gd name="T41" fmla="*/ 8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44" h="144">
                <a:moveTo>
                  <a:pt x="113" y="31"/>
                </a:moveTo>
                <a:cubicBezTo>
                  <a:pt x="112" y="30"/>
                  <a:pt x="110" y="30"/>
                  <a:pt x="109" y="31"/>
                </a:cubicBezTo>
                <a:cubicBezTo>
                  <a:pt x="107" y="32"/>
                  <a:pt x="107" y="34"/>
                  <a:pt x="109" y="35"/>
                </a:cubicBezTo>
                <a:cubicBezTo>
                  <a:pt x="120" y="47"/>
                  <a:pt x="120" y="66"/>
                  <a:pt x="109" y="77"/>
                </a:cubicBezTo>
                <a:cubicBezTo>
                  <a:pt x="107" y="79"/>
                  <a:pt x="107" y="80"/>
                  <a:pt x="109" y="82"/>
                </a:cubicBezTo>
                <a:cubicBezTo>
                  <a:pt x="110" y="83"/>
                  <a:pt x="112" y="83"/>
                  <a:pt x="113" y="82"/>
                </a:cubicBezTo>
                <a:cubicBezTo>
                  <a:pt x="127" y="68"/>
                  <a:pt x="127" y="45"/>
                  <a:pt x="113" y="31"/>
                </a:cubicBezTo>
                <a:close/>
                <a:moveTo>
                  <a:pt x="124" y="20"/>
                </a:moveTo>
                <a:cubicBezTo>
                  <a:pt x="104" y="0"/>
                  <a:pt x="71" y="0"/>
                  <a:pt x="51" y="20"/>
                </a:cubicBezTo>
                <a:cubicBezTo>
                  <a:pt x="34" y="37"/>
                  <a:pt x="32" y="63"/>
                  <a:pt x="44" y="83"/>
                </a:cubicBezTo>
                <a:cubicBezTo>
                  <a:pt x="6" y="121"/>
                  <a:pt x="6" y="121"/>
                  <a:pt x="6" y="121"/>
                </a:cubicBezTo>
                <a:cubicBezTo>
                  <a:pt x="6" y="121"/>
                  <a:pt x="0" y="125"/>
                  <a:pt x="10" y="134"/>
                </a:cubicBezTo>
                <a:cubicBezTo>
                  <a:pt x="19" y="144"/>
                  <a:pt x="23" y="137"/>
                  <a:pt x="23" y="137"/>
                </a:cubicBezTo>
                <a:cubicBezTo>
                  <a:pt x="61" y="100"/>
                  <a:pt x="61" y="100"/>
                  <a:pt x="61" y="100"/>
                </a:cubicBezTo>
                <a:cubicBezTo>
                  <a:pt x="80" y="112"/>
                  <a:pt x="107" y="110"/>
                  <a:pt x="124" y="93"/>
                </a:cubicBezTo>
                <a:cubicBezTo>
                  <a:pt x="144" y="73"/>
                  <a:pt x="144" y="40"/>
                  <a:pt x="124" y="20"/>
                </a:cubicBezTo>
                <a:close/>
                <a:moveTo>
                  <a:pt x="117" y="86"/>
                </a:moveTo>
                <a:cubicBezTo>
                  <a:pt x="101" y="103"/>
                  <a:pt x="74" y="103"/>
                  <a:pt x="58" y="86"/>
                </a:cubicBezTo>
                <a:cubicBezTo>
                  <a:pt x="41" y="70"/>
                  <a:pt x="41" y="43"/>
                  <a:pt x="58" y="26"/>
                </a:cubicBezTo>
                <a:cubicBezTo>
                  <a:pt x="74" y="10"/>
                  <a:pt x="101" y="10"/>
                  <a:pt x="117" y="26"/>
                </a:cubicBezTo>
                <a:cubicBezTo>
                  <a:pt x="134" y="43"/>
                  <a:pt x="134" y="70"/>
                  <a:pt x="117" y="8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1195065" y="1848110"/>
            <a:ext cx="6903123" cy="552427"/>
            <a:chOff x="1443245" y="2125459"/>
            <a:chExt cx="6903123" cy="552427"/>
          </a:xfrm>
        </p:grpSpPr>
        <p:sp>
          <p:nvSpPr>
            <p:cNvPr id="31" name="TextBox 30"/>
            <p:cNvSpPr txBox="1">
              <a:spLocks/>
            </p:cNvSpPr>
            <p:nvPr/>
          </p:nvSpPr>
          <p:spPr>
            <a:xfrm>
              <a:off x="1443245" y="2125459"/>
              <a:ext cx="2063543" cy="3733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 rtl="1"/>
              <a:r>
                <a:rPr lang="fa-IR" sz="2000" dirty="0" smtClean="0">
                  <a:cs typeface="B Titr" panose="00000700000000000000" pitchFamily="2" charset="-78"/>
                </a:rPr>
                <a:t>30 </a:t>
              </a:r>
              <a:r>
                <a:rPr lang="fa-IR" sz="2000" dirty="0">
                  <a:cs typeface="B Titr" panose="00000700000000000000" pitchFamily="2" charset="-78"/>
                </a:rPr>
                <a:t>میلیون تومان × 40</a:t>
              </a:r>
            </a:p>
          </p:txBody>
        </p:sp>
        <p:sp>
          <p:nvSpPr>
            <p:cNvPr id="27" name="TextBox 26"/>
            <p:cNvSpPr txBox="1">
              <a:spLocks/>
            </p:cNvSpPr>
            <p:nvPr/>
          </p:nvSpPr>
          <p:spPr>
            <a:xfrm>
              <a:off x="5651452" y="2209155"/>
              <a:ext cx="2694916" cy="280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400"/>
                </a:lnSpc>
              </a:pPr>
              <a:r>
                <a:rPr lang="fa-IR" sz="2000" dirty="0">
                  <a:cs typeface="B Titr" panose="00000700000000000000" pitchFamily="2" charset="-78"/>
                </a:rPr>
                <a:t>ترمینالهای ویدئوکنفرانس</a:t>
              </a:r>
              <a:endParaRPr lang="en-US" sz="2000" dirty="0">
                <a:solidFill>
                  <a:schemeClr val="bg2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29" name="TextBox 28"/>
            <p:cNvSpPr txBox="1">
              <a:spLocks/>
            </p:cNvSpPr>
            <p:nvPr/>
          </p:nvSpPr>
          <p:spPr>
            <a:xfrm>
              <a:off x="4058784" y="2360217"/>
              <a:ext cx="1026433" cy="3176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fa-IR" b="1" dirty="0" smtClean="0">
                  <a:solidFill>
                    <a:schemeClr val="tx2"/>
                  </a:solidFill>
                  <a:cs typeface="B Titr" panose="00000700000000000000" pitchFamily="2" charset="-78"/>
                </a:rPr>
                <a:t>مرحله 1</a:t>
              </a:r>
              <a:endParaRPr lang="en-US" b="1" dirty="0">
                <a:solidFill>
                  <a:schemeClr val="tx2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173683" y="3034280"/>
            <a:ext cx="6944303" cy="714633"/>
            <a:chOff x="1421863" y="1963253"/>
            <a:chExt cx="6944303" cy="714633"/>
          </a:xfrm>
        </p:grpSpPr>
        <p:sp>
          <p:nvSpPr>
            <p:cNvPr id="39" name="TextBox 38"/>
            <p:cNvSpPr txBox="1">
              <a:spLocks/>
            </p:cNvSpPr>
            <p:nvPr/>
          </p:nvSpPr>
          <p:spPr>
            <a:xfrm>
              <a:off x="1421863" y="1963253"/>
              <a:ext cx="2063543" cy="4142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 rtl="1"/>
              <a:r>
                <a:rPr lang="fa-IR" sz="2000" dirty="0">
                  <a:cs typeface="B Titr" panose="00000700000000000000" pitchFamily="2" charset="-78"/>
                </a:rPr>
                <a:t>15 میلیون تومان × 40</a:t>
              </a:r>
            </a:p>
          </p:txBody>
        </p:sp>
        <p:sp>
          <p:nvSpPr>
            <p:cNvPr id="35" name="TextBox 34"/>
            <p:cNvSpPr txBox="1">
              <a:spLocks/>
            </p:cNvSpPr>
            <p:nvPr/>
          </p:nvSpPr>
          <p:spPr>
            <a:xfrm>
              <a:off x="5671250" y="2023530"/>
              <a:ext cx="2694916" cy="577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400"/>
                </a:lnSpc>
              </a:pPr>
              <a:r>
                <a:rPr lang="fa-IR" sz="2000" dirty="0">
                  <a:cs typeface="B Titr" panose="00000700000000000000" pitchFamily="2" charset="-78"/>
                </a:rPr>
                <a:t>هر پورت دستگاه </a:t>
              </a:r>
              <a:r>
                <a:rPr lang="en-US" sz="2000" dirty="0">
                  <a:latin typeface="Raleway SemiBold" panose="020B0703030101060003" pitchFamily="34" charset="0"/>
                  <a:cs typeface="B Titr" panose="00000700000000000000" pitchFamily="2" charset="-78"/>
                </a:rPr>
                <a:t>MCU</a:t>
              </a:r>
              <a:endParaRPr lang="en-US" sz="2000" dirty="0">
                <a:solidFill>
                  <a:schemeClr val="bg2"/>
                </a:solidFill>
                <a:latin typeface="Raleway SemiBold" panose="020B0703030101060003" pitchFamily="34" charset="0"/>
                <a:cs typeface="B Titr" panose="00000700000000000000" pitchFamily="2" charset="-78"/>
              </a:endParaRPr>
            </a:p>
          </p:txBody>
        </p:sp>
        <p:sp>
          <p:nvSpPr>
            <p:cNvPr id="37" name="TextBox 36"/>
            <p:cNvSpPr txBox="1">
              <a:spLocks/>
            </p:cNvSpPr>
            <p:nvPr/>
          </p:nvSpPr>
          <p:spPr>
            <a:xfrm>
              <a:off x="4058784" y="2360217"/>
              <a:ext cx="1026433" cy="3176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fa-IR" b="1" dirty="0">
                  <a:solidFill>
                    <a:schemeClr val="tx2"/>
                  </a:solidFill>
                  <a:cs typeface="B Titr" panose="00000700000000000000" pitchFamily="2" charset="-78"/>
                </a:rPr>
                <a:t>مرحله </a:t>
              </a:r>
              <a:r>
                <a:rPr lang="fa-IR" b="1" dirty="0" smtClean="0">
                  <a:solidFill>
                    <a:schemeClr val="tx2"/>
                  </a:solidFill>
                  <a:cs typeface="B Titr" panose="00000700000000000000" pitchFamily="2" charset="-78"/>
                </a:rPr>
                <a:t>2</a:t>
              </a:r>
              <a:endParaRPr lang="en-US" b="1" dirty="0">
                <a:solidFill>
                  <a:schemeClr val="tx2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173683" y="4513879"/>
            <a:ext cx="6944303" cy="666011"/>
            <a:chOff x="1421863" y="2011875"/>
            <a:chExt cx="6944303" cy="666011"/>
          </a:xfrm>
        </p:grpSpPr>
        <p:sp>
          <p:nvSpPr>
            <p:cNvPr id="48" name="TextBox 47"/>
            <p:cNvSpPr txBox="1">
              <a:spLocks/>
            </p:cNvSpPr>
            <p:nvPr/>
          </p:nvSpPr>
          <p:spPr>
            <a:xfrm>
              <a:off x="1421863" y="2011875"/>
              <a:ext cx="206354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r" rtl="1"/>
              <a:r>
                <a:rPr lang="fa-IR" sz="2000" dirty="0">
                  <a:cs typeface="B Titr" panose="00000700000000000000" pitchFamily="2" charset="-78"/>
                </a:rPr>
                <a:t> 5 میلیون تومان × 40</a:t>
              </a:r>
            </a:p>
          </p:txBody>
        </p:sp>
        <p:sp>
          <p:nvSpPr>
            <p:cNvPr id="43" name="TextBox 42"/>
            <p:cNvSpPr txBox="1">
              <a:spLocks/>
            </p:cNvSpPr>
            <p:nvPr/>
          </p:nvSpPr>
          <p:spPr>
            <a:xfrm>
              <a:off x="5671250" y="2023530"/>
              <a:ext cx="2694916" cy="577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400"/>
                </a:lnSpc>
              </a:pPr>
              <a:r>
                <a:rPr lang="fa-IR" sz="2000" dirty="0">
                  <a:cs typeface="B Titr" panose="00000700000000000000" pitchFamily="2" charset="-78"/>
                </a:rPr>
                <a:t>سایر تجهیزات برای 40 نقطه</a:t>
              </a:r>
              <a:endParaRPr lang="en-US" sz="2000" dirty="0">
                <a:solidFill>
                  <a:schemeClr val="bg2"/>
                </a:solidFill>
                <a:cs typeface="B Titr" panose="00000700000000000000" pitchFamily="2" charset="-78"/>
              </a:endParaRPr>
            </a:p>
          </p:txBody>
        </p:sp>
        <p:sp>
          <p:nvSpPr>
            <p:cNvPr id="45" name="TextBox 44"/>
            <p:cNvSpPr txBox="1">
              <a:spLocks/>
            </p:cNvSpPr>
            <p:nvPr/>
          </p:nvSpPr>
          <p:spPr>
            <a:xfrm>
              <a:off x="4058784" y="2360217"/>
              <a:ext cx="1026433" cy="3176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fa-IR" b="1" dirty="0">
                  <a:solidFill>
                    <a:schemeClr val="tx2"/>
                  </a:solidFill>
                  <a:cs typeface="B Titr" panose="00000700000000000000" pitchFamily="2" charset="-78"/>
                </a:rPr>
                <a:t>مرحله </a:t>
              </a:r>
              <a:r>
                <a:rPr lang="fa-IR" b="1" dirty="0" smtClean="0">
                  <a:solidFill>
                    <a:schemeClr val="tx2"/>
                  </a:solidFill>
                  <a:cs typeface="B Titr" panose="00000700000000000000" pitchFamily="2" charset="-78"/>
                </a:rPr>
                <a:t>3</a:t>
              </a:r>
              <a:endParaRPr lang="en-US" b="1" dirty="0">
                <a:solidFill>
                  <a:schemeClr val="tx2"/>
                </a:solidFill>
                <a:cs typeface="B Titr" panose="000007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77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 txBox="1">
            <a:spLocks/>
          </p:cNvSpPr>
          <p:nvPr/>
        </p:nvSpPr>
        <p:spPr>
          <a:xfrm>
            <a:off x="2643841" y="3981797"/>
            <a:ext cx="3899852" cy="67028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ts val="4300"/>
              </a:lnSpc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 smtClean="0">
                <a:cs typeface="B Titr" panose="00000700000000000000" pitchFamily="2" charset="-78"/>
              </a:rPr>
              <a:t>از محصول تا سرویس </a:t>
            </a:r>
            <a:endParaRPr lang="en-US" dirty="0">
              <a:cs typeface="B Titr" panose="00000700000000000000" pitchFamily="2" charset="-78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3593353" y="158054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3353" y="158054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38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4529848" y="3456080"/>
            <a:ext cx="1509841" cy="1190452"/>
            <a:chOff x="4429126" y="4600575"/>
            <a:chExt cx="1981200" cy="1562100"/>
          </a:xfrm>
        </p:grpSpPr>
        <p:sp>
          <p:nvSpPr>
            <p:cNvPr id="7" name="Freeform 449"/>
            <p:cNvSpPr>
              <a:spLocks/>
            </p:cNvSpPr>
            <p:nvPr/>
          </p:nvSpPr>
          <p:spPr bwMode="auto">
            <a:xfrm>
              <a:off x="4429126" y="5130800"/>
              <a:ext cx="1981200" cy="50482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450"/>
            <p:cNvSpPr>
              <a:spLocks/>
            </p:cNvSpPr>
            <p:nvPr/>
          </p:nvSpPr>
          <p:spPr bwMode="auto">
            <a:xfrm>
              <a:off x="4429126" y="4600575"/>
              <a:ext cx="1031875" cy="1562100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451"/>
            <p:cNvSpPr>
              <a:spLocks/>
            </p:cNvSpPr>
            <p:nvPr/>
          </p:nvSpPr>
          <p:spPr bwMode="auto">
            <a:xfrm>
              <a:off x="4429126" y="5130800"/>
              <a:ext cx="606425" cy="504825"/>
            </a:xfrm>
            <a:custGeom>
              <a:avLst/>
              <a:gdLst>
                <a:gd name="T0" fmla="*/ 0 w 191"/>
                <a:gd name="T1" fmla="*/ 79 h 159"/>
                <a:gd name="T2" fmla="*/ 79 w 191"/>
                <a:gd name="T3" fmla="*/ 159 h 159"/>
                <a:gd name="T4" fmla="*/ 129 w 191"/>
                <a:gd name="T5" fmla="*/ 141 h 159"/>
                <a:gd name="T6" fmla="*/ 141 w 191"/>
                <a:gd name="T7" fmla="*/ 129 h 159"/>
                <a:gd name="T8" fmla="*/ 191 w 191"/>
                <a:gd name="T9" fmla="*/ 79 h 159"/>
                <a:gd name="T10" fmla="*/ 141 w 191"/>
                <a:gd name="T11" fmla="*/ 29 h 159"/>
                <a:gd name="T12" fmla="*/ 129 w 191"/>
                <a:gd name="T13" fmla="*/ 18 h 159"/>
                <a:gd name="T14" fmla="*/ 79 w 191"/>
                <a:gd name="T15" fmla="*/ 0 h 159"/>
                <a:gd name="T16" fmla="*/ 0 w 191"/>
                <a:gd name="T17" fmla="*/ 7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9">
                  <a:moveTo>
                    <a:pt x="0" y="79"/>
                  </a:moveTo>
                  <a:cubicBezTo>
                    <a:pt x="0" y="123"/>
                    <a:pt x="35" y="159"/>
                    <a:pt x="79" y="159"/>
                  </a:cubicBezTo>
                  <a:cubicBezTo>
                    <a:pt x="98" y="159"/>
                    <a:pt x="115" y="152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16" y="6"/>
                    <a:pt x="98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452"/>
            <p:cNvSpPr>
              <a:spLocks/>
            </p:cNvSpPr>
            <p:nvPr/>
          </p:nvSpPr>
          <p:spPr bwMode="auto">
            <a:xfrm>
              <a:off x="4679951" y="5130800"/>
              <a:ext cx="609600" cy="250825"/>
            </a:xfrm>
            <a:custGeom>
              <a:avLst/>
              <a:gdLst>
                <a:gd name="T0" fmla="*/ 0 w 192"/>
                <a:gd name="T1" fmla="*/ 0 h 79"/>
                <a:gd name="T2" fmla="*/ 50 w 192"/>
                <a:gd name="T3" fmla="*/ 17 h 79"/>
                <a:gd name="T4" fmla="*/ 62 w 192"/>
                <a:gd name="T5" fmla="*/ 29 h 79"/>
                <a:gd name="T6" fmla="*/ 112 w 192"/>
                <a:gd name="T7" fmla="*/ 79 h 79"/>
                <a:gd name="T8" fmla="*/ 192 w 192"/>
                <a:gd name="T9" fmla="*/ 0 h 79"/>
                <a:gd name="T10" fmla="*/ 0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9" y="0"/>
                    <a:pt x="36" y="6"/>
                    <a:pt x="50" y="17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453"/>
            <p:cNvSpPr>
              <a:spLocks/>
            </p:cNvSpPr>
            <p:nvPr/>
          </p:nvSpPr>
          <p:spPr bwMode="auto">
            <a:xfrm>
              <a:off x="4679951" y="5381625"/>
              <a:ext cx="609600" cy="254000"/>
            </a:xfrm>
            <a:custGeom>
              <a:avLst/>
              <a:gdLst>
                <a:gd name="T0" fmla="*/ 0 w 192"/>
                <a:gd name="T1" fmla="*/ 80 h 80"/>
                <a:gd name="T2" fmla="*/ 50 w 192"/>
                <a:gd name="T3" fmla="*/ 62 h 80"/>
                <a:gd name="T4" fmla="*/ 62 w 192"/>
                <a:gd name="T5" fmla="*/ 50 h 80"/>
                <a:gd name="T6" fmla="*/ 112 w 192"/>
                <a:gd name="T7" fmla="*/ 0 h 80"/>
                <a:gd name="T8" fmla="*/ 192 w 192"/>
                <a:gd name="T9" fmla="*/ 80 h 80"/>
                <a:gd name="T10" fmla="*/ 0 w 192"/>
                <a:gd name="T1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0">
                  <a:moveTo>
                    <a:pt x="0" y="80"/>
                  </a:moveTo>
                  <a:cubicBezTo>
                    <a:pt x="19" y="80"/>
                    <a:pt x="36" y="73"/>
                    <a:pt x="50" y="62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92" y="80"/>
                    <a:pt x="192" y="80"/>
                    <a:pt x="192" y="80"/>
                  </a:cubicBezTo>
                  <a:lnTo>
                    <a:pt x="0" y="8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211157" y="2758301"/>
            <a:ext cx="1509841" cy="1188032"/>
            <a:chOff x="2733676" y="3660775"/>
            <a:chExt cx="1981200" cy="1558925"/>
          </a:xfrm>
        </p:grpSpPr>
        <p:sp>
          <p:nvSpPr>
            <p:cNvPr id="13" name="Freeform 439"/>
            <p:cNvSpPr>
              <a:spLocks/>
            </p:cNvSpPr>
            <p:nvPr/>
          </p:nvSpPr>
          <p:spPr bwMode="auto">
            <a:xfrm>
              <a:off x="2733676" y="4187825"/>
              <a:ext cx="1981200" cy="50482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40"/>
            <p:cNvSpPr>
              <a:spLocks/>
            </p:cNvSpPr>
            <p:nvPr/>
          </p:nvSpPr>
          <p:spPr bwMode="auto">
            <a:xfrm>
              <a:off x="3683001" y="3660775"/>
              <a:ext cx="1031875" cy="1558925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41"/>
            <p:cNvSpPr>
              <a:spLocks/>
            </p:cNvSpPr>
            <p:nvPr/>
          </p:nvSpPr>
          <p:spPr bwMode="auto">
            <a:xfrm>
              <a:off x="4108451" y="4187825"/>
              <a:ext cx="606425" cy="504825"/>
            </a:xfrm>
            <a:custGeom>
              <a:avLst/>
              <a:gdLst>
                <a:gd name="T0" fmla="*/ 191 w 191"/>
                <a:gd name="T1" fmla="*/ 79 h 159"/>
                <a:gd name="T2" fmla="*/ 112 w 191"/>
                <a:gd name="T3" fmla="*/ 159 h 159"/>
                <a:gd name="T4" fmla="*/ 62 w 191"/>
                <a:gd name="T5" fmla="*/ 141 h 159"/>
                <a:gd name="T6" fmla="*/ 50 w 191"/>
                <a:gd name="T7" fmla="*/ 130 h 159"/>
                <a:gd name="T8" fmla="*/ 0 w 191"/>
                <a:gd name="T9" fmla="*/ 79 h 159"/>
                <a:gd name="T10" fmla="*/ 50 w 191"/>
                <a:gd name="T11" fmla="*/ 29 h 159"/>
                <a:gd name="T12" fmla="*/ 62 w 191"/>
                <a:gd name="T13" fmla="*/ 18 h 159"/>
                <a:gd name="T14" fmla="*/ 112 w 191"/>
                <a:gd name="T15" fmla="*/ 0 h 159"/>
                <a:gd name="T16" fmla="*/ 191 w 191"/>
                <a:gd name="T17" fmla="*/ 7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9">
                  <a:moveTo>
                    <a:pt x="191" y="79"/>
                  </a:moveTo>
                  <a:cubicBezTo>
                    <a:pt x="191" y="123"/>
                    <a:pt x="156" y="159"/>
                    <a:pt x="112" y="159"/>
                  </a:cubicBezTo>
                  <a:cubicBezTo>
                    <a:pt x="93" y="159"/>
                    <a:pt x="76" y="152"/>
                    <a:pt x="62" y="141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75" y="7"/>
                    <a:pt x="93" y="0"/>
                    <a:pt x="112" y="0"/>
                  </a:cubicBezTo>
                  <a:cubicBezTo>
                    <a:pt x="156" y="0"/>
                    <a:pt x="191" y="36"/>
                    <a:pt x="191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42"/>
            <p:cNvSpPr>
              <a:spLocks/>
            </p:cNvSpPr>
            <p:nvPr/>
          </p:nvSpPr>
          <p:spPr bwMode="auto">
            <a:xfrm>
              <a:off x="3854451" y="4187825"/>
              <a:ext cx="609600" cy="250825"/>
            </a:xfrm>
            <a:custGeom>
              <a:avLst/>
              <a:gdLst>
                <a:gd name="T0" fmla="*/ 192 w 192"/>
                <a:gd name="T1" fmla="*/ 0 h 79"/>
                <a:gd name="T2" fmla="*/ 142 w 192"/>
                <a:gd name="T3" fmla="*/ 18 h 79"/>
                <a:gd name="T4" fmla="*/ 130 w 192"/>
                <a:gd name="T5" fmla="*/ 29 h 79"/>
                <a:gd name="T6" fmla="*/ 80 w 192"/>
                <a:gd name="T7" fmla="*/ 79 h 79"/>
                <a:gd name="T8" fmla="*/ 0 w 192"/>
                <a:gd name="T9" fmla="*/ 0 h 79"/>
                <a:gd name="T10" fmla="*/ 192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173" y="0"/>
                    <a:pt x="156" y="7"/>
                    <a:pt x="142" y="18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43"/>
            <p:cNvSpPr>
              <a:spLocks/>
            </p:cNvSpPr>
            <p:nvPr/>
          </p:nvSpPr>
          <p:spPr bwMode="auto">
            <a:xfrm>
              <a:off x="3854451" y="4438650"/>
              <a:ext cx="609600" cy="254000"/>
            </a:xfrm>
            <a:custGeom>
              <a:avLst/>
              <a:gdLst>
                <a:gd name="T0" fmla="*/ 192 w 192"/>
                <a:gd name="T1" fmla="*/ 80 h 80"/>
                <a:gd name="T2" fmla="*/ 142 w 192"/>
                <a:gd name="T3" fmla="*/ 62 h 80"/>
                <a:gd name="T4" fmla="*/ 130 w 192"/>
                <a:gd name="T5" fmla="*/ 51 h 80"/>
                <a:gd name="T6" fmla="*/ 80 w 192"/>
                <a:gd name="T7" fmla="*/ 0 h 80"/>
                <a:gd name="T8" fmla="*/ 0 w 192"/>
                <a:gd name="T9" fmla="*/ 80 h 80"/>
                <a:gd name="T10" fmla="*/ 192 w 192"/>
                <a:gd name="T1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0">
                  <a:moveTo>
                    <a:pt x="192" y="80"/>
                  </a:moveTo>
                  <a:cubicBezTo>
                    <a:pt x="173" y="80"/>
                    <a:pt x="156" y="73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80"/>
                    <a:pt x="0" y="80"/>
                    <a:pt x="0" y="80"/>
                  </a:cubicBezTo>
                  <a:lnTo>
                    <a:pt x="192" y="8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29848" y="2058102"/>
            <a:ext cx="1509841" cy="1190452"/>
            <a:chOff x="4429126" y="2717800"/>
            <a:chExt cx="1981200" cy="1562100"/>
          </a:xfrm>
        </p:grpSpPr>
        <p:sp>
          <p:nvSpPr>
            <p:cNvPr id="19" name="Freeform 444"/>
            <p:cNvSpPr>
              <a:spLocks/>
            </p:cNvSpPr>
            <p:nvPr/>
          </p:nvSpPr>
          <p:spPr bwMode="auto">
            <a:xfrm>
              <a:off x="4429126" y="3244850"/>
              <a:ext cx="1981200" cy="50482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80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80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4"/>
                    <a:pt x="624" y="80"/>
                  </a:cubicBezTo>
                  <a:cubicBezTo>
                    <a:pt x="624" y="36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ubicBezTo>
                    <a:pt x="0" y="124"/>
                    <a:pt x="35" y="159"/>
                    <a:pt x="79" y="1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45"/>
            <p:cNvSpPr>
              <a:spLocks/>
            </p:cNvSpPr>
            <p:nvPr/>
          </p:nvSpPr>
          <p:spPr bwMode="auto">
            <a:xfrm>
              <a:off x="4429126" y="2717800"/>
              <a:ext cx="1031875" cy="1562100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3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8 h 492"/>
                <a:gd name="T12" fmla="*/ 191 w 325"/>
                <a:gd name="T13" fmla="*/ 246 h 492"/>
                <a:gd name="T14" fmla="*/ 294 w 325"/>
                <a:gd name="T15" fmla="*/ 143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8"/>
                    <a:pt x="9" y="289"/>
                    <a:pt x="24" y="303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79"/>
                    <a:pt x="294" y="348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3"/>
                    <a:pt x="294" y="143"/>
                    <a:pt x="294" y="143"/>
                  </a:cubicBezTo>
                  <a:cubicBezTo>
                    <a:pt x="325" y="112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46"/>
            <p:cNvSpPr>
              <a:spLocks/>
            </p:cNvSpPr>
            <p:nvPr/>
          </p:nvSpPr>
          <p:spPr bwMode="auto">
            <a:xfrm>
              <a:off x="4429126" y="3244850"/>
              <a:ext cx="606425" cy="504825"/>
            </a:xfrm>
            <a:custGeom>
              <a:avLst/>
              <a:gdLst>
                <a:gd name="T0" fmla="*/ 0 w 191"/>
                <a:gd name="T1" fmla="*/ 80 h 159"/>
                <a:gd name="T2" fmla="*/ 79 w 191"/>
                <a:gd name="T3" fmla="*/ 159 h 159"/>
                <a:gd name="T4" fmla="*/ 129 w 191"/>
                <a:gd name="T5" fmla="*/ 141 h 159"/>
                <a:gd name="T6" fmla="*/ 141 w 191"/>
                <a:gd name="T7" fmla="*/ 130 h 159"/>
                <a:gd name="T8" fmla="*/ 191 w 191"/>
                <a:gd name="T9" fmla="*/ 80 h 159"/>
                <a:gd name="T10" fmla="*/ 141 w 191"/>
                <a:gd name="T11" fmla="*/ 29 h 159"/>
                <a:gd name="T12" fmla="*/ 129 w 191"/>
                <a:gd name="T13" fmla="*/ 18 h 159"/>
                <a:gd name="T14" fmla="*/ 79 w 191"/>
                <a:gd name="T15" fmla="*/ 0 h 159"/>
                <a:gd name="T16" fmla="*/ 0 w 191"/>
                <a:gd name="T17" fmla="*/ 8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9">
                  <a:moveTo>
                    <a:pt x="0" y="80"/>
                  </a:moveTo>
                  <a:cubicBezTo>
                    <a:pt x="0" y="124"/>
                    <a:pt x="35" y="159"/>
                    <a:pt x="79" y="159"/>
                  </a:cubicBezTo>
                  <a:cubicBezTo>
                    <a:pt x="98" y="159"/>
                    <a:pt x="115" y="153"/>
                    <a:pt x="129" y="141"/>
                  </a:cubicBezTo>
                  <a:cubicBezTo>
                    <a:pt x="141" y="130"/>
                    <a:pt x="141" y="130"/>
                    <a:pt x="141" y="13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16" y="7"/>
                    <a:pt x="98" y="0"/>
                    <a:pt x="79" y="0"/>
                  </a:cubicBezTo>
                  <a:cubicBezTo>
                    <a:pt x="35" y="0"/>
                    <a:pt x="0" y="36"/>
                    <a:pt x="0" y="8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47"/>
            <p:cNvSpPr>
              <a:spLocks/>
            </p:cNvSpPr>
            <p:nvPr/>
          </p:nvSpPr>
          <p:spPr bwMode="auto">
            <a:xfrm>
              <a:off x="4679951" y="3244850"/>
              <a:ext cx="609600" cy="254000"/>
            </a:xfrm>
            <a:custGeom>
              <a:avLst/>
              <a:gdLst>
                <a:gd name="T0" fmla="*/ 0 w 192"/>
                <a:gd name="T1" fmla="*/ 0 h 80"/>
                <a:gd name="T2" fmla="*/ 50 w 192"/>
                <a:gd name="T3" fmla="*/ 18 h 80"/>
                <a:gd name="T4" fmla="*/ 62 w 192"/>
                <a:gd name="T5" fmla="*/ 30 h 80"/>
                <a:gd name="T6" fmla="*/ 112 w 192"/>
                <a:gd name="T7" fmla="*/ 80 h 80"/>
                <a:gd name="T8" fmla="*/ 192 w 192"/>
                <a:gd name="T9" fmla="*/ 0 h 80"/>
                <a:gd name="T10" fmla="*/ 0 w 192"/>
                <a:gd name="T1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0">
                  <a:moveTo>
                    <a:pt x="0" y="0"/>
                  </a:moveTo>
                  <a:cubicBezTo>
                    <a:pt x="19" y="0"/>
                    <a:pt x="36" y="7"/>
                    <a:pt x="50" y="18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112" y="80"/>
                    <a:pt x="112" y="80"/>
                    <a:pt x="112" y="80"/>
                  </a:cubicBezTo>
                  <a:cubicBezTo>
                    <a:pt x="192" y="0"/>
                    <a:pt x="192" y="0"/>
                    <a:pt x="1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48"/>
            <p:cNvSpPr>
              <a:spLocks/>
            </p:cNvSpPr>
            <p:nvPr/>
          </p:nvSpPr>
          <p:spPr bwMode="auto">
            <a:xfrm>
              <a:off x="4679951" y="3498850"/>
              <a:ext cx="609600" cy="250825"/>
            </a:xfrm>
            <a:custGeom>
              <a:avLst/>
              <a:gdLst>
                <a:gd name="T0" fmla="*/ 0 w 192"/>
                <a:gd name="T1" fmla="*/ 79 h 79"/>
                <a:gd name="T2" fmla="*/ 50 w 192"/>
                <a:gd name="T3" fmla="*/ 61 h 79"/>
                <a:gd name="T4" fmla="*/ 62 w 192"/>
                <a:gd name="T5" fmla="*/ 50 h 79"/>
                <a:gd name="T6" fmla="*/ 112 w 192"/>
                <a:gd name="T7" fmla="*/ 0 h 79"/>
                <a:gd name="T8" fmla="*/ 192 w 192"/>
                <a:gd name="T9" fmla="*/ 79 h 79"/>
                <a:gd name="T10" fmla="*/ 0 w 192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0" y="79"/>
                  </a:moveTo>
                  <a:cubicBezTo>
                    <a:pt x="19" y="79"/>
                    <a:pt x="36" y="73"/>
                    <a:pt x="50" y="61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92" y="79"/>
                    <a:pt x="192" y="79"/>
                    <a:pt x="192" y="79"/>
                  </a:cubicBezTo>
                  <a:lnTo>
                    <a:pt x="0" y="79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211157" y="1357903"/>
            <a:ext cx="1509841" cy="1190452"/>
            <a:chOff x="2733676" y="1774825"/>
            <a:chExt cx="1981200" cy="1562100"/>
          </a:xfrm>
        </p:grpSpPr>
        <p:sp>
          <p:nvSpPr>
            <p:cNvPr id="25" name="Freeform 434"/>
            <p:cNvSpPr>
              <a:spLocks/>
            </p:cNvSpPr>
            <p:nvPr/>
          </p:nvSpPr>
          <p:spPr bwMode="auto">
            <a:xfrm>
              <a:off x="2733676" y="2305050"/>
              <a:ext cx="1981200" cy="501650"/>
            </a:xfrm>
            <a:custGeom>
              <a:avLst/>
              <a:gdLst>
                <a:gd name="T0" fmla="*/ 545 w 624"/>
                <a:gd name="T1" fmla="*/ 158 h 158"/>
                <a:gd name="T2" fmla="*/ 79 w 624"/>
                <a:gd name="T3" fmla="*/ 158 h 158"/>
                <a:gd name="T4" fmla="*/ 0 w 624"/>
                <a:gd name="T5" fmla="*/ 79 h 158"/>
                <a:gd name="T6" fmla="*/ 79 w 624"/>
                <a:gd name="T7" fmla="*/ 0 h 158"/>
                <a:gd name="T8" fmla="*/ 545 w 624"/>
                <a:gd name="T9" fmla="*/ 0 h 158"/>
                <a:gd name="T10" fmla="*/ 624 w 624"/>
                <a:gd name="T11" fmla="*/ 79 h 158"/>
                <a:gd name="T12" fmla="*/ 545 w 624"/>
                <a:gd name="T13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8">
                  <a:moveTo>
                    <a:pt x="545" y="158"/>
                  </a:moveTo>
                  <a:cubicBezTo>
                    <a:pt x="79" y="158"/>
                    <a:pt x="79" y="158"/>
                    <a:pt x="79" y="158"/>
                  </a:cubicBezTo>
                  <a:cubicBezTo>
                    <a:pt x="35" y="158"/>
                    <a:pt x="0" y="123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5"/>
                    <a:pt x="624" y="79"/>
                  </a:cubicBezTo>
                  <a:cubicBezTo>
                    <a:pt x="624" y="123"/>
                    <a:pt x="589" y="158"/>
                    <a:pt x="545" y="1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35"/>
            <p:cNvSpPr>
              <a:spLocks/>
            </p:cNvSpPr>
            <p:nvPr/>
          </p:nvSpPr>
          <p:spPr bwMode="auto">
            <a:xfrm>
              <a:off x="3683001" y="1774825"/>
              <a:ext cx="1031875" cy="1562100"/>
            </a:xfrm>
            <a:custGeom>
              <a:avLst/>
              <a:gdLst>
                <a:gd name="T0" fmla="*/ 325 w 325"/>
                <a:gd name="T1" fmla="*/ 246 h 492"/>
                <a:gd name="T2" fmla="*/ 301 w 325"/>
                <a:gd name="T3" fmla="*/ 304 h 492"/>
                <a:gd name="T4" fmla="*/ 300 w 325"/>
                <a:gd name="T5" fmla="*/ 304 h 492"/>
                <a:gd name="T6" fmla="*/ 143 w 325"/>
                <a:gd name="T7" fmla="*/ 461 h 492"/>
                <a:gd name="T8" fmla="*/ 31 w 325"/>
                <a:gd name="T9" fmla="*/ 461 h 492"/>
                <a:gd name="T10" fmla="*/ 31 w 325"/>
                <a:gd name="T11" fmla="*/ 349 h 492"/>
                <a:gd name="T12" fmla="*/ 134 w 325"/>
                <a:gd name="T13" fmla="*/ 246 h 492"/>
                <a:gd name="T14" fmla="*/ 31 w 325"/>
                <a:gd name="T15" fmla="*/ 144 h 492"/>
                <a:gd name="T16" fmla="*/ 31 w 325"/>
                <a:gd name="T17" fmla="*/ 31 h 492"/>
                <a:gd name="T18" fmla="*/ 143 w 325"/>
                <a:gd name="T19" fmla="*/ 31 h 492"/>
                <a:gd name="T20" fmla="*/ 300 w 325"/>
                <a:gd name="T21" fmla="*/ 188 h 492"/>
                <a:gd name="T22" fmla="*/ 301 w 325"/>
                <a:gd name="T23" fmla="*/ 188 h 492"/>
                <a:gd name="T24" fmla="*/ 325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325" y="246"/>
                  </a:moveTo>
                  <a:cubicBezTo>
                    <a:pt x="325" y="269"/>
                    <a:pt x="316" y="289"/>
                    <a:pt x="301" y="304"/>
                  </a:cubicBezTo>
                  <a:cubicBezTo>
                    <a:pt x="300" y="304"/>
                    <a:pt x="300" y="304"/>
                    <a:pt x="300" y="304"/>
                  </a:cubicBezTo>
                  <a:cubicBezTo>
                    <a:pt x="143" y="461"/>
                    <a:pt x="143" y="461"/>
                    <a:pt x="143" y="461"/>
                  </a:cubicBezTo>
                  <a:cubicBezTo>
                    <a:pt x="112" y="492"/>
                    <a:pt x="62" y="492"/>
                    <a:pt x="31" y="461"/>
                  </a:cubicBezTo>
                  <a:cubicBezTo>
                    <a:pt x="0" y="430"/>
                    <a:pt x="0" y="380"/>
                    <a:pt x="31" y="349"/>
                  </a:cubicBezTo>
                  <a:cubicBezTo>
                    <a:pt x="134" y="246"/>
                    <a:pt x="134" y="246"/>
                    <a:pt x="134" y="246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0" y="113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1" y="188"/>
                  </a:cubicBezTo>
                  <a:cubicBezTo>
                    <a:pt x="316" y="203"/>
                    <a:pt x="325" y="223"/>
                    <a:pt x="325" y="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36"/>
            <p:cNvSpPr>
              <a:spLocks/>
            </p:cNvSpPr>
            <p:nvPr/>
          </p:nvSpPr>
          <p:spPr bwMode="auto">
            <a:xfrm>
              <a:off x="4108451" y="2305050"/>
              <a:ext cx="606425" cy="501650"/>
            </a:xfrm>
            <a:custGeom>
              <a:avLst/>
              <a:gdLst>
                <a:gd name="T0" fmla="*/ 191 w 191"/>
                <a:gd name="T1" fmla="*/ 79 h 158"/>
                <a:gd name="T2" fmla="*/ 112 w 191"/>
                <a:gd name="T3" fmla="*/ 158 h 158"/>
                <a:gd name="T4" fmla="*/ 62 w 191"/>
                <a:gd name="T5" fmla="*/ 141 h 158"/>
                <a:gd name="T6" fmla="*/ 50 w 191"/>
                <a:gd name="T7" fmla="*/ 129 h 158"/>
                <a:gd name="T8" fmla="*/ 0 w 191"/>
                <a:gd name="T9" fmla="*/ 79 h 158"/>
                <a:gd name="T10" fmla="*/ 50 w 191"/>
                <a:gd name="T11" fmla="*/ 29 h 158"/>
                <a:gd name="T12" fmla="*/ 62 w 191"/>
                <a:gd name="T13" fmla="*/ 18 h 158"/>
                <a:gd name="T14" fmla="*/ 112 w 191"/>
                <a:gd name="T15" fmla="*/ 0 h 158"/>
                <a:gd name="T16" fmla="*/ 191 w 191"/>
                <a:gd name="T17" fmla="*/ 7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8">
                  <a:moveTo>
                    <a:pt x="191" y="79"/>
                  </a:moveTo>
                  <a:cubicBezTo>
                    <a:pt x="191" y="123"/>
                    <a:pt x="156" y="158"/>
                    <a:pt x="112" y="158"/>
                  </a:cubicBezTo>
                  <a:cubicBezTo>
                    <a:pt x="93" y="158"/>
                    <a:pt x="76" y="152"/>
                    <a:pt x="62" y="141"/>
                  </a:cubicBezTo>
                  <a:cubicBezTo>
                    <a:pt x="50" y="129"/>
                    <a:pt x="50" y="129"/>
                    <a:pt x="50" y="1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75" y="6"/>
                    <a:pt x="93" y="0"/>
                    <a:pt x="112" y="0"/>
                  </a:cubicBezTo>
                  <a:cubicBezTo>
                    <a:pt x="156" y="0"/>
                    <a:pt x="191" y="35"/>
                    <a:pt x="191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437"/>
            <p:cNvSpPr>
              <a:spLocks/>
            </p:cNvSpPr>
            <p:nvPr/>
          </p:nvSpPr>
          <p:spPr bwMode="auto">
            <a:xfrm>
              <a:off x="3854451" y="2305050"/>
              <a:ext cx="609600" cy="250825"/>
            </a:xfrm>
            <a:custGeom>
              <a:avLst/>
              <a:gdLst>
                <a:gd name="T0" fmla="*/ 192 w 192"/>
                <a:gd name="T1" fmla="*/ 0 h 79"/>
                <a:gd name="T2" fmla="*/ 142 w 192"/>
                <a:gd name="T3" fmla="*/ 17 h 79"/>
                <a:gd name="T4" fmla="*/ 130 w 192"/>
                <a:gd name="T5" fmla="*/ 29 h 79"/>
                <a:gd name="T6" fmla="*/ 80 w 192"/>
                <a:gd name="T7" fmla="*/ 79 h 79"/>
                <a:gd name="T8" fmla="*/ 0 w 192"/>
                <a:gd name="T9" fmla="*/ 0 h 79"/>
                <a:gd name="T10" fmla="*/ 192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173" y="0"/>
                    <a:pt x="156" y="6"/>
                    <a:pt x="142" y="17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38"/>
            <p:cNvSpPr>
              <a:spLocks/>
            </p:cNvSpPr>
            <p:nvPr/>
          </p:nvSpPr>
          <p:spPr bwMode="auto">
            <a:xfrm>
              <a:off x="3854451" y="2555875"/>
              <a:ext cx="609600" cy="250825"/>
            </a:xfrm>
            <a:custGeom>
              <a:avLst/>
              <a:gdLst>
                <a:gd name="T0" fmla="*/ 192 w 192"/>
                <a:gd name="T1" fmla="*/ 79 h 79"/>
                <a:gd name="T2" fmla="*/ 142 w 192"/>
                <a:gd name="T3" fmla="*/ 62 h 79"/>
                <a:gd name="T4" fmla="*/ 130 w 192"/>
                <a:gd name="T5" fmla="*/ 50 h 79"/>
                <a:gd name="T6" fmla="*/ 80 w 192"/>
                <a:gd name="T7" fmla="*/ 0 h 79"/>
                <a:gd name="T8" fmla="*/ 0 w 192"/>
                <a:gd name="T9" fmla="*/ 79 h 79"/>
                <a:gd name="T10" fmla="*/ 192 w 192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79"/>
                  </a:moveTo>
                  <a:cubicBezTo>
                    <a:pt x="173" y="79"/>
                    <a:pt x="156" y="73"/>
                    <a:pt x="142" y="62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192" y="79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Title 1"/>
          <p:cNvSpPr txBox="1">
            <a:spLocks/>
          </p:cNvSpPr>
          <p:nvPr/>
        </p:nvSpPr>
        <p:spPr>
          <a:xfrm>
            <a:off x="594563" y="264404"/>
            <a:ext cx="6662823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20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sz="2400" dirty="0" smtClean="0">
                <a:cs typeface="B Titr" panose="00000700000000000000" pitchFamily="2" charset="-78"/>
              </a:rPr>
              <a:t>دلایل(مشکلات) فنی عدم خرید محصول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35" name="Text Placeholder 4"/>
          <p:cNvSpPr txBox="1">
            <a:spLocks/>
          </p:cNvSpPr>
          <p:nvPr/>
        </p:nvSpPr>
        <p:spPr>
          <a:xfrm>
            <a:off x="641329" y="858086"/>
            <a:ext cx="2538541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425535" y="4854058"/>
            <a:ext cx="1509841" cy="1190452"/>
            <a:chOff x="4429126" y="4600575"/>
            <a:chExt cx="1981200" cy="1562100"/>
          </a:xfrm>
        </p:grpSpPr>
        <p:sp>
          <p:nvSpPr>
            <p:cNvPr id="38" name="Freeform 449"/>
            <p:cNvSpPr>
              <a:spLocks/>
            </p:cNvSpPr>
            <p:nvPr/>
          </p:nvSpPr>
          <p:spPr bwMode="auto">
            <a:xfrm>
              <a:off x="4429126" y="5130800"/>
              <a:ext cx="1981200" cy="504825"/>
            </a:xfrm>
            <a:custGeom>
              <a:avLst/>
              <a:gdLst>
                <a:gd name="T0" fmla="*/ 79 w 624"/>
                <a:gd name="T1" fmla="*/ 159 h 159"/>
                <a:gd name="T2" fmla="*/ 545 w 624"/>
                <a:gd name="T3" fmla="*/ 159 h 159"/>
                <a:gd name="T4" fmla="*/ 624 w 624"/>
                <a:gd name="T5" fmla="*/ 79 h 159"/>
                <a:gd name="T6" fmla="*/ 545 w 624"/>
                <a:gd name="T7" fmla="*/ 0 h 159"/>
                <a:gd name="T8" fmla="*/ 79 w 624"/>
                <a:gd name="T9" fmla="*/ 0 h 159"/>
                <a:gd name="T10" fmla="*/ 0 w 624"/>
                <a:gd name="T11" fmla="*/ 79 h 159"/>
                <a:gd name="T12" fmla="*/ 79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79" y="159"/>
                  </a:moveTo>
                  <a:cubicBezTo>
                    <a:pt x="545" y="159"/>
                    <a:pt x="545" y="159"/>
                    <a:pt x="545" y="159"/>
                  </a:cubicBezTo>
                  <a:cubicBezTo>
                    <a:pt x="589" y="159"/>
                    <a:pt x="624" y="123"/>
                    <a:pt x="624" y="79"/>
                  </a:cubicBezTo>
                  <a:cubicBezTo>
                    <a:pt x="624" y="35"/>
                    <a:pt x="589" y="0"/>
                    <a:pt x="545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3"/>
                    <a:pt x="35" y="159"/>
                    <a:pt x="79" y="1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50"/>
            <p:cNvSpPr>
              <a:spLocks/>
            </p:cNvSpPr>
            <p:nvPr/>
          </p:nvSpPr>
          <p:spPr bwMode="auto">
            <a:xfrm>
              <a:off x="4429126" y="4600575"/>
              <a:ext cx="1031875" cy="1562100"/>
            </a:xfrm>
            <a:custGeom>
              <a:avLst/>
              <a:gdLst>
                <a:gd name="T0" fmla="*/ 0 w 325"/>
                <a:gd name="T1" fmla="*/ 246 h 492"/>
                <a:gd name="T2" fmla="*/ 24 w 325"/>
                <a:gd name="T3" fmla="*/ 304 h 492"/>
                <a:gd name="T4" fmla="*/ 25 w 325"/>
                <a:gd name="T5" fmla="*/ 304 h 492"/>
                <a:gd name="T6" fmla="*/ 182 w 325"/>
                <a:gd name="T7" fmla="*/ 461 h 492"/>
                <a:gd name="T8" fmla="*/ 294 w 325"/>
                <a:gd name="T9" fmla="*/ 461 h 492"/>
                <a:gd name="T10" fmla="*/ 294 w 325"/>
                <a:gd name="T11" fmla="*/ 349 h 492"/>
                <a:gd name="T12" fmla="*/ 191 w 325"/>
                <a:gd name="T13" fmla="*/ 246 h 492"/>
                <a:gd name="T14" fmla="*/ 294 w 325"/>
                <a:gd name="T15" fmla="*/ 144 h 492"/>
                <a:gd name="T16" fmla="*/ 294 w 325"/>
                <a:gd name="T17" fmla="*/ 31 h 492"/>
                <a:gd name="T18" fmla="*/ 182 w 325"/>
                <a:gd name="T19" fmla="*/ 31 h 492"/>
                <a:gd name="T20" fmla="*/ 25 w 325"/>
                <a:gd name="T21" fmla="*/ 188 h 492"/>
                <a:gd name="T22" fmla="*/ 24 w 325"/>
                <a:gd name="T23" fmla="*/ 188 h 492"/>
                <a:gd name="T24" fmla="*/ 0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0" y="246"/>
                  </a:moveTo>
                  <a:cubicBezTo>
                    <a:pt x="0" y="269"/>
                    <a:pt x="9" y="289"/>
                    <a:pt x="24" y="304"/>
                  </a:cubicBezTo>
                  <a:cubicBezTo>
                    <a:pt x="25" y="304"/>
                    <a:pt x="25" y="304"/>
                    <a:pt x="25" y="304"/>
                  </a:cubicBezTo>
                  <a:cubicBezTo>
                    <a:pt x="182" y="461"/>
                    <a:pt x="182" y="461"/>
                    <a:pt x="182" y="461"/>
                  </a:cubicBezTo>
                  <a:cubicBezTo>
                    <a:pt x="213" y="492"/>
                    <a:pt x="263" y="492"/>
                    <a:pt x="294" y="461"/>
                  </a:cubicBezTo>
                  <a:cubicBezTo>
                    <a:pt x="325" y="430"/>
                    <a:pt x="325" y="380"/>
                    <a:pt x="294" y="349"/>
                  </a:cubicBezTo>
                  <a:cubicBezTo>
                    <a:pt x="191" y="246"/>
                    <a:pt x="191" y="246"/>
                    <a:pt x="191" y="246"/>
                  </a:cubicBezTo>
                  <a:cubicBezTo>
                    <a:pt x="294" y="144"/>
                    <a:pt x="294" y="144"/>
                    <a:pt x="294" y="144"/>
                  </a:cubicBezTo>
                  <a:cubicBezTo>
                    <a:pt x="325" y="113"/>
                    <a:pt x="325" y="62"/>
                    <a:pt x="294" y="31"/>
                  </a:cubicBezTo>
                  <a:cubicBezTo>
                    <a:pt x="263" y="0"/>
                    <a:pt x="213" y="0"/>
                    <a:pt x="182" y="31"/>
                  </a:cubicBezTo>
                  <a:cubicBezTo>
                    <a:pt x="25" y="188"/>
                    <a:pt x="25" y="188"/>
                    <a:pt x="25" y="188"/>
                  </a:cubicBezTo>
                  <a:cubicBezTo>
                    <a:pt x="25" y="188"/>
                    <a:pt x="25" y="188"/>
                    <a:pt x="24" y="188"/>
                  </a:cubicBezTo>
                  <a:cubicBezTo>
                    <a:pt x="9" y="203"/>
                    <a:pt x="0" y="223"/>
                    <a:pt x="0" y="24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51"/>
            <p:cNvSpPr>
              <a:spLocks/>
            </p:cNvSpPr>
            <p:nvPr/>
          </p:nvSpPr>
          <p:spPr bwMode="auto">
            <a:xfrm>
              <a:off x="4429126" y="5130800"/>
              <a:ext cx="606425" cy="504825"/>
            </a:xfrm>
            <a:custGeom>
              <a:avLst/>
              <a:gdLst>
                <a:gd name="T0" fmla="*/ 0 w 191"/>
                <a:gd name="T1" fmla="*/ 79 h 159"/>
                <a:gd name="T2" fmla="*/ 79 w 191"/>
                <a:gd name="T3" fmla="*/ 159 h 159"/>
                <a:gd name="T4" fmla="*/ 129 w 191"/>
                <a:gd name="T5" fmla="*/ 141 h 159"/>
                <a:gd name="T6" fmla="*/ 141 w 191"/>
                <a:gd name="T7" fmla="*/ 129 h 159"/>
                <a:gd name="T8" fmla="*/ 191 w 191"/>
                <a:gd name="T9" fmla="*/ 79 h 159"/>
                <a:gd name="T10" fmla="*/ 141 w 191"/>
                <a:gd name="T11" fmla="*/ 29 h 159"/>
                <a:gd name="T12" fmla="*/ 129 w 191"/>
                <a:gd name="T13" fmla="*/ 18 h 159"/>
                <a:gd name="T14" fmla="*/ 79 w 191"/>
                <a:gd name="T15" fmla="*/ 0 h 159"/>
                <a:gd name="T16" fmla="*/ 0 w 191"/>
                <a:gd name="T17" fmla="*/ 7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9">
                  <a:moveTo>
                    <a:pt x="0" y="79"/>
                  </a:moveTo>
                  <a:cubicBezTo>
                    <a:pt x="0" y="123"/>
                    <a:pt x="35" y="159"/>
                    <a:pt x="79" y="159"/>
                  </a:cubicBezTo>
                  <a:cubicBezTo>
                    <a:pt x="98" y="159"/>
                    <a:pt x="115" y="152"/>
                    <a:pt x="129" y="141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91" y="79"/>
                    <a:pt x="191" y="79"/>
                    <a:pt x="191" y="79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29" y="18"/>
                    <a:pt x="129" y="18"/>
                    <a:pt x="129" y="18"/>
                  </a:cubicBezTo>
                  <a:cubicBezTo>
                    <a:pt x="116" y="6"/>
                    <a:pt x="98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52"/>
            <p:cNvSpPr>
              <a:spLocks/>
            </p:cNvSpPr>
            <p:nvPr/>
          </p:nvSpPr>
          <p:spPr bwMode="auto">
            <a:xfrm>
              <a:off x="4679951" y="5130800"/>
              <a:ext cx="609600" cy="250825"/>
            </a:xfrm>
            <a:custGeom>
              <a:avLst/>
              <a:gdLst>
                <a:gd name="T0" fmla="*/ 0 w 192"/>
                <a:gd name="T1" fmla="*/ 0 h 79"/>
                <a:gd name="T2" fmla="*/ 50 w 192"/>
                <a:gd name="T3" fmla="*/ 17 h 79"/>
                <a:gd name="T4" fmla="*/ 62 w 192"/>
                <a:gd name="T5" fmla="*/ 29 h 79"/>
                <a:gd name="T6" fmla="*/ 112 w 192"/>
                <a:gd name="T7" fmla="*/ 79 h 79"/>
                <a:gd name="T8" fmla="*/ 192 w 192"/>
                <a:gd name="T9" fmla="*/ 0 h 79"/>
                <a:gd name="T10" fmla="*/ 0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0" y="0"/>
                  </a:moveTo>
                  <a:cubicBezTo>
                    <a:pt x="19" y="0"/>
                    <a:pt x="36" y="6"/>
                    <a:pt x="50" y="17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192" y="0"/>
                    <a:pt x="192" y="0"/>
                    <a:pt x="1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53"/>
            <p:cNvSpPr>
              <a:spLocks/>
            </p:cNvSpPr>
            <p:nvPr/>
          </p:nvSpPr>
          <p:spPr bwMode="auto">
            <a:xfrm>
              <a:off x="4679951" y="5381625"/>
              <a:ext cx="609600" cy="254000"/>
            </a:xfrm>
            <a:custGeom>
              <a:avLst/>
              <a:gdLst>
                <a:gd name="T0" fmla="*/ 0 w 192"/>
                <a:gd name="T1" fmla="*/ 80 h 80"/>
                <a:gd name="T2" fmla="*/ 50 w 192"/>
                <a:gd name="T3" fmla="*/ 62 h 80"/>
                <a:gd name="T4" fmla="*/ 62 w 192"/>
                <a:gd name="T5" fmla="*/ 50 h 80"/>
                <a:gd name="T6" fmla="*/ 112 w 192"/>
                <a:gd name="T7" fmla="*/ 0 h 80"/>
                <a:gd name="T8" fmla="*/ 192 w 192"/>
                <a:gd name="T9" fmla="*/ 80 h 80"/>
                <a:gd name="T10" fmla="*/ 0 w 192"/>
                <a:gd name="T1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0">
                  <a:moveTo>
                    <a:pt x="0" y="80"/>
                  </a:moveTo>
                  <a:cubicBezTo>
                    <a:pt x="19" y="80"/>
                    <a:pt x="36" y="73"/>
                    <a:pt x="50" y="62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92" y="80"/>
                    <a:pt x="192" y="80"/>
                    <a:pt x="192" y="80"/>
                  </a:cubicBezTo>
                  <a:lnTo>
                    <a:pt x="0" y="8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211157" y="4156279"/>
            <a:ext cx="1509841" cy="1188032"/>
            <a:chOff x="2733676" y="3660775"/>
            <a:chExt cx="1981200" cy="1558925"/>
          </a:xfrm>
        </p:grpSpPr>
        <p:sp>
          <p:nvSpPr>
            <p:cNvPr id="44" name="Freeform 439"/>
            <p:cNvSpPr>
              <a:spLocks/>
            </p:cNvSpPr>
            <p:nvPr/>
          </p:nvSpPr>
          <p:spPr bwMode="auto">
            <a:xfrm>
              <a:off x="2733676" y="4187825"/>
              <a:ext cx="1981200" cy="504825"/>
            </a:xfrm>
            <a:custGeom>
              <a:avLst/>
              <a:gdLst>
                <a:gd name="T0" fmla="*/ 545 w 624"/>
                <a:gd name="T1" fmla="*/ 159 h 159"/>
                <a:gd name="T2" fmla="*/ 79 w 624"/>
                <a:gd name="T3" fmla="*/ 159 h 159"/>
                <a:gd name="T4" fmla="*/ 0 w 624"/>
                <a:gd name="T5" fmla="*/ 79 h 159"/>
                <a:gd name="T6" fmla="*/ 79 w 624"/>
                <a:gd name="T7" fmla="*/ 0 h 159"/>
                <a:gd name="T8" fmla="*/ 545 w 624"/>
                <a:gd name="T9" fmla="*/ 0 h 159"/>
                <a:gd name="T10" fmla="*/ 624 w 624"/>
                <a:gd name="T11" fmla="*/ 79 h 159"/>
                <a:gd name="T12" fmla="*/ 545 w 624"/>
                <a:gd name="T13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9">
                  <a:moveTo>
                    <a:pt x="545" y="159"/>
                  </a:moveTo>
                  <a:cubicBezTo>
                    <a:pt x="79" y="159"/>
                    <a:pt x="79" y="159"/>
                    <a:pt x="79" y="159"/>
                  </a:cubicBezTo>
                  <a:cubicBezTo>
                    <a:pt x="35" y="159"/>
                    <a:pt x="0" y="123"/>
                    <a:pt x="0" y="79"/>
                  </a:cubicBezTo>
                  <a:cubicBezTo>
                    <a:pt x="0" y="36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6"/>
                    <a:pt x="624" y="79"/>
                  </a:cubicBezTo>
                  <a:cubicBezTo>
                    <a:pt x="624" y="123"/>
                    <a:pt x="589" y="159"/>
                    <a:pt x="545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40"/>
            <p:cNvSpPr>
              <a:spLocks/>
            </p:cNvSpPr>
            <p:nvPr/>
          </p:nvSpPr>
          <p:spPr bwMode="auto">
            <a:xfrm>
              <a:off x="3683001" y="3660775"/>
              <a:ext cx="1031875" cy="1558925"/>
            </a:xfrm>
            <a:custGeom>
              <a:avLst/>
              <a:gdLst>
                <a:gd name="T0" fmla="*/ 325 w 325"/>
                <a:gd name="T1" fmla="*/ 245 h 491"/>
                <a:gd name="T2" fmla="*/ 301 w 325"/>
                <a:gd name="T3" fmla="*/ 303 h 491"/>
                <a:gd name="T4" fmla="*/ 300 w 325"/>
                <a:gd name="T5" fmla="*/ 303 h 491"/>
                <a:gd name="T6" fmla="*/ 143 w 325"/>
                <a:gd name="T7" fmla="*/ 460 h 491"/>
                <a:gd name="T8" fmla="*/ 31 w 325"/>
                <a:gd name="T9" fmla="*/ 460 h 491"/>
                <a:gd name="T10" fmla="*/ 31 w 325"/>
                <a:gd name="T11" fmla="*/ 348 h 491"/>
                <a:gd name="T12" fmla="*/ 134 w 325"/>
                <a:gd name="T13" fmla="*/ 245 h 491"/>
                <a:gd name="T14" fmla="*/ 31 w 325"/>
                <a:gd name="T15" fmla="*/ 143 h 491"/>
                <a:gd name="T16" fmla="*/ 31 w 325"/>
                <a:gd name="T17" fmla="*/ 31 h 491"/>
                <a:gd name="T18" fmla="*/ 143 w 325"/>
                <a:gd name="T19" fmla="*/ 31 h 491"/>
                <a:gd name="T20" fmla="*/ 300 w 325"/>
                <a:gd name="T21" fmla="*/ 188 h 491"/>
                <a:gd name="T22" fmla="*/ 301 w 325"/>
                <a:gd name="T23" fmla="*/ 188 h 491"/>
                <a:gd name="T24" fmla="*/ 325 w 325"/>
                <a:gd name="T25" fmla="*/ 2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1">
                  <a:moveTo>
                    <a:pt x="325" y="245"/>
                  </a:moveTo>
                  <a:cubicBezTo>
                    <a:pt x="325" y="268"/>
                    <a:pt x="316" y="289"/>
                    <a:pt x="301" y="303"/>
                  </a:cubicBezTo>
                  <a:cubicBezTo>
                    <a:pt x="300" y="303"/>
                    <a:pt x="300" y="303"/>
                    <a:pt x="300" y="303"/>
                  </a:cubicBezTo>
                  <a:cubicBezTo>
                    <a:pt x="143" y="460"/>
                    <a:pt x="143" y="460"/>
                    <a:pt x="143" y="460"/>
                  </a:cubicBezTo>
                  <a:cubicBezTo>
                    <a:pt x="112" y="491"/>
                    <a:pt x="62" y="491"/>
                    <a:pt x="31" y="460"/>
                  </a:cubicBezTo>
                  <a:cubicBezTo>
                    <a:pt x="0" y="429"/>
                    <a:pt x="0" y="379"/>
                    <a:pt x="31" y="348"/>
                  </a:cubicBezTo>
                  <a:cubicBezTo>
                    <a:pt x="134" y="245"/>
                    <a:pt x="134" y="245"/>
                    <a:pt x="134" y="245"/>
                  </a:cubicBezTo>
                  <a:cubicBezTo>
                    <a:pt x="31" y="143"/>
                    <a:pt x="31" y="143"/>
                    <a:pt x="31" y="143"/>
                  </a:cubicBezTo>
                  <a:cubicBezTo>
                    <a:pt x="0" y="112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1" y="188"/>
                  </a:cubicBezTo>
                  <a:cubicBezTo>
                    <a:pt x="316" y="202"/>
                    <a:pt x="325" y="223"/>
                    <a:pt x="325" y="2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41"/>
            <p:cNvSpPr>
              <a:spLocks/>
            </p:cNvSpPr>
            <p:nvPr/>
          </p:nvSpPr>
          <p:spPr bwMode="auto">
            <a:xfrm>
              <a:off x="4108451" y="4187825"/>
              <a:ext cx="606425" cy="504825"/>
            </a:xfrm>
            <a:custGeom>
              <a:avLst/>
              <a:gdLst>
                <a:gd name="T0" fmla="*/ 191 w 191"/>
                <a:gd name="T1" fmla="*/ 79 h 159"/>
                <a:gd name="T2" fmla="*/ 112 w 191"/>
                <a:gd name="T3" fmla="*/ 159 h 159"/>
                <a:gd name="T4" fmla="*/ 62 w 191"/>
                <a:gd name="T5" fmla="*/ 141 h 159"/>
                <a:gd name="T6" fmla="*/ 50 w 191"/>
                <a:gd name="T7" fmla="*/ 130 h 159"/>
                <a:gd name="T8" fmla="*/ 0 w 191"/>
                <a:gd name="T9" fmla="*/ 79 h 159"/>
                <a:gd name="T10" fmla="*/ 50 w 191"/>
                <a:gd name="T11" fmla="*/ 29 h 159"/>
                <a:gd name="T12" fmla="*/ 62 w 191"/>
                <a:gd name="T13" fmla="*/ 18 h 159"/>
                <a:gd name="T14" fmla="*/ 112 w 191"/>
                <a:gd name="T15" fmla="*/ 0 h 159"/>
                <a:gd name="T16" fmla="*/ 191 w 191"/>
                <a:gd name="T17" fmla="*/ 7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9">
                  <a:moveTo>
                    <a:pt x="191" y="79"/>
                  </a:moveTo>
                  <a:cubicBezTo>
                    <a:pt x="191" y="123"/>
                    <a:pt x="156" y="159"/>
                    <a:pt x="112" y="159"/>
                  </a:cubicBezTo>
                  <a:cubicBezTo>
                    <a:pt x="93" y="159"/>
                    <a:pt x="76" y="152"/>
                    <a:pt x="62" y="141"/>
                  </a:cubicBezTo>
                  <a:cubicBezTo>
                    <a:pt x="50" y="130"/>
                    <a:pt x="50" y="130"/>
                    <a:pt x="50" y="13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75" y="7"/>
                    <a:pt x="93" y="0"/>
                    <a:pt x="112" y="0"/>
                  </a:cubicBezTo>
                  <a:cubicBezTo>
                    <a:pt x="156" y="0"/>
                    <a:pt x="191" y="36"/>
                    <a:pt x="191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2"/>
            <p:cNvSpPr>
              <a:spLocks/>
            </p:cNvSpPr>
            <p:nvPr/>
          </p:nvSpPr>
          <p:spPr bwMode="auto">
            <a:xfrm>
              <a:off x="3854451" y="4187825"/>
              <a:ext cx="609600" cy="250825"/>
            </a:xfrm>
            <a:custGeom>
              <a:avLst/>
              <a:gdLst>
                <a:gd name="T0" fmla="*/ 192 w 192"/>
                <a:gd name="T1" fmla="*/ 0 h 79"/>
                <a:gd name="T2" fmla="*/ 142 w 192"/>
                <a:gd name="T3" fmla="*/ 18 h 79"/>
                <a:gd name="T4" fmla="*/ 130 w 192"/>
                <a:gd name="T5" fmla="*/ 29 h 79"/>
                <a:gd name="T6" fmla="*/ 80 w 192"/>
                <a:gd name="T7" fmla="*/ 79 h 79"/>
                <a:gd name="T8" fmla="*/ 0 w 192"/>
                <a:gd name="T9" fmla="*/ 0 h 79"/>
                <a:gd name="T10" fmla="*/ 192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173" y="0"/>
                    <a:pt x="156" y="7"/>
                    <a:pt x="142" y="18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43"/>
            <p:cNvSpPr>
              <a:spLocks/>
            </p:cNvSpPr>
            <p:nvPr/>
          </p:nvSpPr>
          <p:spPr bwMode="auto">
            <a:xfrm>
              <a:off x="3854451" y="4438650"/>
              <a:ext cx="609600" cy="254000"/>
            </a:xfrm>
            <a:custGeom>
              <a:avLst/>
              <a:gdLst>
                <a:gd name="T0" fmla="*/ 192 w 192"/>
                <a:gd name="T1" fmla="*/ 80 h 80"/>
                <a:gd name="T2" fmla="*/ 142 w 192"/>
                <a:gd name="T3" fmla="*/ 62 h 80"/>
                <a:gd name="T4" fmla="*/ 130 w 192"/>
                <a:gd name="T5" fmla="*/ 51 h 80"/>
                <a:gd name="T6" fmla="*/ 80 w 192"/>
                <a:gd name="T7" fmla="*/ 0 h 80"/>
                <a:gd name="T8" fmla="*/ 0 w 192"/>
                <a:gd name="T9" fmla="*/ 80 h 80"/>
                <a:gd name="T10" fmla="*/ 192 w 192"/>
                <a:gd name="T1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80">
                  <a:moveTo>
                    <a:pt x="192" y="80"/>
                  </a:moveTo>
                  <a:cubicBezTo>
                    <a:pt x="173" y="80"/>
                    <a:pt x="156" y="73"/>
                    <a:pt x="142" y="62"/>
                  </a:cubicBezTo>
                  <a:cubicBezTo>
                    <a:pt x="130" y="51"/>
                    <a:pt x="130" y="51"/>
                    <a:pt x="130" y="51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80"/>
                    <a:pt x="0" y="80"/>
                    <a:pt x="0" y="80"/>
                  </a:cubicBezTo>
                  <a:lnTo>
                    <a:pt x="192" y="8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211157" y="5554255"/>
            <a:ext cx="1509841" cy="1190452"/>
            <a:chOff x="2733676" y="1774825"/>
            <a:chExt cx="1981200" cy="1562100"/>
          </a:xfrm>
        </p:grpSpPr>
        <p:sp>
          <p:nvSpPr>
            <p:cNvPr id="53" name="Freeform 434"/>
            <p:cNvSpPr>
              <a:spLocks/>
            </p:cNvSpPr>
            <p:nvPr/>
          </p:nvSpPr>
          <p:spPr bwMode="auto">
            <a:xfrm>
              <a:off x="2733676" y="2305050"/>
              <a:ext cx="1981200" cy="501650"/>
            </a:xfrm>
            <a:custGeom>
              <a:avLst/>
              <a:gdLst>
                <a:gd name="T0" fmla="*/ 545 w 624"/>
                <a:gd name="T1" fmla="*/ 158 h 158"/>
                <a:gd name="T2" fmla="*/ 79 w 624"/>
                <a:gd name="T3" fmla="*/ 158 h 158"/>
                <a:gd name="T4" fmla="*/ 0 w 624"/>
                <a:gd name="T5" fmla="*/ 79 h 158"/>
                <a:gd name="T6" fmla="*/ 79 w 624"/>
                <a:gd name="T7" fmla="*/ 0 h 158"/>
                <a:gd name="T8" fmla="*/ 545 w 624"/>
                <a:gd name="T9" fmla="*/ 0 h 158"/>
                <a:gd name="T10" fmla="*/ 624 w 624"/>
                <a:gd name="T11" fmla="*/ 79 h 158"/>
                <a:gd name="T12" fmla="*/ 545 w 624"/>
                <a:gd name="T13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58">
                  <a:moveTo>
                    <a:pt x="545" y="158"/>
                  </a:moveTo>
                  <a:cubicBezTo>
                    <a:pt x="79" y="158"/>
                    <a:pt x="79" y="158"/>
                    <a:pt x="79" y="158"/>
                  </a:cubicBezTo>
                  <a:cubicBezTo>
                    <a:pt x="35" y="158"/>
                    <a:pt x="0" y="123"/>
                    <a:pt x="0" y="79"/>
                  </a:cubicBezTo>
                  <a:cubicBezTo>
                    <a:pt x="0" y="35"/>
                    <a:pt x="35" y="0"/>
                    <a:pt x="79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89" y="0"/>
                    <a:pt x="624" y="35"/>
                    <a:pt x="624" y="79"/>
                  </a:cubicBezTo>
                  <a:cubicBezTo>
                    <a:pt x="624" y="123"/>
                    <a:pt x="589" y="158"/>
                    <a:pt x="545" y="1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35"/>
            <p:cNvSpPr>
              <a:spLocks/>
            </p:cNvSpPr>
            <p:nvPr/>
          </p:nvSpPr>
          <p:spPr bwMode="auto">
            <a:xfrm>
              <a:off x="3683001" y="1774825"/>
              <a:ext cx="1031875" cy="1562100"/>
            </a:xfrm>
            <a:custGeom>
              <a:avLst/>
              <a:gdLst>
                <a:gd name="T0" fmla="*/ 325 w 325"/>
                <a:gd name="T1" fmla="*/ 246 h 492"/>
                <a:gd name="T2" fmla="*/ 301 w 325"/>
                <a:gd name="T3" fmla="*/ 304 h 492"/>
                <a:gd name="T4" fmla="*/ 300 w 325"/>
                <a:gd name="T5" fmla="*/ 304 h 492"/>
                <a:gd name="T6" fmla="*/ 143 w 325"/>
                <a:gd name="T7" fmla="*/ 461 h 492"/>
                <a:gd name="T8" fmla="*/ 31 w 325"/>
                <a:gd name="T9" fmla="*/ 461 h 492"/>
                <a:gd name="T10" fmla="*/ 31 w 325"/>
                <a:gd name="T11" fmla="*/ 349 h 492"/>
                <a:gd name="T12" fmla="*/ 134 w 325"/>
                <a:gd name="T13" fmla="*/ 246 h 492"/>
                <a:gd name="T14" fmla="*/ 31 w 325"/>
                <a:gd name="T15" fmla="*/ 144 h 492"/>
                <a:gd name="T16" fmla="*/ 31 w 325"/>
                <a:gd name="T17" fmla="*/ 31 h 492"/>
                <a:gd name="T18" fmla="*/ 143 w 325"/>
                <a:gd name="T19" fmla="*/ 31 h 492"/>
                <a:gd name="T20" fmla="*/ 300 w 325"/>
                <a:gd name="T21" fmla="*/ 188 h 492"/>
                <a:gd name="T22" fmla="*/ 301 w 325"/>
                <a:gd name="T23" fmla="*/ 188 h 492"/>
                <a:gd name="T24" fmla="*/ 325 w 325"/>
                <a:gd name="T25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5" h="492">
                  <a:moveTo>
                    <a:pt x="325" y="246"/>
                  </a:moveTo>
                  <a:cubicBezTo>
                    <a:pt x="325" y="269"/>
                    <a:pt x="316" y="289"/>
                    <a:pt x="301" y="304"/>
                  </a:cubicBezTo>
                  <a:cubicBezTo>
                    <a:pt x="300" y="304"/>
                    <a:pt x="300" y="304"/>
                    <a:pt x="300" y="304"/>
                  </a:cubicBezTo>
                  <a:cubicBezTo>
                    <a:pt x="143" y="461"/>
                    <a:pt x="143" y="461"/>
                    <a:pt x="143" y="461"/>
                  </a:cubicBezTo>
                  <a:cubicBezTo>
                    <a:pt x="112" y="492"/>
                    <a:pt x="62" y="492"/>
                    <a:pt x="31" y="461"/>
                  </a:cubicBezTo>
                  <a:cubicBezTo>
                    <a:pt x="0" y="430"/>
                    <a:pt x="0" y="380"/>
                    <a:pt x="31" y="349"/>
                  </a:cubicBezTo>
                  <a:cubicBezTo>
                    <a:pt x="134" y="246"/>
                    <a:pt x="134" y="246"/>
                    <a:pt x="134" y="246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0" y="113"/>
                    <a:pt x="0" y="62"/>
                    <a:pt x="31" y="31"/>
                  </a:cubicBezTo>
                  <a:cubicBezTo>
                    <a:pt x="62" y="0"/>
                    <a:pt x="112" y="0"/>
                    <a:pt x="143" y="31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1" y="188"/>
                  </a:cubicBezTo>
                  <a:cubicBezTo>
                    <a:pt x="316" y="203"/>
                    <a:pt x="325" y="223"/>
                    <a:pt x="325" y="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436"/>
            <p:cNvSpPr>
              <a:spLocks/>
            </p:cNvSpPr>
            <p:nvPr/>
          </p:nvSpPr>
          <p:spPr bwMode="auto">
            <a:xfrm>
              <a:off x="4108451" y="2305050"/>
              <a:ext cx="606425" cy="501650"/>
            </a:xfrm>
            <a:custGeom>
              <a:avLst/>
              <a:gdLst>
                <a:gd name="T0" fmla="*/ 191 w 191"/>
                <a:gd name="T1" fmla="*/ 79 h 158"/>
                <a:gd name="T2" fmla="*/ 112 w 191"/>
                <a:gd name="T3" fmla="*/ 158 h 158"/>
                <a:gd name="T4" fmla="*/ 62 w 191"/>
                <a:gd name="T5" fmla="*/ 141 h 158"/>
                <a:gd name="T6" fmla="*/ 50 w 191"/>
                <a:gd name="T7" fmla="*/ 129 h 158"/>
                <a:gd name="T8" fmla="*/ 0 w 191"/>
                <a:gd name="T9" fmla="*/ 79 h 158"/>
                <a:gd name="T10" fmla="*/ 50 w 191"/>
                <a:gd name="T11" fmla="*/ 29 h 158"/>
                <a:gd name="T12" fmla="*/ 62 w 191"/>
                <a:gd name="T13" fmla="*/ 18 h 158"/>
                <a:gd name="T14" fmla="*/ 112 w 191"/>
                <a:gd name="T15" fmla="*/ 0 h 158"/>
                <a:gd name="T16" fmla="*/ 191 w 191"/>
                <a:gd name="T17" fmla="*/ 7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158">
                  <a:moveTo>
                    <a:pt x="191" y="79"/>
                  </a:moveTo>
                  <a:cubicBezTo>
                    <a:pt x="191" y="123"/>
                    <a:pt x="156" y="158"/>
                    <a:pt x="112" y="158"/>
                  </a:cubicBezTo>
                  <a:cubicBezTo>
                    <a:pt x="93" y="158"/>
                    <a:pt x="76" y="152"/>
                    <a:pt x="62" y="141"/>
                  </a:cubicBezTo>
                  <a:cubicBezTo>
                    <a:pt x="50" y="129"/>
                    <a:pt x="50" y="129"/>
                    <a:pt x="50" y="12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75" y="6"/>
                    <a:pt x="93" y="0"/>
                    <a:pt x="112" y="0"/>
                  </a:cubicBezTo>
                  <a:cubicBezTo>
                    <a:pt x="156" y="0"/>
                    <a:pt x="191" y="35"/>
                    <a:pt x="191" y="7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437"/>
            <p:cNvSpPr>
              <a:spLocks/>
            </p:cNvSpPr>
            <p:nvPr/>
          </p:nvSpPr>
          <p:spPr bwMode="auto">
            <a:xfrm>
              <a:off x="3854451" y="2305050"/>
              <a:ext cx="609600" cy="250825"/>
            </a:xfrm>
            <a:custGeom>
              <a:avLst/>
              <a:gdLst>
                <a:gd name="T0" fmla="*/ 192 w 192"/>
                <a:gd name="T1" fmla="*/ 0 h 79"/>
                <a:gd name="T2" fmla="*/ 142 w 192"/>
                <a:gd name="T3" fmla="*/ 17 h 79"/>
                <a:gd name="T4" fmla="*/ 130 w 192"/>
                <a:gd name="T5" fmla="*/ 29 h 79"/>
                <a:gd name="T6" fmla="*/ 80 w 192"/>
                <a:gd name="T7" fmla="*/ 79 h 79"/>
                <a:gd name="T8" fmla="*/ 0 w 192"/>
                <a:gd name="T9" fmla="*/ 0 h 79"/>
                <a:gd name="T10" fmla="*/ 192 w 192"/>
                <a:gd name="T1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0"/>
                  </a:moveTo>
                  <a:cubicBezTo>
                    <a:pt x="173" y="0"/>
                    <a:pt x="156" y="6"/>
                    <a:pt x="142" y="17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38"/>
            <p:cNvSpPr>
              <a:spLocks/>
            </p:cNvSpPr>
            <p:nvPr/>
          </p:nvSpPr>
          <p:spPr bwMode="auto">
            <a:xfrm>
              <a:off x="3854451" y="2555875"/>
              <a:ext cx="609600" cy="250825"/>
            </a:xfrm>
            <a:custGeom>
              <a:avLst/>
              <a:gdLst>
                <a:gd name="T0" fmla="*/ 192 w 192"/>
                <a:gd name="T1" fmla="*/ 79 h 79"/>
                <a:gd name="T2" fmla="*/ 142 w 192"/>
                <a:gd name="T3" fmla="*/ 62 h 79"/>
                <a:gd name="T4" fmla="*/ 130 w 192"/>
                <a:gd name="T5" fmla="*/ 50 h 79"/>
                <a:gd name="T6" fmla="*/ 80 w 192"/>
                <a:gd name="T7" fmla="*/ 0 h 79"/>
                <a:gd name="T8" fmla="*/ 0 w 192"/>
                <a:gd name="T9" fmla="*/ 79 h 79"/>
                <a:gd name="T10" fmla="*/ 192 w 192"/>
                <a:gd name="T11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9">
                  <a:moveTo>
                    <a:pt x="192" y="79"/>
                  </a:moveTo>
                  <a:cubicBezTo>
                    <a:pt x="173" y="79"/>
                    <a:pt x="156" y="73"/>
                    <a:pt x="142" y="62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79"/>
                    <a:pt x="0" y="79"/>
                    <a:pt x="0" y="79"/>
                  </a:cubicBezTo>
                  <a:lnTo>
                    <a:pt x="192" y="79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8" name="Rectangle 57"/>
          <p:cNvSpPr/>
          <p:nvPr/>
        </p:nvSpPr>
        <p:spPr>
          <a:xfrm>
            <a:off x="1074194" y="3148418"/>
            <a:ext cx="270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هزینه های بالای خرید تجهیزات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2696" y="5273521"/>
            <a:ext cx="2624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زمان طولانی برای پیاده سازی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68894" y="3875543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پیچیدگی راهکار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11475" y="2548355"/>
            <a:ext cx="2646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کیفیت </a:t>
            </a:r>
            <a:r>
              <a:rPr lang="fa-IR" dirty="0" smtClean="0">
                <a:cs typeface="B Titr" panose="00000700000000000000" pitchFamily="2" charset="-78"/>
              </a:rPr>
              <a:t>پایین به علت</a:t>
            </a:r>
          </a:p>
          <a:p>
            <a:pPr algn="r" rtl="1"/>
            <a:r>
              <a:rPr lang="fa-IR" dirty="0" smtClean="0">
                <a:cs typeface="B Titr" panose="00000700000000000000" pitchFamily="2" charset="-78"/>
              </a:rPr>
              <a:t> زیر ساخت نامناسب در سازمان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5270" y="1748021"/>
            <a:ext cx="3002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عدم امکان </a:t>
            </a:r>
            <a:r>
              <a:rPr lang="fa-IR" dirty="0" smtClean="0">
                <a:cs typeface="B Titr" panose="00000700000000000000" pitchFamily="2" charset="-78"/>
              </a:rPr>
              <a:t>پیاده سازی قبل از خرید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09650" y="4563596"/>
            <a:ext cx="3004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 smtClean="0">
                <a:cs typeface="B Titr" panose="00000700000000000000" pitchFamily="2" charset="-78"/>
              </a:rPr>
              <a:t>عدم انطباق با پلت فرم های مختلف 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3824" y="5964815"/>
            <a:ext cx="3134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عدم وجود پشتیبانی </a:t>
            </a:r>
            <a:r>
              <a:rPr lang="fa-IR" dirty="0" smtClean="0">
                <a:cs typeface="B Titr" panose="00000700000000000000" pitchFamily="2" charset="-78"/>
              </a:rPr>
              <a:t>مناسب و پرهزینه</a:t>
            </a:r>
            <a:endParaRPr lang="fa-IR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8070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9" y="214702"/>
            <a:ext cx="6662822" cy="593682"/>
          </a:xfrm>
        </p:spPr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استفاده </a:t>
            </a:r>
            <a:r>
              <a:rPr lang="fa-IR" dirty="0">
                <a:cs typeface="B Titr" panose="00000700000000000000" pitchFamily="2" charset="-78"/>
              </a:rPr>
              <a:t>از سرویس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8246533" y="6366933"/>
            <a:ext cx="429683" cy="4910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09FBBB-C588-4B8D-A7FF-E25C81CC24C8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196488" y="2120053"/>
            <a:ext cx="1800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6894" y="1801750"/>
            <a:ext cx="17653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>
                <a:cs typeface="B Titr" panose="00000700000000000000" pitchFamily="2" charset="-78"/>
              </a:rPr>
              <a:t>بدون ریسک مالی برای سرمایه گذاری ابتدایی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424" y="1574535"/>
            <a:ext cx="17653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>
                <a:cs typeface="B Titr" panose="00000700000000000000" pitchFamily="2" charset="-78"/>
              </a:rPr>
              <a:t>پشتیبانی و </a:t>
            </a:r>
            <a:r>
              <a:rPr lang="en-US" sz="1600" b="1" dirty="0">
                <a:latin typeface="+mj-lt"/>
                <a:cs typeface="B Titr" panose="00000700000000000000" pitchFamily="2" charset="-78"/>
              </a:rPr>
              <a:t>SLA</a:t>
            </a:r>
            <a:r>
              <a:rPr lang="fa-IR" sz="1600" dirty="0">
                <a:cs typeface="B Titr" panose="00000700000000000000" pitchFamily="2" charset="-78"/>
              </a:rPr>
              <a:t> (قرارداد سطح سرویس)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96488" y="3734897"/>
            <a:ext cx="1800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164" y="3381437"/>
            <a:ext cx="17653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fa-IR" sz="1600" dirty="0">
                <a:solidFill>
                  <a:schemeClr val="accent1"/>
                </a:solidFill>
                <a:cs typeface="B Titr" panose="00000700000000000000" pitchFamily="2" charset="-78"/>
              </a:rPr>
              <a:t>بدون فاصله از تصمیم تا اجرا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8486313" y="1895940"/>
            <a:ext cx="180000" cy="0"/>
          </a:xfrm>
          <a:prstGeom prst="line">
            <a:avLst/>
          </a:prstGeom>
          <a:ln w="254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12424" y="3110487"/>
            <a:ext cx="17653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>
                <a:cs typeface="B Titr" panose="00000700000000000000" pitchFamily="2" charset="-78"/>
              </a:rPr>
              <a:t>امکان توسعه سریع و کم هزینه در سازمان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196488" y="5349741"/>
            <a:ext cx="180000" cy="0"/>
          </a:xfrm>
          <a:prstGeom prst="line">
            <a:avLst/>
          </a:prstGeom>
          <a:ln w="254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439" y="5015412"/>
            <a:ext cx="198827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>
                <a:cs typeface="B Titr" panose="00000700000000000000" pitchFamily="2" charset="-78"/>
              </a:rPr>
              <a:t>توجیه </a:t>
            </a:r>
            <a:r>
              <a:rPr lang="fa-IR" sz="1600" dirty="0" smtClean="0">
                <a:cs typeface="B Titr" panose="00000700000000000000" pitchFamily="2" charset="-78"/>
              </a:rPr>
              <a:t>بالای هزینه/درآمد</a:t>
            </a:r>
            <a:endParaRPr lang="fa-IR" sz="1600" dirty="0">
              <a:cs typeface="B Titr" panose="00000700000000000000" pitchFamily="2" charset="-78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8461374" y="5092047"/>
            <a:ext cx="180000" cy="0"/>
          </a:xfrm>
          <a:prstGeom prst="line">
            <a:avLst/>
          </a:prstGeom>
          <a:ln w="254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12424" y="4799968"/>
            <a:ext cx="17653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>
                <a:cs typeface="B Titr" panose="00000700000000000000" pitchFamily="2" charset="-78"/>
              </a:rPr>
              <a:t>امکان اجرای پایلوت قبل از تصمیم گیری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943351" y="1968500"/>
            <a:ext cx="1257300" cy="1749425"/>
            <a:chOff x="3943351" y="1968500"/>
            <a:chExt cx="1257300" cy="1749425"/>
          </a:xfrm>
        </p:grpSpPr>
        <p:sp>
          <p:nvSpPr>
            <p:cNvPr id="28" name="Freeform 76"/>
            <p:cNvSpPr>
              <a:spLocks/>
            </p:cNvSpPr>
            <p:nvPr/>
          </p:nvSpPr>
          <p:spPr bwMode="auto">
            <a:xfrm>
              <a:off x="3943351" y="2263775"/>
              <a:ext cx="1257300" cy="1454150"/>
            </a:xfrm>
            <a:custGeom>
              <a:avLst/>
              <a:gdLst>
                <a:gd name="T0" fmla="*/ 792 w 792"/>
                <a:gd name="T1" fmla="*/ 230 h 916"/>
                <a:gd name="T2" fmla="*/ 792 w 792"/>
                <a:gd name="T3" fmla="*/ 688 h 916"/>
                <a:gd name="T4" fmla="*/ 396 w 792"/>
                <a:gd name="T5" fmla="*/ 916 h 916"/>
                <a:gd name="T6" fmla="*/ 0 w 792"/>
                <a:gd name="T7" fmla="*/ 688 h 916"/>
                <a:gd name="T8" fmla="*/ 0 w 792"/>
                <a:gd name="T9" fmla="*/ 230 h 916"/>
                <a:gd name="T10" fmla="*/ 396 w 792"/>
                <a:gd name="T11" fmla="*/ 0 h 916"/>
                <a:gd name="T12" fmla="*/ 792 w 792"/>
                <a:gd name="T13" fmla="*/ 23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2" h="916">
                  <a:moveTo>
                    <a:pt x="792" y="230"/>
                  </a:moveTo>
                  <a:lnTo>
                    <a:pt x="792" y="688"/>
                  </a:lnTo>
                  <a:lnTo>
                    <a:pt x="396" y="916"/>
                  </a:lnTo>
                  <a:lnTo>
                    <a:pt x="0" y="688"/>
                  </a:lnTo>
                  <a:lnTo>
                    <a:pt x="0" y="230"/>
                  </a:lnTo>
                  <a:lnTo>
                    <a:pt x="396" y="0"/>
                  </a:lnTo>
                  <a:lnTo>
                    <a:pt x="792" y="23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77"/>
            <p:cNvSpPr>
              <a:spLocks noChangeArrowheads="1"/>
            </p:cNvSpPr>
            <p:nvPr/>
          </p:nvSpPr>
          <p:spPr bwMode="auto">
            <a:xfrm>
              <a:off x="4283076" y="2590800"/>
              <a:ext cx="577850" cy="73025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1"/>
            <p:cNvSpPr>
              <a:spLocks/>
            </p:cNvSpPr>
            <p:nvPr/>
          </p:nvSpPr>
          <p:spPr bwMode="auto">
            <a:xfrm>
              <a:off x="3943351" y="2628900"/>
              <a:ext cx="628650" cy="1089025"/>
            </a:xfrm>
            <a:custGeom>
              <a:avLst/>
              <a:gdLst>
                <a:gd name="T0" fmla="*/ 396 w 396"/>
                <a:gd name="T1" fmla="*/ 228 h 686"/>
                <a:gd name="T2" fmla="*/ 396 w 396"/>
                <a:gd name="T3" fmla="*/ 686 h 686"/>
                <a:gd name="T4" fmla="*/ 0 w 396"/>
                <a:gd name="T5" fmla="*/ 458 h 686"/>
                <a:gd name="T6" fmla="*/ 0 w 396"/>
                <a:gd name="T7" fmla="*/ 0 h 686"/>
                <a:gd name="T8" fmla="*/ 396 w 396"/>
                <a:gd name="T9" fmla="*/ 22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6">
                  <a:moveTo>
                    <a:pt x="396" y="228"/>
                  </a:moveTo>
                  <a:lnTo>
                    <a:pt x="396" y="686"/>
                  </a:lnTo>
                  <a:lnTo>
                    <a:pt x="0" y="458"/>
                  </a:lnTo>
                  <a:lnTo>
                    <a:pt x="0" y="0"/>
                  </a:lnTo>
                  <a:lnTo>
                    <a:pt x="396" y="228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12"/>
            <p:cNvSpPr>
              <a:spLocks/>
            </p:cNvSpPr>
            <p:nvPr/>
          </p:nvSpPr>
          <p:spPr bwMode="auto">
            <a:xfrm>
              <a:off x="4572001" y="2628900"/>
              <a:ext cx="628650" cy="1089025"/>
            </a:xfrm>
            <a:custGeom>
              <a:avLst/>
              <a:gdLst>
                <a:gd name="T0" fmla="*/ 0 w 396"/>
                <a:gd name="T1" fmla="*/ 228 h 686"/>
                <a:gd name="T2" fmla="*/ 0 w 396"/>
                <a:gd name="T3" fmla="*/ 686 h 686"/>
                <a:gd name="T4" fmla="*/ 396 w 396"/>
                <a:gd name="T5" fmla="*/ 458 h 686"/>
                <a:gd name="T6" fmla="*/ 396 w 396"/>
                <a:gd name="T7" fmla="*/ 0 h 686"/>
                <a:gd name="T8" fmla="*/ 0 w 396"/>
                <a:gd name="T9" fmla="*/ 22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6">
                  <a:moveTo>
                    <a:pt x="0" y="228"/>
                  </a:moveTo>
                  <a:lnTo>
                    <a:pt x="0" y="686"/>
                  </a:lnTo>
                  <a:lnTo>
                    <a:pt x="396" y="458"/>
                  </a:lnTo>
                  <a:lnTo>
                    <a:pt x="396" y="0"/>
                  </a:lnTo>
                  <a:lnTo>
                    <a:pt x="0" y="228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270376" y="1968500"/>
              <a:ext cx="603250" cy="600075"/>
              <a:chOff x="4270376" y="1968500"/>
              <a:chExt cx="603250" cy="600075"/>
            </a:xfrm>
          </p:grpSpPr>
          <p:sp>
            <p:nvSpPr>
              <p:cNvPr id="33" name="Oval 83"/>
              <p:cNvSpPr>
                <a:spLocks noChangeArrowheads="1"/>
              </p:cNvSpPr>
              <p:nvPr/>
            </p:nvSpPr>
            <p:spPr bwMode="auto">
              <a:xfrm>
                <a:off x="4283076" y="1981200"/>
                <a:ext cx="577850" cy="57467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84"/>
              <p:cNvSpPr>
                <a:spLocks noEditPoints="1"/>
              </p:cNvSpPr>
              <p:nvPr/>
            </p:nvSpPr>
            <p:spPr bwMode="auto">
              <a:xfrm>
                <a:off x="4270376" y="1968500"/>
                <a:ext cx="603250" cy="600075"/>
              </a:xfrm>
              <a:custGeom>
                <a:avLst/>
                <a:gdLst>
                  <a:gd name="T0" fmla="*/ 95 w 190"/>
                  <a:gd name="T1" fmla="*/ 189 h 189"/>
                  <a:gd name="T2" fmla="*/ 0 w 190"/>
                  <a:gd name="T3" fmla="*/ 94 h 189"/>
                  <a:gd name="T4" fmla="*/ 95 w 190"/>
                  <a:gd name="T5" fmla="*/ 0 h 189"/>
                  <a:gd name="T6" fmla="*/ 190 w 190"/>
                  <a:gd name="T7" fmla="*/ 94 h 189"/>
                  <a:gd name="T8" fmla="*/ 95 w 190"/>
                  <a:gd name="T9" fmla="*/ 189 h 189"/>
                  <a:gd name="T10" fmla="*/ 95 w 190"/>
                  <a:gd name="T11" fmla="*/ 8 h 189"/>
                  <a:gd name="T12" fmla="*/ 8 w 190"/>
                  <a:gd name="T13" fmla="*/ 94 h 189"/>
                  <a:gd name="T14" fmla="*/ 95 w 190"/>
                  <a:gd name="T15" fmla="*/ 181 h 189"/>
                  <a:gd name="T16" fmla="*/ 182 w 190"/>
                  <a:gd name="T17" fmla="*/ 94 h 189"/>
                  <a:gd name="T18" fmla="*/ 95 w 190"/>
                  <a:gd name="T19" fmla="*/ 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89">
                    <a:moveTo>
                      <a:pt x="95" y="189"/>
                    </a:moveTo>
                    <a:cubicBezTo>
                      <a:pt x="43" y="189"/>
                      <a:pt x="0" y="147"/>
                      <a:pt x="0" y="94"/>
                    </a:cubicBezTo>
                    <a:cubicBezTo>
                      <a:pt x="0" y="42"/>
                      <a:pt x="43" y="0"/>
                      <a:pt x="95" y="0"/>
                    </a:cubicBezTo>
                    <a:cubicBezTo>
                      <a:pt x="147" y="0"/>
                      <a:pt x="190" y="42"/>
                      <a:pt x="190" y="94"/>
                    </a:cubicBezTo>
                    <a:cubicBezTo>
                      <a:pt x="190" y="147"/>
                      <a:pt x="147" y="189"/>
                      <a:pt x="95" y="189"/>
                    </a:cubicBezTo>
                    <a:close/>
                    <a:moveTo>
                      <a:pt x="95" y="8"/>
                    </a:moveTo>
                    <a:cubicBezTo>
                      <a:pt x="47" y="8"/>
                      <a:pt x="8" y="47"/>
                      <a:pt x="8" y="94"/>
                    </a:cubicBezTo>
                    <a:cubicBezTo>
                      <a:pt x="8" y="142"/>
                      <a:pt x="47" y="181"/>
                      <a:pt x="95" y="181"/>
                    </a:cubicBezTo>
                    <a:cubicBezTo>
                      <a:pt x="143" y="181"/>
                      <a:pt x="182" y="142"/>
                      <a:pt x="182" y="94"/>
                    </a:cubicBezTo>
                    <a:cubicBezTo>
                      <a:pt x="182" y="47"/>
                      <a:pt x="143" y="8"/>
                      <a:pt x="95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Freeform 95"/>
              <p:cNvSpPr>
                <a:spLocks noEditPoints="1"/>
              </p:cNvSpPr>
              <p:nvPr/>
            </p:nvSpPr>
            <p:spPr bwMode="auto">
              <a:xfrm>
                <a:off x="4445001" y="2079625"/>
                <a:ext cx="254000" cy="368300"/>
              </a:xfrm>
              <a:custGeom>
                <a:avLst/>
                <a:gdLst>
                  <a:gd name="T0" fmla="*/ 21 w 80"/>
                  <a:gd name="T1" fmla="*/ 89 h 116"/>
                  <a:gd name="T2" fmla="*/ 22 w 80"/>
                  <a:gd name="T3" fmla="*/ 95 h 116"/>
                  <a:gd name="T4" fmla="*/ 40 w 80"/>
                  <a:gd name="T5" fmla="*/ 99 h 116"/>
                  <a:gd name="T6" fmla="*/ 58 w 80"/>
                  <a:gd name="T7" fmla="*/ 95 h 116"/>
                  <a:gd name="T8" fmla="*/ 59 w 80"/>
                  <a:gd name="T9" fmla="*/ 89 h 116"/>
                  <a:gd name="T10" fmla="*/ 40 w 80"/>
                  <a:gd name="T11" fmla="*/ 93 h 116"/>
                  <a:gd name="T12" fmla="*/ 21 w 80"/>
                  <a:gd name="T13" fmla="*/ 89 h 116"/>
                  <a:gd name="T14" fmla="*/ 40 w 80"/>
                  <a:gd name="T15" fmla="*/ 16 h 116"/>
                  <a:gd name="T16" fmla="*/ 42 w 80"/>
                  <a:gd name="T17" fmla="*/ 14 h 116"/>
                  <a:gd name="T18" fmla="*/ 40 w 80"/>
                  <a:gd name="T19" fmla="*/ 12 h 116"/>
                  <a:gd name="T20" fmla="*/ 12 w 80"/>
                  <a:gd name="T21" fmla="*/ 40 h 116"/>
                  <a:gd name="T22" fmla="*/ 14 w 80"/>
                  <a:gd name="T23" fmla="*/ 42 h 116"/>
                  <a:gd name="T24" fmla="*/ 16 w 80"/>
                  <a:gd name="T25" fmla="*/ 40 h 116"/>
                  <a:gd name="T26" fmla="*/ 40 w 80"/>
                  <a:gd name="T27" fmla="*/ 16 h 116"/>
                  <a:gd name="T28" fmla="*/ 23 w 80"/>
                  <a:gd name="T29" fmla="*/ 101 h 116"/>
                  <a:gd name="T30" fmla="*/ 24 w 80"/>
                  <a:gd name="T31" fmla="*/ 107 h 116"/>
                  <a:gd name="T32" fmla="*/ 29 w 80"/>
                  <a:gd name="T33" fmla="*/ 110 h 116"/>
                  <a:gd name="T34" fmla="*/ 30 w 80"/>
                  <a:gd name="T35" fmla="*/ 114 h 116"/>
                  <a:gd name="T36" fmla="*/ 40 w 80"/>
                  <a:gd name="T37" fmla="*/ 116 h 116"/>
                  <a:gd name="T38" fmla="*/ 50 w 80"/>
                  <a:gd name="T39" fmla="*/ 114 h 116"/>
                  <a:gd name="T40" fmla="*/ 51 w 80"/>
                  <a:gd name="T41" fmla="*/ 110 h 116"/>
                  <a:gd name="T42" fmla="*/ 56 w 80"/>
                  <a:gd name="T43" fmla="*/ 107 h 116"/>
                  <a:gd name="T44" fmla="*/ 57 w 80"/>
                  <a:gd name="T45" fmla="*/ 101 h 116"/>
                  <a:gd name="T46" fmla="*/ 40 w 80"/>
                  <a:gd name="T47" fmla="*/ 103 h 116"/>
                  <a:gd name="T48" fmla="*/ 23 w 80"/>
                  <a:gd name="T49" fmla="*/ 101 h 116"/>
                  <a:gd name="T50" fmla="*/ 40 w 80"/>
                  <a:gd name="T51" fmla="*/ 0 h 116"/>
                  <a:gd name="T52" fmla="*/ 0 w 80"/>
                  <a:gd name="T53" fmla="*/ 40 h 116"/>
                  <a:gd name="T54" fmla="*/ 19 w 80"/>
                  <a:gd name="T55" fmla="*/ 74 h 116"/>
                  <a:gd name="T56" fmla="*/ 21 w 80"/>
                  <a:gd name="T57" fmla="*/ 84 h 116"/>
                  <a:gd name="T58" fmla="*/ 40 w 80"/>
                  <a:gd name="T59" fmla="*/ 88 h 116"/>
                  <a:gd name="T60" fmla="*/ 59 w 80"/>
                  <a:gd name="T61" fmla="*/ 84 h 116"/>
                  <a:gd name="T62" fmla="*/ 61 w 80"/>
                  <a:gd name="T63" fmla="*/ 74 h 116"/>
                  <a:gd name="T64" fmla="*/ 80 w 80"/>
                  <a:gd name="T65" fmla="*/ 40 h 116"/>
                  <a:gd name="T66" fmla="*/ 40 w 80"/>
                  <a:gd name="T67" fmla="*/ 0 h 116"/>
                  <a:gd name="T68" fmla="*/ 55 w 80"/>
                  <a:gd name="T69" fmla="*/ 69 h 116"/>
                  <a:gd name="T70" fmla="*/ 54 w 80"/>
                  <a:gd name="T71" fmla="*/ 79 h 116"/>
                  <a:gd name="T72" fmla="*/ 40 w 80"/>
                  <a:gd name="T73" fmla="*/ 81 h 116"/>
                  <a:gd name="T74" fmla="*/ 26 w 80"/>
                  <a:gd name="T75" fmla="*/ 79 h 116"/>
                  <a:gd name="T76" fmla="*/ 25 w 80"/>
                  <a:gd name="T77" fmla="*/ 69 h 116"/>
                  <a:gd name="T78" fmla="*/ 7 w 80"/>
                  <a:gd name="T79" fmla="*/ 40 h 116"/>
                  <a:gd name="T80" fmla="*/ 40 w 80"/>
                  <a:gd name="T81" fmla="*/ 7 h 116"/>
                  <a:gd name="T82" fmla="*/ 73 w 80"/>
                  <a:gd name="T83" fmla="*/ 40 h 116"/>
                  <a:gd name="T84" fmla="*/ 55 w 80"/>
                  <a:gd name="T85" fmla="*/ 69 h 116"/>
                  <a:gd name="T86" fmla="*/ 49 w 80"/>
                  <a:gd name="T87" fmla="*/ 55 h 116"/>
                  <a:gd name="T88" fmla="*/ 40 w 80"/>
                  <a:gd name="T89" fmla="*/ 39 h 116"/>
                  <a:gd name="T90" fmla="*/ 31 w 80"/>
                  <a:gd name="T91" fmla="*/ 55 h 116"/>
                  <a:gd name="T92" fmla="*/ 27 w 80"/>
                  <a:gd name="T93" fmla="*/ 47 h 116"/>
                  <a:gd name="T94" fmla="*/ 22 w 80"/>
                  <a:gd name="T95" fmla="*/ 50 h 116"/>
                  <a:gd name="T96" fmla="*/ 31 w 80"/>
                  <a:gd name="T97" fmla="*/ 69 h 116"/>
                  <a:gd name="T98" fmla="*/ 40 w 80"/>
                  <a:gd name="T99" fmla="*/ 52 h 116"/>
                  <a:gd name="T100" fmla="*/ 49 w 80"/>
                  <a:gd name="T101" fmla="*/ 69 h 116"/>
                  <a:gd name="T102" fmla="*/ 58 w 80"/>
                  <a:gd name="T103" fmla="*/ 50 h 116"/>
                  <a:gd name="T104" fmla="*/ 53 w 80"/>
                  <a:gd name="T105" fmla="*/ 47 h 116"/>
                  <a:gd name="T106" fmla="*/ 49 w 80"/>
                  <a:gd name="T107" fmla="*/ 5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0" h="116">
                    <a:moveTo>
                      <a:pt x="21" y="89"/>
                    </a:moveTo>
                    <a:cubicBezTo>
                      <a:pt x="22" y="95"/>
                      <a:pt x="22" y="95"/>
                      <a:pt x="22" y="95"/>
                    </a:cubicBezTo>
                    <a:cubicBezTo>
                      <a:pt x="28" y="98"/>
                      <a:pt x="34" y="99"/>
                      <a:pt x="40" y="99"/>
                    </a:cubicBezTo>
                    <a:cubicBezTo>
                      <a:pt x="46" y="99"/>
                      <a:pt x="52" y="98"/>
                      <a:pt x="58" y="95"/>
                    </a:cubicBezTo>
                    <a:cubicBezTo>
                      <a:pt x="59" y="89"/>
                      <a:pt x="59" y="89"/>
                      <a:pt x="59" y="89"/>
                    </a:cubicBezTo>
                    <a:cubicBezTo>
                      <a:pt x="53" y="92"/>
                      <a:pt x="47" y="93"/>
                      <a:pt x="40" y="93"/>
                    </a:cubicBezTo>
                    <a:cubicBezTo>
                      <a:pt x="33" y="93"/>
                      <a:pt x="27" y="92"/>
                      <a:pt x="21" y="89"/>
                    </a:cubicBezTo>
                    <a:close/>
                    <a:moveTo>
                      <a:pt x="40" y="16"/>
                    </a:moveTo>
                    <a:cubicBezTo>
                      <a:pt x="41" y="16"/>
                      <a:pt x="42" y="15"/>
                      <a:pt x="42" y="14"/>
                    </a:cubicBezTo>
                    <a:cubicBezTo>
                      <a:pt x="42" y="13"/>
                      <a:pt x="41" y="12"/>
                      <a:pt x="40" y="12"/>
                    </a:cubicBezTo>
                    <a:cubicBezTo>
                      <a:pt x="25" y="12"/>
                      <a:pt x="12" y="25"/>
                      <a:pt x="12" y="40"/>
                    </a:cubicBezTo>
                    <a:cubicBezTo>
                      <a:pt x="12" y="41"/>
                      <a:pt x="13" y="42"/>
                      <a:pt x="14" y="42"/>
                    </a:cubicBezTo>
                    <a:cubicBezTo>
                      <a:pt x="15" y="42"/>
                      <a:pt x="16" y="41"/>
                      <a:pt x="16" y="40"/>
                    </a:cubicBezTo>
                    <a:cubicBezTo>
                      <a:pt x="16" y="27"/>
                      <a:pt x="27" y="16"/>
                      <a:pt x="40" y="16"/>
                    </a:cubicBezTo>
                    <a:close/>
                    <a:moveTo>
                      <a:pt x="23" y="101"/>
                    </a:moveTo>
                    <a:cubicBezTo>
                      <a:pt x="24" y="107"/>
                      <a:pt x="24" y="107"/>
                      <a:pt x="24" y="107"/>
                    </a:cubicBezTo>
                    <a:cubicBezTo>
                      <a:pt x="24" y="107"/>
                      <a:pt x="25" y="109"/>
                      <a:pt x="29" y="110"/>
                    </a:cubicBezTo>
                    <a:cubicBezTo>
                      <a:pt x="30" y="114"/>
                      <a:pt x="30" y="114"/>
                      <a:pt x="30" y="114"/>
                    </a:cubicBezTo>
                    <a:cubicBezTo>
                      <a:pt x="30" y="114"/>
                      <a:pt x="32" y="116"/>
                      <a:pt x="40" y="116"/>
                    </a:cubicBezTo>
                    <a:cubicBezTo>
                      <a:pt x="48" y="116"/>
                      <a:pt x="50" y="114"/>
                      <a:pt x="50" y="114"/>
                    </a:cubicBezTo>
                    <a:cubicBezTo>
                      <a:pt x="51" y="110"/>
                      <a:pt x="51" y="110"/>
                      <a:pt x="51" y="110"/>
                    </a:cubicBezTo>
                    <a:cubicBezTo>
                      <a:pt x="55" y="109"/>
                      <a:pt x="56" y="107"/>
                      <a:pt x="56" y="107"/>
                    </a:cubicBezTo>
                    <a:cubicBezTo>
                      <a:pt x="57" y="101"/>
                      <a:pt x="57" y="101"/>
                      <a:pt x="57" y="101"/>
                    </a:cubicBezTo>
                    <a:cubicBezTo>
                      <a:pt x="52" y="102"/>
                      <a:pt x="46" y="103"/>
                      <a:pt x="40" y="103"/>
                    </a:cubicBezTo>
                    <a:cubicBezTo>
                      <a:pt x="34" y="103"/>
                      <a:pt x="28" y="102"/>
                      <a:pt x="23" y="101"/>
                    </a:cubicBezTo>
                    <a:close/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54"/>
                      <a:pt x="8" y="67"/>
                      <a:pt x="19" y="74"/>
                    </a:cubicBezTo>
                    <a:cubicBezTo>
                      <a:pt x="21" y="84"/>
                      <a:pt x="21" y="84"/>
                      <a:pt x="21" y="84"/>
                    </a:cubicBezTo>
                    <a:cubicBezTo>
                      <a:pt x="26" y="87"/>
                      <a:pt x="33" y="88"/>
                      <a:pt x="40" y="88"/>
                    </a:cubicBezTo>
                    <a:cubicBezTo>
                      <a:pt x="47" y="88"/>
                      <a:pt x="54" y="87"/>
                      <a:pt x="59" y="8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72" y="67"/>
                      <a:pt x="80" y="54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  <a:moveTo>
                      <a:pt x="55" y="69"/>
                    </a:moveTo>
                    <a:cubicBezTo>
                      <a:pt x="54" y="79"/>
                      <a:pt x="54" y="79"/>
                      <a:pt x="54" y="79"/>
                    </a:cubicBezTo>
                    <a:cubicBezTo>
                      <a:pt x="54" y="79"/>
                      <a:pt x="50" y="81"/>
                      <a:pt x="40" y="81"/>
                    </a:cubicBezTo>
                    <a:cubicBezTo>
                      <a:pt x="30" y="81"/>
                      <a:pt x="26" y="79"/>
                      <a:pt x="26" y="79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14" y="64"/>
                      <a:pt x="7" y="53"/>
                      <a:pt x="7" y="40"/>
                    </a:cubicBezTo>
                    <a:cubicBezTo>
                      <a:pt x="7" y="22"/>
                      <a:pt x="22" y="7"/>
                      <a:pt x="40" y="7"/>
                    </a:cubicBezTo>
                    <a:cubicBezTo>
                      <a:pt x="58" y="7"/>
                      <a:pt x="73" y="22"/>
                      <a:pt x="73" y="40"/>
                    </a:cubicBezTo>
                    <a:cubicBezTo>
                      <a:pt x="73" y="53"/>
                      <a:pt x="66" y="64"/>
                      <a:pt x="55" y="69"/>
                    </a:cubicBezTo>
                    <a:close/>
                    <a:moveTo>
                      <a:pt x="49" y="55"/>
                    </a:moveTo>
                    <a:cubicBezTo>
                      <a:pt x="40" y="39"/>
                      <a:pt x="40" y="39"/>
                      <a:pt x="40" y="39"/>
                    </a:cubicBezTo>
                    <a:cubicBezTo>
                      <a:pt x="31" y="55"/>
                      <a:pt x="31" y="55"/>
                      <a:pt x="31" y="5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31" y="69"/>
                      <a:pt x="31" y="69"/>
                      <a:pt x="31" y="69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9" y="69"/>
                      <a:pt x="49" y="69"/>
                      <a:pt x="49" y="69"/>
                    </a:cubicBezTo>
                    <a:cubicBezTo>
                      <a:pt x="58" y="50"/>
                      <a:pt x="58" y="50"/>
                      <a:pt x="58" y="50"/>
                    </a:cubicBezTo>
                    <a:cubicBezTo>
                      <a:pt x="53" y="47"/>
                      <a:pt x="53" y="47"/>
                      <a:pt x="53" y="47"/>
                    </a:cubicBezTo>
                    <a:lnTo>
                      <a:pt x="49" y="5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36" name="Group 35"/>
          <p:cNvGrpSpPr/>
          <p:nvPr/>
        </p:nvGrpSpPr>
        <p:grpSpPr>
          <a:xfrm>
            <a:off x="3311526" y="3057525"/>
            <a:ext cx="1260475" cy="1752600"/>
            <a:chOff x="3311526" y="3057525"/>
            <a:chExt cx="1260475" cy="1752600"/>
          </a:xfrm>
        </p:grpSpPr>
        <p:sp>
          <p:nvSpPr>
            <p:cNvPr id="37" name="Freeform 71"/>
            <p:cNvSpPr>
              <a:spLocks/>
            </p:cNvSpPr>
            <p:nvPr/>
          </p:nvSpPr>
          <p:spPr bwMode="auto">
            <a:xfrm>
              <a:off x="3311526" y="3355975"/>
              <a:ext cx="1260475" cy="1454150"/>
            </a:xfrm>
            <a:custGeom>
              <a:avLst/>
              <a:gdLst>
                <a:gd name="T0" fmla="*/ 794 w 794"/>
                <a:gd name="T1" fmla="*/ 228 h 916"/>
                <a:gd name="T2" fmla="*/ 794 w 794"/>
                <a:gd name="T3" fmla="*/ 688 h 916"/>
                <a:gd name="T4" fmla="*/ 398 w 794"/>
                <a:gd name="T5" fmla="*/ 916 h 916"/>
                <a:gd name="T6" fmla="*/ 0 w 794"/>
                <a:gd name="T7" fmla="*/ 688 h 916"/>
                <a:gd name="T8" fmla="*/ 0 w 794"/>
                <a:gd name="T9" fmla="*/ 228 h 916"/>
                <a:gd name="T10" fmla="*/ 398 w 794"/>
                <a:gd name="T11" fmla="*/ 0 h 916"/>
                <a:gd name="T12" fmla="*/ 794 w 794"/>
                <a:gd name="T13" fmla="*/ 22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4" h="916">
                  <a:moveTo>
                    <a:pt x="794" y="228"/>
                  </a:moveTo>
                  <a:lnTo>
                    <a:pt x="794" y="688"/>
                  </a:lnTo>
                  <a:lnTo>
                    <a:pt x="398" y="916"/>
                  </a:lnTo>
                  <a:lnTo>
                    <a:pt x="0" y="688"/>
                  </a:lnTo>
                  <a:lnTo>
                    <a:pt x="0" y="228"/>
                  </a:lnTo>
                  <a:lnTo>
                    <a:pt x="398" y="0"/>
                  </a:lnTo>
                  <a:lnTo>
                    <a:pt x="794" y="2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78"/>
            <p:cNvSpPr>
              <a:spLocks noChangeArrowheads="1"/>
            </p:cNvSpPr>
            <p:nvPr/>
          </p:nvSpPr>
          <p:spPr bwMode="auto">
            <a:xfrm>
              <a:off x="3654426" y="3683000"/>
              <a:ext cx="574675" cy="73025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01"/>
            <p:cNvSpPr>
              <a:spLocks/>
            </p:cNvSpPr>
            <p:nvPr/>
          </p:nvSpPr>
          <p:spPr bwMode="auto">
            <a:xfrm>
              <a:off x="3311526" y="3717925"/>
              <a:ext cx="631825" cy="1092200"/>
            </a:xfrm>
            <a:custGeom>
              <a:avLst/>
              <a:gdLst>
                <a:gd name="T0" fmla="*/ 398 w 398"/>
                <a:gd name="T1" fmla="*/ 230 h 688"/>
                <a:gd name="T2" fmla="*/ 398 w 398"/>
                <a:gd name="T3" fmla="*/ 688 h 688"/>
                <a:gd name="T4" fmla="*/ 0 w 398"/>
                <a:gd name="T5" fmla="*/ 460 h 688"/>
                <a:gd name="T6" fmla="*/ 0 w 398"/>
                <a:gd name="T7" fmla="*/ 0 h 688"/>
                <a:gd name="T8" fmla="*/ 398 w 398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688">
                  <a:moveTo>
                    <a:pt x="398" y="230"/>
                  </a:moveTo>
                  <a:lnTo>
                    <a:pt x="398" y="688"/>
                  </a:lnTo>
                  <a:lnTo>
                    <a:pt x="0" y="460"/>
                  </a:lnTo>
                  <a:lnTo>
                    <a:pt x="0" y="0"/>
                  </a:lnTo>
                  <a:lnTo>
                    <a:pt x="398" y="230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02"/>
            <p:cNvSpPr>
              <a:spLocks/>
            </p:cNvSpPr>
            <p:nvPr/>
          </p:nvSpPr>
          <p:spPr bwMode="auto">
            <a:xfrm>
              <a:off x="3943351" y="3717925"/>
              <a:ext cx="628650" cy="1092200"/>
            </a:xfrm>
            <a:custGeom>
              <a:avLst/>
              <a:gdLst>
                <a:gd name="T0" fmla="*/ 0 w 396"/>
                <a:gd name="T1" fmla="*/ 230 h 688"/>
                <a:gd name="T2" fmla="*/ 0 w 396"/>
                <a:gd name="T3" fmla="*/ 688 h 688"/>
                <a:gd name="T4" fmla="*/ 396 w 396"/>
                <a:gd name="T5" fmla="*/ 460 h 688"/>
                <a:gd name="T6" fmla="*/ 396 w 396"/>
                <a:gd name="T7" fmla="*/ 0 h 688"/>
                <a:gd name="T8" fmla="*/ 0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0" y="230"/>
                  </a:moveTo>
                  <a:lnTo>
                    <a:pt x="0" y="688"/>
                  </a:lnTo>
                  <a:lnTo>
                    <a:pt x="396" y="460"/>
                  </a:lnTo>
                  <a:lnTo>
                    <a:pt x="396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641726" y="3057525"/>
              <a:ext cx="600075" cy="603250"/>
              <a:chOff x="3641726" y="3057525"/>
              <a:chExt cx="600075" cy="603250"/>
            </a:xfrm>
          </p:grpSpPr>
          <p:sp>
            <p:nvSpPr>
              <p:cNvPr id="42" name="Oval 85"/>
              <p:cNvSpPr>
                <a:spLocks noChangeArrowheads="1"/>
              </p:cNvSpPr>
              <p:nvPr/>
            </p:nvSpPr>
            <p:spPr bwMode="auto">
              <a:xfrm>
                <a:off x="3654426" y="3070225"/>
                <a:ext cx="574675" cy="57785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6"/>
              <p:cNvSpPr>
                <a:spLocks noEditPoints="1"/>
              </p:cNvSpPr>
              <p:nvPr/>
            </p:nvSpPr>
            <p:spPr bwMode="auto">
              <a:xfrm>
                <a:off x="3641726" y="3057525"/>
                <a:ext cx="600075" cy="603250"/>
              </a:xfrm>
              <a:custGeom>
                <a:avLst/>
                <a:gdLst>
                  <a:gd name="T0" fmla="*/ 95 w 189"/>
                  <a:gd name="T1" fmla="*/ 190 h 190"/>
                  <a:gd name="T2" fmla="*/ 0 w 189"/>
                  <a:gd name="T3" fmla="*/ 95 h 190"/>
                  <a:gd name="T4" fmla="*/ 95 w 189"/>
                  <a:gd name="T5" fmla="*/ 0 h 190"/>
                  <a:gd name="T6" fmla="*/ 189 w 189"/>
                  <a:gd name="T7" fmla="*/ 95 h 190"/>
                  <a:gd name="T8" fmla="*/ 95 w 189"/>
                  <a:gd name="T9" fmla="*/ 190 h 190"/>
                  <a:gd name="T10" fmla="*/ 95 w 189"/>
                  <a:gd name="T11" fmla="*/ 8 h 190"/>
                  <a:gd name="T12" fmla="*/ 8 w 189"/>
                  <a:gd name="T13" fmla="*/ 95 h 190"/>
                  <a:gd name="T14" fmla="*/ 95 w 189"/>
                  <a:gd name="T15" fmla="*/ 182 h 190"/>
                  <a:gd name="T16" fmla="*/ 181 w 189"/>
                  <a:gd name="T17" fmla="*/ 95 h 190"/>
                  <a:gd name="T18" fmla="*/ 95 w 189"/>
                  <a:gd name="T19" fmla="*/ 8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9" h="190">
                    <a:moveTo>
                      <a:pt x="95" y="190"/>
                    </a:moveTo>
                    <a:cubicBezTo>
                      <a:pt x="42" y="190"/>
                      <a:pt x="0" y="147"/>
                      <a:pt x="0" y="95"/>
                    </a:cubicBezTo>
                    <a:cubicBezTo>
                      <a:pt x="0" y="43"/>
                      <a:pt x="42" y="0"/>
                      <a:pt x="95" y="0"/>
                    </a:cubicBezTo>
                    <a:cubicBezTo>
                      <a:pt x="147" y="0"/>
                      <a:pt x="189" y="43"/>
                      <a:pt x="189" y="95"/>
                    </a:cubicBezTo>
                    <a:cubicBezTo>
                      <a:pt x="189" y="147"/>
                      <a:pt x="147" y="190"/>
                      <a:pt x="95" y="190"/>
                    </a:cubicBezTo>
                    <a:close/>
                    <a:moveTo>
                      <a:pt x="95" y="8"/>
                    </a:moveTo>
                    <a:cubicBezTo>
                      <a:pt x="47" y="8"/>
                      <a:pt x="8" y="47"/>
                      <a:pt x="8" y="95"/>
                    </a:cubicBezTo>
                    <a:cubicBezTo>
                      <a:pt x="8" y="143"/>
                      <a:pt x="47" y="182"/>
                      <a:pt x="95" y="182"/>
                    </a:cubicBezTo>
                    <a:cubicBezTo>
                      <a:pt x="142" y="182"/>
                      <a:pt x="181" y="143"/>
                      <a:pt x="181" y="95"/>
                    </a:cubicBezTo>
                    <a:cubicBezTo>
                      <a:pt x="181" y="47"/>
                      <a:pt x="142" y="8"/>
                      <a:pt x="95" y="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98"/>
              <p:cNvSpPr>
                <a:spLocks noEditPoints="1"/>
              </p:cNvSpPr>
              <p:nvPr/>
            </p:nvSpPr>
            <p:spPr bwMode="auto">
              <a:xfrm>
                <a:off x="3810001" y="3187700"/>
                <a:ext cx="263525" cy="333375"/>
              </a:xfrm>
              <a:custGeom>
                <a:avLst/>
                <a:gdLst>
                  <a:gd name="T0" fmla="*/ 120 w 166"/>
                  <a:gd name="T1" fmla="*/ 60 h 210"/>
                  <a:gd name="T2" fmla="*/ 28 w 166"/>
                  <a:gd name="T3" fmla="*/ 60 h 210"/>
                  <a:gd name="T4" fmla="*/ 28 w 166"/>
                  <a:gd name="T5" fmla="*/ 74 h 210"/>
                  <a:gd name="T6" fmla="*/ 120 w 166"/>
                  <a:gd name="T7" fmla="*/ 74 h 210"/>
                  <a:gd name="T8" fmla="*/ 120 w 166"/>
                  <a:gd name="T9" fmla="*/ 60 h 210"/>
                  <a:gd name="T10" fmla="*/ 120 w 166"/>
                  <a:gd name="T11" fmla="*/ 36 h 210"/>
                  <a:gd name="T12" fmla="*/ 28 w 166"/>
                  <a:gd name="T13" fmla="*/ 36 h 210"/>
                  <a:gd name="T14" fmla="*/ 28 w 166"/>
                  <a:gd name="T15" fmla="*/ 48 h 210"/>
                  <a:gd name="T16" fmla="*/ 120 w 166"/>
                  <a:gd name="T17" fmla="*/ 48 h 210"/>
                  <a:gd name="T18" fmla="*/ 120 w 166"/>
                  <a:gd name="T19" fmla="*/ 36 h 210"/>
                  <a:gd name="T20" fmla="*/ 28 w 166"/>
                  <a:gd name="T21" fmla="*/ 126 h 210"/>
                  <a:gd name="T22" fmla="*/ 74 w 166"/>
                  <a:gd name="T23" fmla="*/ 126 h 210"/>
                  <a:gd name="T24" fmla="*/ 74 w 166"/>
                  <a:gd name="T25" fmla="*/ 112 h 210"/>
                  <a:gd name="T26" fmla="*/ 28 w 166"/>
                  <a:gd name="T27" fmla="*/ 112 h 210"/>
                  <a:gd name="T28" fmla="*/ 28 w 166"/>
                  <a:gd name="T29" fmla="*/ 126 h 210"/>
                  <a:gd name="T30" fmla="*/ 148 w 166"/>
                  <a:gd name="T31" fmla="*/ 20 h 210"/>
                  <a:gd name="T32" fmla="*/ 148 w 166"/>
                  <a:gd name="T33" fmla="*/ 0 h 210"/>
                  <a:gd name="T34" fmla="*/ 0 w 166"/>
                  <a:gd name="T35" fmla="*/ 0 h 210"/>
                  <a:gd name="T36" fmla="*/ 0 w 166"/>
                  <a:gd name="T37" fmla="*/ 192 h 210"/>
                  <a:gd name="T38" fmla="*/ 18 w 166"/>
                  <a:gd name="T39" fmla="*/ 192 h 210"/>
                  <a:gd name="T40" fmla="*/ 18 w 166"/>
                  <a:gd name="T41" fmla="*/ 210 h 210"/>
                  <a:gd name="T42" fmla="*/ 166 w 166"/>
                  <a:gd name="T43" fmla="*/ 210 h 210"/>
                  <a:gd name="T44" fmla="*/ 166 w 166"/>
                  <a:gd name="T45" fmla="*/ 20 h 210"/>
                  <a:gd name="T46" fmla="*/ 148 w 166"/>
                  <a:gd name="T47" fmla="*/ 20 h 210"/>
                  <a:gd name="T48" fmla="*/ 10 w 166"/>
                  <a:gd name="T49" fmla="*/ 182 h 210"/>
                  <a:gd name="T50" fmla="*/ 10 w 166"/>
                  <a:gd name="T51" fmla="*/ 10 h 210"/>
                  <a:gd name="T52" fmla="*/ 138 w 166"/>
                  <a:gd name="T53" fmla="*/ 10 h 210"/>
                  <a:gd name="T54" fmla="*/ 138 w 166"/>
                  <a:gd name="T55" fmla="*/ 138 h 210"/>
                  <a:gd name="T56" fmla="*/ 94 w 166"/>
                  <a:gd name="T57" fmla="*/ 138 h 210"/>
                  <a:gd name="T58" fmla="*/ 94 w 166"/>
                  <a:gd name="T59" fmla="*/ 182 h 210"/>
                  <a:gd name="T60" fmla="*/ 10 w 166"/>
                  <a:gd name="T61" fmla="*/ 182 h 210"/>
                  <a:gd name="T62" fmla="*/ 156 w 166"/>
                  <a:gd name="T63" fmla="*/ 200 h 210"/>
                  <a:gd name="T64" fmla="*/ 28 w 166"/>
                  <a:gd name="T65" fmla="*/ 200 h 210"/>
                  <a:gd name="T66" fmla="*/ 28 w 166"/>
                  <a:gd name="T67" fmla="*/ 192 h 210"/>
                  <a:gd name="T68" fmla="*/ 100 w 166"/>
                  <a:gd name="T69" fmla="*/ 192 h 210"/>
                  <a:gd name="T70" fmla="*/ 148 w 166"/>
                  <a:gd name="T71" fmla="*/ 144 h 210"/>
                  <a:gd name="T72" fmla="*/ 148 w 166"/>
                  <a:gd name="T73" fmla="*/ 30 h 210"/>
                  <a:gd name="T74" fmla="*/ 156 w 166"/>
                  <a:gd name="T75" fmla="*/ 30 h 210"/>
                  <a:gd name="T76" fmla="*/ 156 w 166"/>
                  <a:gd name="T77" fmla="*/ 200 h 210"/>
                  <a:gd name="T78" fmla="*/ 120 w 166"/>
                  <a:gd name="T79" fmla="*/ 86 h 210"/>
                  <a:gd name="T80" fmla="*/ 28 w 166"/>
                  <a:gd name="T81" fmla="*/ 86 h 210"/>
                  <a:gd name="T82" fmla="*/ 28 w 166"/>
                  <a:gd name="T83" fmla="*/ 100 h 210"/>
                  <a:gd name="T84" fmla="*/ 120 w 166"/>
                  <a:gd name="T85" fmla="*/ 100 h 210"/>
                  <a:gd name="T86" fmla="*/ 120 w 166"/>
                  <a:gd name="T87" fmla="*/ 8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66" h="210">
                    <a:moveTo>
                      <a:pt x="120" y="60"/>
                    </a:moveTo>
                    <a:lnTo>
                      <a:pt x="28" y="60"/>
                    </a:lnTo>
                    <a:lnTo>
                      <a:pt x="28" y="74"/>
                    </a:lnTo>
                    <a:lnTo>
                      <a:pt x="120" y="74"/>
                    </a:lnTo>
                    <a:lnTo>
                      <a:pt x="120" y="60"/>
                    </a:lnTo>
                    <a:close/>
                    <a:moveTo>
                      <a:pt x="120" y="36"/>
                    </a:moveTo>
                    <a:lnTo>
                      <a:pt x="28" y="36"/>
                    </a:lnTo>
                    <a:lnTo>
                      <a:pt x="28" y="48"/>
                    </a:lnTo>
                    <a:lnTo>
                      <a:pt x="120" y="48"/>
                    </a:lnTo>
                    <a:lnTo>
                      <a:pt x="120" y="36"/>
                    </a:lnTo>
                    <a:close/>
                    <a:moveTo>
                      <a:pt x="28" y="126"/>
                    </a:moveTo>
                    <a:lnTo>
                      <a:pt x="74" y="126"/>
                    </a:lnTo>
                    <a:lnTo>
                      <a:pt x="74" y="112"/>
                    </a:lnTo>
                    <a:lnTo>
                      <a:pt x="28" y="112"/>
                    </a:lnTo>
                    <a:lnTo>
                      <a:pt x="28" y="126"/>
                    </a:lnTo>
                    <a:close/>
                    <a:moveTo>
                      <a:pt x="148" y="20"/>
                    </a:moveTo>
                    <a:lnTo>
                      <a:pt x="148" y="0"/>
                    </a:lnTo>
                    <a:lnTo>
                      <a:pt x="0" y="0"/>
                    </a:lnTo>
                    <a:lnTo>
                      <a:pt x="0" y="192"/>
                    </a:lnTo>
                    <a:lnTo>
                      <a:pt x="18" y="192"/>
                    </a:lnTo>
                    <a:lnTo>
                      <a:pt x="18" y="210"/>
                    </a:lnTo>
                    <a:lnTo>
                      <a:pt x="166" y="210"/>
                    </a:lnTo>
                    <a:lnTo>
                      <a:pt x="166" y="20"/>
                    </a:lnTo>
                    <a:lnTo>
                      <a:pt x="148" y="20"/>
                    </a:lnTo>
                    <a:close/>
                    <a:moveTo>
                      <a:pt x="10" y="182"/>
                    </a:moveTo>
                    <a:lnTo>
                      <a:pt x="10" y="10"/>
                    </a:lnTo>
                    <a:lnTo>
                      <a:pt x="138" y="10"/>
                    </a:lnTo>
                    <a:lnTo>
                      <a:pt x="138" y="138"/>
                    </a:lnTo>
                    <a:lnTo>
                      <a:pt x="94" y="138"/>
                    </a:lnTo>
                    <a:lnTo>
                      <a:pt x="94" y="182"/>
                    </a:lnTo>
                    <a:lnTo>
                      <a:pt x="10" y="182"/>
                    </a:lnTo>
                    <a:close/>
                    <a:moveTo>
                      <a:pt x="156" y="200"/>
                    </a:moveTo>
                    <a:lnTo>
                      <a:pt x="28" y="200"/>
                    </a:lnTo>
                    <a:lnTo>
                      <a:pt x="28" y="192"/>
                    </a:lnTo>
                    <a:lnTo>
                      <a:pt x="100" y="192"/>
                    </a:lnTo>
                    <a:lnTo>
                      <a:pt x="148" y="144"/>
                    </a:lnTo>
                    <a:lnTo>
                      <a:pt x="148" y="30"/>
                    </a:lnTo>
                    <a:lnTo>
                      <a:pt x="156" y="30"/>
                    </a:lnTo>
                    <a:lnTo>
                      <a:pt x="156" y="200"/>
                    </a:lnTo>
                    <a:close/>
                    <a:moveTo>
                      <a:pt x="120" y="86"/>
                    </a:moveTo>
                    <a:lnTo>
                      <a:pt x="28" y="86"/>
                    </a:lnTo>
                    <a:lnTo>
                      <a:pt x="28" y="100"/>
                    </a:lnTo>
                    <a:lnTo>
                      <a:pt x="120" y="100"/>
                    </a:lnTo>
                    <a:lnTo>
                      <a:pt x="120" y="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5" name="Group 44"/>
          <p:cNvGrpSpPr/>
          <p:nvPr/>
        </p:nvGrpSpPr>
        <p:grpSpPr>
          <a:xfrm>
            <a:off x="4572001" y="3057525"/>
            <a:ext cx="1260475" cy="1752600"/>
            <a:chOff x="4572001" y="3057525"/>
            <a:chExt cx="1260475" cy="1752600"/>
          </a:xfrm>
        </p:grpSpPr>
        <p:sp>
          <p:nvSpPr>
            <p:cNvPr id="46" name="Freeform 72"/>
            <p:cNvSpPr>
              <a:spLocks/>
            </p:cNvSpPr>
            <p:nvPr/>
          </p:nvSpPr>
          <p:spPr bwMode="auto">
            <a:xfrm>
              <a:off x="4572001" y="3355975"/>
              <a:ext cx="1260475" cy="1454150"/>
            </a:xfrm>
            <a:custGeom>
              <a:avLst/>
              <a:gdLst>
                <a:gd name="T0" fmla="*/ 794 w 794"/>
                <a:gd name="T1" fmla="*/ 228 h 916"/>
                <a:gd name="T2" fmla="*/ 794 w 794"/>
                <a:gd name="T3" fmla="*/ 688 h 916"/>
                <a:gd name="T4" fmla="*/ 396 w 794"/>
                <a:gd name="T5" fmla="*/ 916 h 916"/>
                <a:gd name="T6" fmla="*/ 0 w 794"/>
                <a:gd name="T7" fmla="*/ 688 h 916"/>
                <a:gd name="T8" fmla="*/ 0 w 794"/>
                <a:gd name="T9" fmla="*/ 228 h 916"/>
                <a:gd name="T10" fmla="*/ 396 w 794"/>
                <a:gd name="T11" fmla="*/ 0 h 916"/>
                <a:gd name="T12" fmla="*/ 794 w 794"/>
                <a:gd name="T13" fmla="*/ 22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4" h="916">
                  <a:moveTo>
                    <a:pt x="794" y="228"/>
                  </a:moveTo>
                  <a:lnTo>
                    <a:pt x="794" y="688"/>
                  </a:lnTo>
                  <a:lnTo>
                    <a:pt x="396" y="916"/>
                  </a:lnTo>
                  <a:lnTo>
                    <a:pt x="0" y="688"/>
                  </a:lnTo>
                  <a:lnTo>
                    <a:pt x="0" y="228"/>
                  </a:lnTo>
                  <a:lnTo>
                    <a:pt x="396" y="0"/>
                  </a:lnTo>
                  <a:lnTo>
                    <a:pt x="794" y="2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4914901" y="3683000"/>
              <a:ext cx="574675" cy="73025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03"/>
            <p:cNvSpPr>
              <a:spLocks/>
            </p:cNvSpPr>
            <p:nvPr/>
          </p:nvSpPr>
          <p:spPr bwMode="auto">
            <a:xfrm>
              <a:off x="4572001" y="3717925"/>
              <a:ext cx="628650" cy="1092200"/>
            </a:xfrm>
            <a:custGeom>
              <a:avLst/>
              <a:gdLst>
                <a:gd name="T0" fmla="*/ 396 w 396"/>
                <a:gd name="T1" fmla="*/ 230 h 688"/>
                <a:gd name="T2" fmla="*/ 396 w 396"/>
                <a:gd name="T3" fmla="*/ 688 h 688"/>
                <a:gd name="T4" fmla="*/ 0 w 396"/>
                <a:gd name="T5" fmla="*/ 460 h 688"/>
                <a:gd name="T6" fmla="*/ 0 w 396"/>
                <a:gd name="T7" fmla="*/ 0 h 688"/>
                <a:gd name="T8" fmla="*/ 396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396" y="230"/>
                  </a:moveTo>
                  <a:lnTo>
                    <a:pt x="396" y="688"/>
                  </a:lnTo>
                  <a:lnTo>
                    <a:pt x="0" y="460"/>
                  </a:lnTo>
                  <a:lnTo>
                    <a:pt x="0" y="0"/>
                  </a:lnTo>
                  <a:lnTo>
                    <a:pt x="396" y="230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04"/>
            <p:cNvSpPr>
              <a:spLocks/>
            </p:cNvSpPr>
            <p:nvPr/>
          </p:nvSpPr>
          <p:spPr bwMode="auto">
            <a:xfrm>
              <a:off x="5200651" y="3717925"/>
              <a:ext cx="631825" cy="1092200"/>
            </a:xfrm>
            <a:custGeom>
              <a:avLst/>
              <a:gdLst>
                <a:gd name="T0" fmla="*/ 0 w 398"/>
                <a:gd name="T1" fmla="*/ 230 h 688"/>
                <a:gd name="T2" fmla="*/ 0 w 398"/>
                <a:gd name="T3" fmla="*/ 688 h 688"/>
                <a:gd name="T4" fmla="*/ 398 w 398"/>
                <a:gd name="T5" fmla="*/ 460 h 688"/>
                <a:gd name="T6" fmla="*/ 398 w 398"/>
                <a:gd name="T7" fmla="*/ 0 h 688"/>
                <a:gd name="T8" fmla="*/ 0 w 398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688">
                  <a:moveTo>
                    <a:pt x="0" y="230"/>
                  </a:moveTo>
                  <a:lnTo>
                    <a:pt x="0" y="688"/>
                  </a:lnTo>
                  <a:lnTo>
                    <a:pt x="398" y="460"/>
                  </a:lnTo>
                  <a:lnTo>
                    <a:pt x="398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4902201" y="3057525"/>
              <a:ext cx="600075" cy="603250"/>
              <a:chOff x="4902201" y="3057525"/>
              <a:chExt cx="600075" cy="603250"/>
            </a:xfrm>
          </p:grpSpPr>
          <p:sp>
            <p:nvSpPr>
              <p:cNvPr id="51" name="Oval 87"/>
              <p:cNvSpPr>
                <a:spLocks noChangeArrowheads="1"/>
              </p:cNvSpPr>
              <p:nvPr/>
            </p:nvSpPr>
            <p:spPr bwMode="auto">
              <a:xfrm>
                <a:off x="4914901" y="3070225"/>
                <a:ext cx="574675" cy="57785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88"/>
              <p:cNvSpPr>
                <a:spLocks noEditPoints="1"/>
              </p:cNvSpPr>
              <p:nvPr/>
            </p:nvSpPr>
            <p:spPr bwMode="auto">
              <a:xfrm>
                <a:off x="4902201" y="3057525"/>
                <a:ext cx="600075" cy="603250"/>
              </a:xfrm>
              <a:custGeom>
                <a:avLst/>
                <a:gdLst>
                  <a:gd name="T0" fmla="*/ 94 w 189"/>
                  <a:gd name="T1" fmla="*/ 190 h 190"/>
                  <a:gd name="T2" fmla="*/ 0 w 189"/>
                  <a:gd name="T3" fmla="*/ 95 h 190"/>
                  <a:gd name="T4" fmla="*/ 94 w 189"/>
                  <a:gd name="T5" fmla="*/ 0 h 190"/>
                  <a:gd name="T6" fmla="*/ 189 w 189"/>
                  <a:gd name="T7" fmla="*/ 95 h 190"/>
                  <a:gd name="T8" fmla="*/ 94 w 189"/>
                  <a:gd name="T9" fmla="*/ 190 h 190"/>
                  <a:gd name="T10" fmla="*/ 94 w 189"/>
                  <a:gd name="T11" fmla="*/ 8 h 190"/>
                  <a:gd name="T12" fmla="*/ 8 w 189"/>
                  <a:gd name="T13" fmla="*/ 95 h 190"/>
                  <a:gd name="T14" fmla="*/ 94 w 189"/>
                  <a:gd name="T15" fmla="*/ 182 h 190"/>
                  <a:gd name="T16" fmla="*/ 181 w 189"/>
                  <a:gd name="T17" fmla="*/ 95 h 190"/>
                  <a:gd name="T18" fmla="*/ 94 w 189"/>
                  <a:gd name="T19" fmla="*/ 8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9" h="190">
                    <a:moveTo>
                      <a:pt x="94" y="190"/>
                    </a:moveTo>
                    <a:cubicBezTo>
                      <a:pt x="42" y="190"/>
                      <a:pt x="0" y="147"/>
                      <a:pt x="0" y="95"/>
                    </a:cubicBezTo>
                    <a:cubicBezTo>
                      <a:pt x="0" y="43"/>
                      <a:pt x="42" y="0"/>
                      <a:pt x="94" y="0"/>
                    </a:cubicBezTo>
                    <a:cubicBezTo>
                      <a:pt x="147" y="0"/>
                      <a:pt x="189" y="43"/>
                      <a:pt x="189" y="95"/>
                    </a:cubicBezTo>
                    <a:cubicBezTo>
                      <a:pt x="189" y="147"/>
                      <a:pt x="147" y="190"/>
                      <a:pt x="94" y="190"/>
                    </a:cubicBezTo>
                    <a:close/>
                    <a:moveTo>
                      <a:pt x="94" y="8"/>
                    </a:moveTo>
                    <a:cubicBezTo>
                      <a:pt x="47" y="8"/>
                      <a:pt x="8" y="47"/>
                      <a:pt x="8" y="95"/>
                    </a:cubicBezTo>
                    <a:cubicBezTo>
                      <a:pt x="8" y="143"/>
                      <a:pt x="47" y="182"/>
                      <a:pt x="94" y="182"/>
                    </a:cubicBezTo>
                    <a:cubicBezTo>
                      <a:pt x="142" y="182"/>
                      <a:pt x="181" y="143"/>
                      <a:pt x="181" y="95"/>
                    </a:cubicBezTo>
                    <a:cubicBezTo>
                      <a:pt x="181" y="47"/>
                      <a:pt x="142" y="8"/>
                      <a:pt x="94" y="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99"/>
              <p:cNvSpPr>
                <a:spLocks noEditPoints="1"/>
              </p:cNvSpPr>
              <p:nvPr/>
            </p:nvSpPr>
            <p:spPr bwMode="auto">
              <a:xfrm>
                <a:off x="5051426" y="3194050"/>
                <a:ext cx="301625" cy="336550"/>
              </a:xfrm>
              <a:custGeom>
                <a:avLst/>
                <a:gdLst>
                  <a:gd name="T0" fmla="*/ 52 w 95"/>
                  <a:gd name="T1" fmla="*/ 59 h 106"/>
                  <a:gd name="T2" fmla="*/ 52 w 95"/>
                  <a:gd name="T3" fmla="*/ 58 h 106"/>
                  <a:gd name="T4" fmla="*/ 52 w 95"/>
                  <a:gd name="T5" fmla="*/ 37 h 106"/>
                  <a:gd name="T6" fmla="*/ 47 w 95"/>
                  <a:gd name="T7" fmla="*/ 33 h 106"/>
                  <a:gd name="T8" fmla="*/ 43 w 95"/>
                  <a:gd name="T9" fmla="*/ 37 h 106"/>
                  <a:gd name="T10" fmla="*/ 43 w 95"/>
                  <a:gd name="T11" fmla="*/ 58 h 106"/>
                  <a:gd name="T12" fmla="*/ 47 w 95"/>
                  <a:gd name="T13" fmla="*/ 62 h 106"/>
                  <a:gd name="T14" fmla="*/ 48 w 95"/>
                  <a:gd name="T15" fmla="*/ 62 h 106"/>
                  <a:gd name="T16" fmla="*/ 67 w 95"/>
                  <a:gd name="T17" fmla="*/ 81 h 106"/>
                  <a:gd name="T18" fmla="*/ 69 w 95"/>
                  <a:gd name="T19" fmla="*/ 82 h 106"/>
                  <a:gd name="T20" fmla="*/ 71 w 95"/>
                  <a:gd name="T21" fmla="*/ 81 h 106"/>
                  <a:gd name="T22" fmla="*/ 71 w 95"/>
                  <a:gd name="T23" fmla="*/ 78 h 106"/>
                  <a:gd name="T24" fmla="*/ 52 w 95"/>
                  <a:gd name="T25" fmla="*/ 59 h 106"/>
                  <a:gd name="T26" fmla="*/ 77 w 95"/>
                  <a:gd name="T27" fmla="*/ 21 h 106"/>
                  <a:gd name="T28" fmla="*/ 80 w 95"/>
                  <a:gd name="T29" fmla="*/ 16 h 106"/>
                  <a:gd name="T30" fmla="*/ 81 w 95"/>
                  <a:gd name="T31" fmla="*/ 17 h 106"/>
                  <a:gd name="T32" fmla="*/ 83 w 95"/>
                  <a:gd name="T33" fmla="*/ 17 h 106"/>
                  <a:gd name="T34" fmla="*/ 85 w 95"/>
                  <a:gd name="T35" fmla="*/ 16 h 106"/>
                  <a:gd name="T36" fmla="*/ 87 w 95"/>
                  <a:gd name="T37" fmla="*/ 13 h 106"/>
                  <a:gd name="T38" fmla="*/ 86 w 95"/>
                  <a:gd name="T39" fmla="*/ 9 h 106"/>
                  <a:gd name="T40" fmla="*/ 72 w 95"/>
                  <a:gd name="T41" fmla="*/ 1 h 106"/>
                  <a:gd name="T42" fmla="*/ 68 w 95"/>
                  <a:gd name="T43" fmla="*/ 2 h 106"/>
                  <a:gd name="T44" fmla="*/ 66 w 95"/>
                  <a:gd name="T45" fmla="*/ 5 h 106"/>
                  <a:gd name="T46" fmla="*/ 66 w 95"/>
                  <a:gd name="T47" fmla="*/ 7 h 106"/>
                  <a:gd name="T48" fmla="*/ 67 w 95"/>
                  <a:gd name="T49" fmla="*/ 9 h 106"/>
                  <a:gd name="T50" fmla="*/ 68 w 95"/>
                  <a:gd name="T51" fmla="*/ 10 h 106"/>
                  <a:gd name="T52" fmla="*/ 66 w 95"/>
                  <a:gd name="T53" fmla="*/ 14 h 106"/>
                  <a:gd name="T54" fmla="*/ 47 w 95"/>
                  <a:gd name="T55" fmla="*/ 11 h 106"/>
                  <a:gd name="T56" fmla="*/ 29 w 95"/>
                  <a:gd name="T57" fmla="*/ 14 h 106"/>
                  <a:gd name="T58" fmla="*/ 26 w 95"/>
                  <a:gd name="T59" fmla="*/ 10 h 106"/>
                  <a:gd name="T60" fmla="*/ 27 w 95"/>
                  <a:gd name="T61" fmla="*/ 9 h 106"/>
                  <a:gd name="T62" fmla="*/ 29 w 95"/>
                  <a:gd name="T63" fmla="*/ 7 h 106"/>
                  <a:gd name="T64" fmla="*/ 29 w 95"/>
                  <a:gd name="T65" fmla="*/ 5 h 106"/>
                  <a:gd name="T66" fmla="*/ 27 w 95"/>
                  <a:gd name="T67" fmla="*/ 2 h 106"/>
                  <a:gd name="T68" fmla="*/ 22 w 95"/>
                  <a:gd name="T69" fmla="*/ 1 h 106"/>
                  <a:gd name="T70" fmla="*/ 9 w 95"/>
                  <a:gd name="T71" fmla="*/ 9 h 106"/>
                  <a:gd name="T72" fmla="*/ 8 w 95"/>
                  <a:gd name="T73" fmla="*/ 13 h 106"/>
                  <a:gd name="T74" fmla="*/ 10 w 95"/>
                  <a:gd name="T75" fmla="*/ 16 h 106"/>
                  <a:gd name="T76" fmla="*/ 12 w 95"/>
                  <a:gd name="T77" fmla="*/ 17 h 106"/>
                  <a:gd name="T78" fmla="*/ 14 w 95"/>
                  <a:gd name="T79" fmla="*/ 17 h 106"/>
                  <a:gd name="T80" fmla="*/ 15 w 95"/>
                  <a:gd name="T81" fmla="*/ 16 h 106"/>
                  <a:gd name="T82" fmla="*/ 18 w 95"/>
                  <a:gd name="T83" fmla="*/ 21 h 106"/>
                  <a:gd name="T84" fmla="*/ 0 w 95"/>
                  <a:gd name="T85" fmla="*/ 58 h 106"/>
                  <a:gd name="T86" fmla="*/ 47 w 95"/>
                  <a:gd name="T87" fmla="*/ 106 h 106"/>
                  <a:gd name="T88" fmla="*/ 95 w 95"/>
                  <a:gd name="T89" fmla="*/ 58 h 106"/>
                  <a:gd name="T90" fmla="*/ 77 w 95"/>
                  <a:gd name="T91" fmla="*/ 21 h 106"/>
                  <a:gd name="T92" fmla="*/ 47 w 95"/>
                  <a:gd name="T93" fmla="*/ 97 h 106"/>
                  <a:gd name="T94" fmla="*/ 9 w 95"/>
                  <a:gd name="T95" fmla="*/ 58 h 106"/>
                  <a:gd name="T96" fmla="*/ 47 w 95"/>
                  <a:gd name="T97" fmla="*/ 20 h 106"/>
                  <a:gd name="T98" fmla="*/ 86 w 95"/>
                  <a:gd name="T99" fmla="*/ 58 h 106"/>
                  <a:gd name="T100" fmla="*/ 47 w 95"/>
                  <a:gd name="T101" fmla="*/ 97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5" h="106">
                    <a:moveTo>
                      <a:pt x="52" y="59"/>
                    </a:moveTo>
                    <a:cubicBezTo>
                      <a:pt x="52" y="59"/>
                      <a:pt x="52" y="59"/>
                      <a:pt x="52" y="58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5"/>
                      <a:pt x="50" y="33"/>
                      <a:pt x="47" y="33"/>
                    </a:cubicBezTo>
                    <a:cubicBezTo>
                      <a:pt x="45" y="33"/>
                      <a:pt x="43" y="35"/>
                      <a:pt x="43" y="37"/>
                    </a:cubicBezTo>
                    <a:cubicBezTo>
                      <a:pt x="43" y="58"/>
                      <a:pt x="43" y="58"/>
                      <a:pt x="43" y="58"/>
                    </a:cubicBezTo>
                    <a:cubicBezTo>
                      <a:pt x="43" y="61"/>
                      <a:pt x="45" y="62"/>
                      <a:pt x="47" y="62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67" y="81"/>
                      <a:pt x="67" y="81"/>
                      <a:pt x="67" y="81"/>
                    </a:cubicBezTo>
                    <a:cubicBezTo>
                      <a:pt x="68" y="82"/>
                      <a:pt x="68" y="82"/>
                      <a:pt x="69" y="82"/>
                    </a:cubicBezTo>
                    <a:cubicBezTo>
                      <a:pt x="69" y="82"/>
                      <a:pt x="70" y="82"/>
                      <a:pt x="71" y="81"/>
                    </a:cubicBezTo>
                    <a:cubicBezTo>
                      <a:pt x="72" y="80"/>
                      <a:pt x="72" y="79"/>
                      <a:pt x="71" y="78"/>
                    </a:cubicBezTo>
                    <a:lnTo>
                      <a:pt x="52" y="59"/>
                    </a:lnTo>
                    <a:close/>
                    <a:moveTo>
                      <a:pt x="77" y="21"/>
                    </a:moveTo>
                    <a:cubicBezTo>
                      <a:pt x="80" y="16"/>
                      <a:pt x="80" y="16"/>
                      <a:pt x="80" y="16"/>
                    </a:cubicBezTo>
                    <a:cubicBezTo>
                      <a:pt x="81" y="17"/>
                      <a:pt x="81" y="17"/>
                      <a:pt x="81" y="17"/>
                    </a:cubicBezTo>
                    <a:cubicBezTo>
                      <a:pt x="81" y="17"/>
                      <a:pt x="82" y="18"/>
                      <a:pt x="83" y="17"/>
                    </a:cubicBezTo>
                    <a:cubicBezTo>
                      <a:pt x="84" y="17"/>
                      <a:pt x="84" y="17"/>
                      <a:pt x="85" y="16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1"/>
                      <a:pt x="87" y="9"/>
                      <a:pt x="86" y="9"/>
                    </a:cubicBezTo>
                    <a:cubicBezTo>
                      <a:pt x="72" y="1"/>
                      <a:pt x="72" y="1"/>
                      <a:pt x="72" y="1"/>
                    </a:cubicBezTo>
                    <a:cubicBezTo>
                      <a:pt x="71" y="0"/>
                      <a:pt x="69" y="0"/>
                      <a:pt x="68" y="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6" y="6"/>
                      <a:pt x="66" y="7"/>
                      <a:pt x="66" y="7"/>
                    </a:cubicBezTo>
                    <a:cubicBezTo>
                      <a:pt x="66" y="8"/>
                      <a:pt x="67" y="9"/>
                      <a:pt x="67" y="9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0" y="12"/>
                      <a:pt x="54" y="11"/>
                      <a:pt x="47" y="11"/>
                    </a:cubicBezTo>
                    <a:cubicBezTo>
                      <a:pt x="41" y="11"/>
                      <a:pt x="35" y="12"/>
                      <a:pt x="29" y="14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9"/>
                      <a:pt x="29" y="8"/>
                      <a:pt x="29" y="7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6" y="0"/>
                      <a:pt x="24" y="0"/>
                      <a:pt x="22" y="1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8" y="9"/>
                      <a:pt x="7" y="11"/>
                      <a:pt x="8" y="13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7"/>
                      <a:pt x="11" y="17"/>
                      <a:pt x="12" y="17"/>
                    </a:cubicBezTo>
                    <a:cubicBezTo>
                      <a:pt x="13" y="18"/>
                      <a:pt x="14" y="17"/>
                      <a:pt x="14" y="17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7" y="30"/>
                      <a:pt x="0" y="43"/>
                      <a:pt x="0" y="58"/>
                    </a:cubicBezTo>
                    <a:cubicBezTo>
                      <a:pt x="0" y="85"/>
                      <a:pt x="21" y="106"/>
                      <a:pt x="47" y="106"/>
                    </a:cubicBezTo>
                    <a:cubicBezTo>
                      <a:pt x="74" y="106"/>
                      <a:pt x="95" y="85"/>
                      <a:pt x="95" y="58"/>
                    </a:cubicBezTo>
                    <a:cubicBezTo>
                      <a:pt x="95" y="43"/>
                      <a:pt x="88" y="30"/>
                      <a:pt x="77" y="21"/>
                    </a:cubicBezTo>
                    <a:close/>
                    <a:moveTo>
                      <a:pt x="47" y="97"/>
                    </a:moveTo>
                    <a:cubicBezTo>
                      <a:pt x="26" y="97"/>
                      <a:pt x="9" y="80"/>
                      <a:pt x="9" y="58"/>
                    </a:cubicBezTo>
                    <a:cubicBezTo>
                      <a:pt x="9" y="37"/>
                      <a:pt x="26" y="20"/>
                      <a:pt x="47" y="20"/>
                    </a:cubicBezTo>
                    <a:cubicBezTo>
                      <a:pt x="69" y="20"/>
                      <a:pt x="86" y="37"/>
                      <a:pt x="86" y="58"/>
                    </a:cubicBezTo>
                    <a:cubicBezTo>
                      <a:pt x="86" y="80"/>
                      <a:pt x="69" y="97"/>
                      <a:pt x="47" y="9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2682876" y="4149725"/>
            <a:ext cx="1260475" cy="1752600"/>
            <a:chOff x="2682876" y="4149725"/>
            <a:chExt cx="1260475" cy="1752600"/>
          </a:xfrm>
        </p:grpSpPr>
        <p:sp>
          <p:nvSpPr>
            <p:cNvPr id="55" name="Freeform 73"/>
            <p:cNvSpPr>
              <a:spLocks/>
            </p:cNvSpPr>
            <p:nvPr/>
          </p:nvSpPr>
          <p:spPr bwMode="auto">
            <a:xfrm>
              <a:off x="2682876" y="4448175"/>
              <a:ext cx="1260475" cy="1454150"/>
            </a:xfrm>
            <a:custGeom>
              <a:avLst/>
              <a:gdLst>
                <a:gd name="T0" fmla="*/ 794 w 794"/>
                <a:gd name="T1" fmla="*/ 228 h 916"/>
                <a:gd name="T2" fmla="*/ 794 w 794"/>
                <a:gd name="T3" fmla="*/ 686 h 916"/>
                <a:gd name="T4" fmla="*/ 396 w 794"/>
                <a:gd name="T5" fmla="*/ 916 h 916"/>
                <a:gd name="T6" fmla="*/ 0 w 794"/>
                <a:gd name="T7" fmla="*/ 686 h 916"/>
                <a:gd name="T8" fmla="*/ 0 w 794"/>
                <a:gd name="T9" fmla="*/ 228 h 916"/>
                <a:gd name="T10" fmla="*/ 396 w 794"/>
                <a:gd name="T11" fmla="*/ 0 h 916"/>
                <a:gd name="T12" fmla="*/ 794 w 794"/>
                <a:gd name="T13" fmla="*/ 22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4" h="916">
                  <a:moveTo>
                    <a:pt x="794" y="228"/>
                  </a:moveTo>
                  <a:lnTo>
                    <a:pt x="794" y="686"/>
                  </a:lnTo>
                  <a:lnTo>
                    <a:pt x="396" y="916"/>
                  </a:lnTo>
                  <a:lnTo>
                    <a:pt x="0" y="686"/>
                  </a:lnTo>
                  <a:lnTo>
                    <a:pt x="0" y="228"/>
                  </a:lnTo>
                  <a:lnTo>
                    <a:pt x="396" y="0"/>
                  </a:lnTo>
                  <a:lnTo>
                    <a:pt x="794" y="22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80"/>
            <p:cNvSpPr>
              <a:spLocks noChangeArrowheads="1"/>
            </p:cNvSpPr>
            <p:nvPr/>
          </p:nvSpPr>
          <p:spPr bwMode="auto">
            <a:xfrm>
              <a:off x="3022601" y="4775200"/>
              <a:ext cx="577850" cy="69850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05"/>
            <p:cNvSpPr>
              <a:spLocks/>
            </p:cNvSpPr>
            <p:nvPr/>
          </p:nvSpPr>
          <p:spPr bwMode="auto">
            <a:xfrm>
              <a:off x="2682876" y="4810125"/>
              <a:ext cx="628650" cy="1092200"/>
            </a:xfrm>
            <a:custGeom>
              <a:avLst/>
              <a:gdLst>
                <a:gd name="T0" fmla="*/ 396 w 396"/>
                <a:gd name="T1" fmla="*/ 230 h 688"/>
                <a:gd name="T2" fmla="*/ 396 w 396"/>
                <a:gd name="T3" fmla="*/ 688 h 688"/>
                <a:gd name="T4" fmla="*/ 0 w 396"/>
                <a:gd name="T5" fmla="*/ 458 h 688"/>
                <a:gd name="T6" fmla="*/ 0 w 396"/>
                <a:gd name="T7" fmla="*/ 0 h 688"/>
                <a:gd name="T8" fmla="*/ 396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396" y="230"/>
                  </a:moveTo>
                  <a:lnTo>
                    <a:pt x="396" y="688"/>
                  </a:lnTo>
                  <a:lnTo>
                    <a:pt x="0" y="458"/>
                  </a:lnTo>
                  <a:lnTo>
                    <a:pt x="0" y="0"/>
                  </a:lnTo>
                  <a:lnTo>
                    <a:pt x="396" y="230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06"/>
            <p:cNvSpPr>
              <a:spLocks/>
            </p:cNvSpPr>
            <p:nvPr/>
          </p:nvSpPr>
          <p:spPr bwMode="auto">
            <a:xfrm>
              <a:off x="3311526" y="4810125"/>
              <a:ext cx="631825" cy="1092200"/>
            </a:xfrm>
            <a:custGeom>
              <a:avLst/>
              <a:gdLst>
                <a:gd name="T0" fmla="*/ 0 w 398"/>
                <a:gd name="T1" fmla="*/ 230 h 688"/>
                <a:gd name="T2" fmla="*/ 0 w 398"/>
                <a:gd name="T3" fmla="*/ 688 h 688"/>
                <a:gd name="T4" fmla="*/ 398 w 398"/>
                <a:gd name="T5" fmla="*/ 458 h 688"/>
                <a:gd name="T6" fmla="*/ 398 w 398"/>
                <a:gd name="T7" fmla="*/ 0 h 688"/>
                <a:gd name="T8" fmla="*/ 0 w 398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688">
                  <a:moveTo>
                    <a:pt x="0" y="230"/>
                  </a:moveTo>
                  <a:lnTo>
                    <a:pt x="0" y="688"/>
                  </a:lnTo>
                  <a:lnTo>
                    <a:pt x="398" y="458"/>
                  </a:lnTo>
                  <a:lnTo>
                    <a:pt x="398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3009901" y="4149725"/>
              <a:ext cx="603250" cy="600075"/>
              <a:chOff x="3009901" y="4149725"/>
              <a:chExt cx="603250" cy="600075"/>
            </a:xfrm>
          </p:grpSpPr>
          <p:sp>
            <p:nvSpPr>
              <p:cNvPr id="60" name="Oval 89"/>
              <p:cNvSpPr>
                <a:spLocks noChangeArrowheads="1"/>
              </p:cNvSpPr>
              <p:nvPr/>
            </p:nvSpPr>
            <p:spPr bwMode="auto">
              <a:xfrm>
                <a:off x="3022601" y="4162425"/>
                <a:ext cx="577850" cy="57467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90"/>
              <p:cNvSpPr>
                <a:spLocks noEditPoints="1"/>
              </p:cNvSpPr>
              <p:nvPr/>
            </p:nvSpPr>
            <p:spPr bwMode="auto">
              <a:xfrm>
                <a:off x="3009901" y="4149725"/>
                <a:ext cx="603250" cy="600075"/>
              </a:xfrm>
              <a:custGeom>
                <a:avLst/>
                <a:gdLst>
                  <a:gd name="T0" fmla="*/ 95 w 190"/>
                  <a:gd name="T1" fmla="*/ 189 h 189"/>
                  <a:gd name="T2" fmla="*/ 0 w 190"/>
                  <a:gd name="T3" fmla="*/ 95 h 189"/>
                  <a:gd name="T4" fmla="*/ 95 w 190"/>
                  <a:gd name="T5" fmla="*/ 0 h 189"/>
                  <a:gd name="T6" fmla="*/ 190 w 190"/>
                  <a:gd name="T7" fmla="*/ 95 h 189"/>
                  <a:gd name="T8" fmla="*/ 95 w 190"/>
                  <a:gd name="T9" fmla="*/ 189 h 189"/>
                  <a:gd name="T10" fmla="*/ 95 w 190"/>
                  <a:gd name="T11" fmla="*/ 8 h 189"/>
                  <a:gd name="T12" fmla="*/ 8 w 190"/>
                  <a:gd name="T13" fmla="*/ 95 h 189"/>
                  <a:gd name="T14" fmla="*/ 95 w 190"/>
                  <a:gd name="T15" fmla="*/ 181 h 189"/>
                  <a:gd name="T16" fmla="*/ 182 w 190"/>
                  <a:gd name="T17" fmla="*/ 95 h 189"/>
                  <a:gd name="T18" fmla="*/ 95 w 190"/>
                  <a:gd name="T19" fmla="*/ 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89">
                    <a:moveTo>
                      <a:pt x="95" y="189"/>
                    </a:moveTo>
                    <a:cubicBezTo>
                      <a:pt x="43" y="189"/>
                      <a:pt x="0" y="147"/>
                      <a:pt x="0" y="95"/>
                    </a:cubicBezTo>
                    <a:cubicBezTo>
                      <a:pt x="0" y="42"/>
                      <a:pt x="43" y="0"/>
                      <a:pt x="95" y="0"/>
                    </a:cubicBezTo>
                    <a:cubicBezTo>
                      <a:pt x="147" y="0"/>
                      <a:pt x="190" y="42"/>
                      <a:pt x="190" y="95"/>
                    </a:cubicBezTo>
                    <a:cubicBezTo>
                      <a:pt x="190" y="147"/>
                      <a:pt x="147" y="189"/>
                      <a:pt x="95" y="189"/>
                    </a:cubicBezTo>
                    <a:close/>
                    <a:moveTo>
                      <a:pt x="95" y="8"/>
                    </a:moveTo>
                    <a:cubicBezTo>
                      <a:pt x="47" y="8"/>
                      <a:pt x="8" y="47"/>
                      <a:pt x="8" y="95"/>
                    </a:cubicBezTo>
                    <a:cubicBezTo>
                      <a:pt x="8" y="142"/>
                      <a:pt x="47" y="181"/>
                      <a:pt x="95" y="181"/>
                    </a:cubicBezTo>
                    <a:cubicBezTo>
                      <a:pt x="143" y="181"/>
                      <a:pt x="182" y="142"/>
                      <a:pt x="182" y="95"/>
                    </a:cubicBezTo>
                    <a:cubicBezTo>
                      <a:pt x="182" y="47"/>
                      <a:pt x="143" y="8"/>
                      <a:pt x="95" y="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96"/>
              <p:cNvSpPr>
                <a:spLocks noEditPoints="1"/>
              </p:cNvSpPr>
              <p:nvPr/>
            </p:nvSpPr>
            <p:spPr bwMode="auto">
              <a:xfrm>
                <a:off x="3143251" y="4251325"/>
                <a:ext cx="368300" cy="368300"/>
              </a:xfrm>
              <a:custGeom>
                <a:avLst/>
                <a:gdLst>
                  <a:gd name="T0" fmla="*/ 100 w 116"/>
                  <a:gd name="T1" fmla="*/ 16 h 116"/>
                  <a:gd name="T2" fmla="*/ 41 w 116"/>
                  <a:gd name="T3" fmla="*/ 16 h 116"/>
                  <a:gd name="T4" fmla="*/ 35 w 116"/>
                  <a:gd name="T5" fmla="*/ 67 h 116"/>
                  <a:gd name="T6" fmla="*/ 5 w 116"/>
                  <a:gd name="T7" fmla="*/ 98 h 116"/>
                  <a:gd name="T8" fmla="*/ 8 w 116"/>
                  <a:gd name="T9" fmla="*/ 109 h 116"/>
                  <a:gd name="T10" fmla="*/ 18 w 116"/>
                  <a:gd name="T11" fmla="*/ 111 h 116"/>
                  <a:gd name="T12" fmla="*/ 49 w 116"/>
                  <a:gd name="T13" fmla="*/ 81 h 116"/>
                  <a:gd name="T14" fmla="*/ 100 w 116"/>
                  <a:gd name="T15" fmla="*/ 75 h 116"/>
                  <a:gd name="T16" fmla="*/ 100 w 116"/>
                  <a:gd name="T17" fmla="*/ 16 h 116"/>
                  <a:gd name="T18" fmla="*/ 95 w 116"/>
                  <a:gd name="T19" fmla="*/ 70 h 116"/>
                  <a:gd name="T20" fmla="*/ 46 w 116"/>
                  <a:gd name="T21" fmla="*/ 70 h 116"/>
                  <a:gd name="T22" fmla="*/ 46 w 116"/>
                  <a:gd name="T23" fmla="*/ 21 h 116"/>
                  <a:gd name="T24" fmla="*/ 95 w 116"/>
                  <a:gd name="T25" fmla="*/ 21 h 116"/>
                  <a:gd name="T26" fmla="*/ 95 w 116"/>
                  <a:gd name="T27" fmla="*/ 70 h 116"/>
                  <a:gd name="T28" fmla="*/ 91 w 116"/>
                  <a:gd name="T29" fmla="*/ 25 h 116"/>
                  <a:gd name="T30" fmla="*/ 88 w 116"/>
                  <a:gd name="T31" fmla="*/ 25 h 116"/>
                  <a:gd name="T32" fmla="*/ 88 w 116"/>
                  <a:gd name="T33" fmla="*/ 28 h 116"/>
                  <a:gd name="T34" fmla="*/ 88 w 116"/>
                  <a:gd name="T35" fmla="*/ 63 h 116"/>
                  <a:gd name="T36" fmla="*/ 88 w 116"/>
                  <a:gd name="T37" fmla="*/ 66 h 116"/>
                  <a:gd name="T38" fmla="*/ 91 w 116"/>
                  <a:gd name="T39" fmla="*/ 66 h 116"/>
                  <a:gd name="T40" fmla="*/ 91 w 116"/>
                  <a:gd name="T41" fmla="*/ 2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6" h="116">
                    <a:moveTo>
                      <a:pt x="100" y="16"/>
                    </a:moveTo>
                    <a:cubicBezTo>
                      <a:pt x="84" y="0"/>
                      <a:pt x="57" y="0"/>
                      <a:pt x="41" y="16"/>
                    </a:cubicBezTo>
                    <a:cubicBezTo>
                      <a:pt x="27" y="30"/>
                      <a:pt x="25" y="51"/>
                      <a:pt x="35" y="67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5" y="98"/>
                      <a:pt x="0" y="101"/>
                      <a:pt x="8" y="109"/>
                    </a:cubicBezTo>
                    <a:cubicBezTo>
                      <a:pt x="15" y="116"/>
                      <a:pt x="18" y="111"/>
                      <a:pt x="18" y="111"/>
                    </a:cubicBezTo>
                    <a:cubicBezTo>
                      <a:pt x="49" y="81"/>
                      <a:pt x="49" y="81"/>
                      <a:pt x="49" y="81"/>
                    </a:cubicBezTo>
                    <a:cubicBezTo>
                      <a:pt x="65" y="91"/>
                      <a:pt x="86" y="89"/>
                      <a:pt x="100" y="75"/>
                    </a:cubicBezTo>
                    <a:cubicBezTo>
                      <a:pt x="116" y="59"/>
                      <a:pt x="116" y="32"/>
                      <a:pt x="100" y="16"/>
                    </a:cubicBezTo>
                    <a:close/>
                    <a:moveTo>
                      <a:pt x="95" y="70"/>
                    </a:moveTo>
                    <a:cubicBezTo>
                      <a:pt x="81" y="83"/>
                      <a:pt x="60" y="83"/>
                      <a:pt x="46" y="70"/>
                    </a:cubicBezTo>
                    <a:cubicBezTo>
                      <a:pt x="33" y="56"/>
                      <a:pt x="33" y="35"/>
                      <a:pt x="46" y="21"/>
                    </a:cubicBezTo>
                    <a:cubicBezTo>
                      <a:pt x="60" y="8"/>
                      <a:pt x="81" y="8"/>
                      <a:pt x="95" y="21"/>
                    </a:cubicBezTo>
                    <a:cubicBezTo>
                      <a:pt x="108" y="35"/>
                      <a:pt x="108" y="56"/>
                      <a:pt x="95" y="70"/>
                    </a:cubicBezTo>
                    <a:close/>
                    <a:moveTo>
                      <a:pt x="91" y="25"/>
                    </a:moveTo>
                    <a:cubicBezTo>
                      <a:pt x="90" y="24"/>
                      <a:pt x="89" y="24"/>
                      <a:pt x="88" y="25"/>
                    </a:cubicBezTo>
                    <a:cubicBezTo>
                      <a:pt x="87" y="26"/>
                      <a:pt x="87" y="28"/>
                      <a:pt x="88" y="28"/>
                    </a:cubicBezTo>
                    <a:cubicBezTo>
                      <a:pt x="97" y="38"/>
                      <a:pt x="97" y="53"/>
                      <a:pt x="88" y="63"/>
                    </a:cubicBezTo>
                    <a:cubicBezTo>
                      <a:pt x="87" y="64"/>
                      <a:pt x="87" y="65"/>
                      <a:pt x="88" y="66"/>
                    </a:cubicBezTo>
                    <a:cubicBezTo>
                      <a:pt x="89" y="67"/>
                      <a:pt x="90" y="67"/>
                      <a:pt x="91" y="66"/>
                    </a:cubicBezTo>
                    <a:cubicBezTo>
                      <a:pt x="102" y="55"/>
                      <a:pt x="102" y="36"/>
                      <a:pt x="91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5200651" y="4149725"/>
            <a:ext cx="1260475" cy="1752600"/>
            <a:chOff x="5200651" y="4149725"/>
            <a:chExt cx="1260475" cy="1752600"/>
          </a:xfrm>
        </p:grpSpPr>
        <p:sp>
          <p:nvSpPr>
            <p:cNvPr id="64" name="Freeform 75"/>
            <p:cNvSpPr>
              <a:spLocks/>
            </p:cNvSpPr>
            <p:nvPr/>
          </p:nvSpPr>
          <p:spPr bwMode="auto">
            <a:xfrm>
              <a:off x="5200651" y="4448175"/>
              <a:ext cx="1260475" cy="1454150"/>
            </a:xfrm>
            <a:custGeom>
              <a:avLst/>
              <a:gdLst>
                <a:gd name="T0" fmla="*/ 794 w 794"/>
                <a:gd name="T1" fmla="*/ 228 h 916"/>
                <a:gd name="T2" fmla="*/ 794 w 794"/>
                <a:gd name="T3" fmla="*/ 686 h 916"/>
                <a:gd name="T4" fmla="*/ 398 w 794"/>
                <a:gd name="T5" fmla="*/ 916 h 916"/>
                <a:gd name="T6" fmla="*/ 0 w 794"/>
                <a:gd name="T7" fmla="*/ 686 h 916"/>
                <a:gd name="T8" fmla="*/ 0 w 794"/>
                <a:gd name="T9" fmla="*/ 228 h 916"/>
                <a:gd name="T10" fmla="*/ 398 w 794"/>
                <a:gd name="T11" fmla="*/ 0 h 916"/>
                <a:gd name="T12" fmla="*/ 794 w 794"/>
                <a:gd name="T13" fmla="*/ 22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4" h="916">
                  <a:moveTo>
                    <a:pt x="794" y="228"/>
                  </a:moveTo>
                  <a:lnTo>
                    <a:pt x="794" y="686"/>
                  </a:lnTo>
                  <a:lnTo>
                    <a:pt x="398" y="916"/>
                  </a:lnTo>
                  <a:lnTo>
                    <a:pt x="0" y="686"/>
                  </a:lnTo>
                  <a:lnTo>
                    <a:pt x="0" y="228"/>
                  </a:lnTo>
                  <a:lnTo>
                    <a:pt x="398" y="0"/>
                  </a:lnTo>
                  <a:lnTo>
                    <a:pt x="794" y="22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82"/>
            <p:cNvSpPr>
              <a:spLocks noChangeArrowheads="1"/>
            </p:cNvSpPr>
            <p:nvPr/>
          </p:nvSpPr>
          <p:spPr bwMode="auto">
            <a:xfrm>
              <a:off x="5543551" y="4775200"/>
              <a:ext cx="577850" cy="69850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09"/>
            <p:cNvSpPr>
              <a:spLocks/>
            </p:cNvSpPr>
            <p:nvPr/>
          </p:nvSpPr>
          <p:spPr bwMode="auto">
            <a:xfrm>
              <a:off x="5200651" y="4810125"/>
              <a:ext cx="631825" cy="1092200"/>
            </a:xfrm>
            <a:custGeom>
              <a:avLst/>
              <a:gdLst>
                <a:gd name="T0" fmla="*/ 398 w 398"/>
                <a:gd name="T1" fmla="*/ 230 h 688"/>
                <a:gd name="T2" fmla="*/ 398 w 398"/>
                <a:gd name="T3" fmla="*/ 688 h 688"/>
                <a:gd name="T4" fmla="*/ 0 w 398"/>
                <a:gd name="T5" fmla="*/ 458 h 688"/>
                <a:gd name="T6" fmla="*/ 0 w 398"/>
                <a:gd name="T7" fmla="*/ 0 h 688"/>
                <a:gd name="T8" fmla="*/ 398 w 398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688">
                  <a:moveTo>
                    <a:pt x="398" y="230"/>
                  </a:moveTo>
                  <a:lnTo>
                    <a:pt x="398" y="688"/>
                  </a:lnTo>
                  <a:lnTo>
                    <a:pt x="0" y="458"/>
                  </a:lnTo>
                  <a:lnTo>
                    <a:pt x="0" y="0"/>
                  </a:lnTo>
                  <a:lnTo>
                    <a:pt x="398" y="230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10"/>
            <p:cNvSpPr>
              <a:spLocks/>
            </p:cNvSpPr>
            <p:nvPr/>
          </p:nvSpPr>
          <p:spPr bwMode="auto">
            <a:xfrm>
              <a:off x="5832476" y="4810125"/>
              <a:ext cx="628650" cy="1092200"/>
            </a:xfrm>
            <a:custGeom>
              <a:avLst/>
              <a:gdLst>
                <a:gd name="T0" fmla="*/ 0 w 396"/>
                <a:gd name="T1" fmla="*/ 230 h 688"/>
                <a:gd name="T2" fmla="*/ 0 w 396"/>
                <a:gd name="T3" fmla="*/ 688 h 688"/>
                <a:gd name="T4" fmla="*/ 396 w 396"/>
                <a:gd name="T5" fmla="*/ 458 h 688"/>
                <a:gd name="T6" fmla="*/ 396 w 396"/>
                <a:gd name="T7" fmla="*/ 0 h 688"/>
                <a:gd name="T8" fmla="*/ 0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0" y="230"/>
                  </a:moveTo>
                  <a:lnTo>
                    <a:pt x="0" y="688"/>
                  </a:lnTo>
                  <a:lnTo>
                    <a:pt x="396" y="458"/>
                  </a:lnTo>
                  <a:lnTo>
                    <a:pt x="396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5530851" y="4149725"/>
              <a:ext cx="603250" cy="600075"/>
              <a:chOff x="5530851" y="4149725"/>
              <a:chExt cx="603250" cy="600075"/>
            </a:xfrm>
          </p:grpSpPr>
          <p:sp>
            <p:nvSpPr>
              <p:cNvPr id="69" name="Oval 93"/>
              <p:cNvSpPr>
                <a:spLocks noChangeArrowheads="1"/>
              </p:cNvSpPr>
              <p:nvPr/>
            </p:nvSpPr>
            <p:spPr bwMode="auto">
              <a:xfrm>
                <a:off x="5543551" y="4162425"/>
                <a:ext cx="577850" cy="57467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94"/>
              <p:cNvSpPr>
                <a:spLocks noEditPoints="1"/>
              </p:cNvSpPr>
              <p:nvPr/>
            </p:nvSpPr>
            <p:spPr bwMode="auto">
              <a:xfrm>
                <a:off x="5530851" y="4149725"/>
                <a:ext cx="603250" cy="600075"/>
              </a:xfrm>
              <a:custGeom>
                <a:avLst/>
                <a:gdLst>
                  <a:gd name="T0" fmla="*/ 95 w 190"/>
                  <a:gd name="T1" fmla="*/ 189 h 189"/>
                  <a:gd name="T2" fmla="*/ 0 w 190"/>
                  <a:gd name="T3" fmla="*/ 95 h 189"/>
                  <a:gd name="T4" fmla="*/ 95 w 190"/>
                  <a:gd name="T5" fmla="*/ 0 h 189"/>
                  <a:gd name="T6" fmla="*/ 190 w 190"/>
                  <a:gd name="T7" fmla="*/ 95 h 189"/>
                  <a:gd name="T8" fmla="*/ 95 w 190"/>
                  <a:gd name="T9" fmla="*/ 189 h 189"/>
                  <a:gd name="T10" fmla="*/ 95 w 190"/>
                  <a:gd name="T11" fmla="*/ 8 h 189"/>
                  <a:gd name="T12" fmla="*/ 8 w 190"/>
                  <a:gd name="T13" fmla="*/ 95 h 189"/>
                  <a:gd name="T14" fmla="*/ 95 w 190"/>
                  <a:gd name="T15" fmla="*/ 181 h 189"/>
                  <a:gd name="T16" fmla="*/ 182 w 190"/>
                  <a:gd name="T17" fmla="*/ 95 h 189"/>
                  <a:gd name="T18" fmla="*/ 95 w 190"/>
                  <a:gd name="T19" fmla="*/ 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89">
                    <a:moveTo>
                      <a:pt x="95" y="189"/>
                    </a:moveTo>
                    <a:cubicBezTo>
                      <a:pt x="43" y="189"/>
                      <a:pt x="0" y="147"/>
                      <a:pt x="0" y="95"/>
                    </a:cubicBezTo>
                    <a:cubicBezTo>
                      <a:pt x="0" y="42"/>
                      <a:pt x="43" y="0"/>
                      <a:pt x="95" y="0"/>
                    </a:cubicBezTo>
                    <a:cubicBezTo>
                      <a:pt x="147" y="0"/>
                      <a:pt x="190" y="42"/>
                      <a:pt x="190" y="95"/>
                    </a:cubicBezTo>
                    <a:cubicBezTo>
                      <a:pt x="190" y="147"/>
                      <a:pt x="147" y="189"/>
                      <a:pt x="95" y="189"/>
                    </a:cubicBezTo>
                    <a:close/>
                    <a:moveTo>
                      <a:pt x="95" y="8"/>
                    </a:moveTo>
                    <a:cubicBezTo>
                      <a:pt x="47" y="8"/>
                      <a:pt x="8" y="47"/>
                      <a:pt x="8" y="95"/>
                    </a:cubicBezTo>
                    <a:cubicBezTo>
                      <a:pt x="8" y="142"/>
                      <a:pt x="47" y="181"/>
                      <a:pt x="95" y="181"/>
                    </a:cubicBezTo>
                    <a:cubicBezTo>
                      <a:pt x="143" y="181"/>
                      <a:pt x="182" y="142"/>
                      <a:pt x="182" y="95"/>
                    </a:cubicBezTo>
                    <a:cubicBezTo>
                      <a:pt x="182" y="47"/>
                      <a:pt x="143" y="8"/>
                      <a:pt x="95" y="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100"/>
              <p:cNvSpPr>
                <a:spLocks noEditPoints="1"/>
              </p:cNvSpPr>
              <p:nvPr/>
            </p:nvSpPr>
            <p:spPr bwMode="auto">
              <a:xfrm>
                <a:off x="5670551" y="4248150"/>
                <a:ext cx="323850" cy="336550"/>
              </a:xfrm>
              <a:custGeom>
                <a:avLst/>
                <a:gdLst>
                  <a:gd name="T0" fmla="*/ 71 w 102"/>
                  <a:gd name="T1" fmla="*/ 88 h 106"/>
                  <a:gd name="T2" fmla="*/ 74 w 102"/>
                  <a:gd name="T3" fmla="*/ 91 h 106"/>
                  <a:gd name="T4" fmla="*/ 102 w 102"/>
                  <a:gd name="T5" fmla="*/ 106 h 106"/>
                  <a:gd name="T6" fmla="*/ 101 w 102"/>
                  <a:gd name="T7" fmla="*/ 74 h 106"/>
                  <a:gd name="T8" fmla="*/ 100 w 102"/>
                  <a:gd name="T9" fmla="*/ 71 h 106"/>
                  <a:gd name="T10" fmla="*/ 97 w 102"/>
                  <a:gd name="T11" fmla="*/ 66 h 106"/>
                  <a:gd name="T12" fmla="*/ 68 w 102"/>
                  <a:gd name="T13" fmla="*/ 83 h 106"/>
                  <a:gd name="T14" fmla="*/ 71 w 102"/>
                  <a:gd name="T15" fmla="*/ 88 h 106"/>
                  <a:gd name="T16" fmla="*/ 88 w 102"/>
                  <a:gd name="T17" fmla="*/ 66 h 106"/>
                  <a:gd name="T18" fmla="*/ 95 w 102"/>
                  <a:gd name="T19" fmla="*/ 62 h 106"/>
                  <a:gd name="T20" fmla="*/ 65 w 102"/>
                  <a:gd name="T21" fmla="*/ 12 h 106"/>
                  <a:gd name="T22" fmla="*/ 58 w 102"/>
                  <a:gd name="T23" fmla="*/ 16 h 106"/>
                  <a:gd name="T24" fmla="*/ 88 w 102"/>
                  <a:gd name="T25" fmla="*/ 66 h 106"/>
                  <a:gd name="T26" fmla="*/ 85 w 102"/>
                  <a:gd name="T27" fmla="*/ 68 h 106"/>
                  <a:gd name="T28" fmla="*/ 55 w 102"/>
                  <a:gd name="T29" fmla="*/ 18 h 106"/>
                  <a:gd name="T30" fmla="*/ 46 w 102"/>
                  <a:gd name="T31" fmla="*/ 24 h 106"/>
                  <a:gd name="T32" fmla="*/ 76 w 102"/>
                  <a:gd name="T33" fmla="*/ 73 h 106"/>
                  <a:gd name="T34" fmla="*/ 85 w 102"/>
                  <a:gd name="T35" fmla="*/ 68 h 106"/>
                  <a:gd name="T36" fmla="*/ 36 w 102"/>
                  <a:gd name="T37" fmla="*/ 30 h 106"/>
                  <a:gd name="T38" fmla="*/ 66 w 102"/>
                  <a:gd name="T39" fmla="*/ 79 h 106"/>
                  <a:gd name="T40" fmla="*/ 73 w 102"/>
                  <a:gd name="T41" fmla="*/ 75 h 106"/>
                  <a:gd name="T42" fmla="*/ 43 w 102"/>
                  <a:gd name="T43" fmla="*/ 25 h 106"/>
                  <a:gd name="T44" fmla="*/ 36 w 102"/>
                  <a:gd name="T45" fmla="*/ 30 h 106"/>
                  <a:gd name="T46" fmla="*/ 33 w 102"/>
                  <a:gd name="T47" fmla="*/ 26 h 106"/>
                  <a:gd name="T48" fmla="*/ 62 w 102"/>
                  <a:gd name="T49" fmla="*/ 8 h 106"/>
                  <a:gd name="T50" fmla="*/ 60 w 102"/>
                  <a:gd name="T51" fmla="*/ 4 h 106"/>
                  <a:gd name="T52" fmla="*/ 51 w 102"/>
                  <a:gd name="T53" fmla="*/ 2 h 106"/>
                  <a:gd name="T54" fmla="*/ 33 w 102"/>
                  <a:gd name="T55" fmla="*/ 13 h 106"/>
                  <a:gd name="T56" fmla="*/ 31 w 102"/>
                  <a:gd name="T57" fmla="*/ 22 h 106"/>
                  <a:gd name="T58" fmla="*/ 33 w 102"/>
                  <a:gd name="T59" fmla="*/ 26 h 106"/>
                  <a:gd name="T60" fmla="*/ 0 w 102"/>
                  <a:gd name="T61" fmla="*/ 106 h 106"/>
                  <a:gd name="T62" fmla="*/ 78 w 102"/>
                  <a:gd name="T63" fmla="*/ 106 h 106"/>
                  <a:gd name="T64" fmla="*/ 78 w 102"/>
                  <a:gd name="T65" fmla="*/ 100 h 106"/>
                  <a:gd name="T66" fmla="*/ 0 w 102"/>
                  <a:gd name="T67" fmla="*/ 100 h 106"/>
                  <a:gd name="T68" fmla="*/ 0 w 102"/>
                  <a:gd name="T69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2" h="106">
                    <a:moveTo>
                      <a:pt x="71" y="88"/>
                    </a:moveTo>
                    <a:cubicBezTo>
                      <a:pt x="72" y="89"/>
                      <a:pt x="73" y="90"/>
                      <a:pt x="74" y="91"/>
                    </a:cubicBezTo>
                    <a:cubicBezTo>
                      <a:pt x="102" y="106"/>
                      <a:pt x="102" y="106"/>
                      <a:pt x="102" y="106"/>
                    </a:cubicBezTo>
                    <a:cubicBezTo>
                      <a:pt x="101" y="74"/>
                      <a:pt x="101" y="74"/>
                      <a:pt x="101" y="74"/>
                    </a:cubicBezTo>
                    <a:cubicBezTo>
                      <a:pt x="101" y="73"/>
                      <a:pt x="101" y="72"/>
                      <a:pt x="100" y="71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68" y="83"/>
                      <a:pt x="68" y="83"/>
                      <a:pt x="68" y="83"/>
                    </a:cubicBezTo>
                    <a:lnTo>
                      <a:pt x="71" y="88"/>
                    </a:lnTo>
                    <a:close/>
                    <a:moveTo>
                      <a:pt x="88" y="66"/>
                    </a:moveTo>
                    <a:cubicBezTo>
                      <a:pt x="95" y="62"/>
                      <a:pt x="95" y="62"/>
                      <a:pt x="95" y="62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58" y="16"/>
                      <a:pt x="58" y="16"/>
                      <a:pt x="58" y="16"/>
                    </a:cubicBezTo>
                    <a:lnTo>
                      <a:pt x="88" y="66"/>
                    </a:lnTo>
                    <a:close/>
                    <a:moveTo>
                      <a:pt x="85" y="68"/>
                    </a:moveTo>
                    <a:cubicBezTo>
                      <a:pt x="55" y="18"/>
                      <a:pt x="55" y="18"/>
                      <a:pt x="55" y="18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76" y="73"/>
                      <a:pt x="76" y="73"/>
                      <a:pt x="76" y="73"/>
                    </a:cubicBezTo>
                    <a:lnTo>
                      <a:pt x="85" y="68"/>
                    </a:lnTo>
                    <a:close/>
                    <a:moveTo>
                      <a:pt x="36" y="30"/>
                    </a:moveTo>
                    <a:cubicBezTo>
                      <a:pt x="66" y="79"/>
                      <a:pt x="66" y="79"/>
                      <a:pt x="66" y="79"/>
                    </a:cubicBezTo>
                    <a:cubicBezTo>
                      <a:pt x="73" y="75"/>
                      <a:pt x="73" y="75"/>
                      <a:pt x="73" y="75"/>
                    </a:cubicBezTo>
                    <a:cubicBezTo>
                      <a:pt x="43" y="25"/>
                      <a:pt x="43" y="25"/>
                      <a:pt x="43" y="25"/>
                    </a:cubicBezTo>
                    <a:lnTo>
                      <a:pt x="36" y="30"/>
                    </a:lnTo>
                    <a:close/>
                    <a:moveTo>
                      <a:pt x="33" y="26"/>
                    </a:moveTo>
                    <a:cubicBezTo>
                      <a:pt x="62" y="8"/>
                      <a:pt x="62" y="8"/>
                      <a:pt x="62" y="8"/>
                    </a:cubicBezTo>
                    <a:cubicBezTo>
                      <a:pt x="60" y="4"/>
                      <a:pt x="60" y="4"/>
                      <a:pt x="60" y="4"/>
                    </a:cubicBezTo>
                    <a:cubicBezTo>
                      <a:pt x="58" y="1"/>
                      <a:pt x="54" y="0"/>
                      <a:pt x="51" y="2"/>
                    </a:cubicBezTo>
                    <a:cubicBezTo>
                      <a:pt x="33" y="13"/>
                      <a:pt x="33" y="13"/>
                      <a:pt x="33" y="13"/>
                    </a:cubicBezTo>
                    <a:cubicBezTo>
                      <a:pt x="30" y="15"/>
                      <a:pt x="29" y="19"/>
                      <a:pt x="31" y="22"/>
                    </a:cubicBezTo>
                    <a:lnTo>
                      <a:pt x="33" y="26"/>
                    </a:lnTo>
                    <a:close/>
                    <a:moveTo>
                      <a:pt x="0" y="106"/>
                    </a:move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0"/>
                      <a:pt x="78" y="100"/>
                      <a:pt x="78" y="100"/>
                    </a:cubicBezTo>
                    <a:cubicBezTo>
                      <a:pt x="0" y="100"/>
                      <a:pt x="0" y="100"/>
                      <a:pt x="0" y="100"/>
                    </a:cubicBezTo>
                    <a:lnTo>
                      <a:pt x="0" y="10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3943351" y="4149725"/>
            <a:ext cx="1257300" cy="1752600"/>
            <a:chOff x="3943351" y="4149725"/>
            <a:chExt cx="1257300" cy="1752600"/>
          </a:xfrm>
        </p:grpSpPr>
        <p:sp>
          <p:nvSpPr>
            <p:cNvPr id="73" name="Freeform 74"/>
            <p:cNvSpPr>
              <a:spLocks/>
            </p:cNvSpPr>
            <p:nvPr/>
          </p:nvSpPr>
          <p:spPr bwMode="auto">
            <a:xfrm>
              <a:off x="3943351" y="4448175"/>
              <a:ext cx="1257300" cy="1454150"/>
            </a:xfrm>
            <a:custGeom>
              <a:avLst/>
              <a:gdLst>
                <a:gd name="T0" fmla="*/ 792 w 792"/>
                <a:gd name="T1" fmla="*/ 228 h 916"/>
                <a:gd name="T2" fmla="*/ 792 w 792"/>
                <a:gd name="T3" fmla="*/ 686 h 916"/>
                <a:gd name="T4" fmla="*/ 396 w 792"/>
                <a:gd name="T5" fmla="*/ 916 h 916"/>
                <a:gd name="T6" fmla="*/ 0 w 792"/>
                <a:gd name="T7" fmla="*/ 686 h 916"/>
                <a:gd name="T8" fmla="*/ 0 w 792"/>
                <a:gd name="T9" fmla="*/ 228 h 916"/>
                <a:gd name="T10" fmla="*/ 396 w 792"/>
                <a:gd name="T11" fmla="*/ 0 h 916"/>
                <a:gd name="T12" fmla="*/ 792 w 792"/>
                <a:gd name="T13" fmla="*/ 228 h 916"/>
                <a:gd name="T14" fmla="*/ 792 w 792"/>
                <a:gd name="T15" fmla="*/ 228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2" h="916">
                  <a:moveTo>
                    <a:pt x="792" y="228"/>
                  </a:moveTo>
                  <a:lnTo>
                    <a:pt x="792" y="686"/>
                  </a:lnTo>
                  <a:lnTo>
                    <a:pt x="396" y="916"/>
                  </a:lnTo>
                  <a:lnTo>
                    <a:pt x="0" y="686"/>
                  </a:lnTo>
                  <a:lnTo>
                    <a:pt x="0" y="228"/>
                  </a:lnTo>
                  <a:lnTo>
                    <a:pt x="396" y="0"/>
                  </a:lnTo>
                  <a:lnTo>
                    <a:pt x="792" y="228"/>
                  </a:lnTo>
                  <a:lnTo>
                    <a:pt x="792" y="22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Oval 81"/>
            <p:cNvSpPr>
              <a:spLocks noChangeArrowheads="1"/>
            </p:cNvSpPr>
            <p:nvPr/>
          </p:nvSpPr>
          <p:spPr bwMode="auto">
            <a:xfrm>
              <a:off x="4283076" y="4775200"/>
              <a:ext cx="577850" cy="69850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07"/>
            <p:cNvSpPr>
              <a:spLocks/>
            </p:cNvSpPr>
            <p:nvPr/>
          </p:nvSpPr>
          <p:spPr bwMode="auto">
            <a:xfrm>
              <a:off x="3943351" y="4810125"/>
              <a:ext cx="628650" cy="1092200"/>
            </a:xfrm>
            <a:custGeom>
              <a:avLst/>
              <a:gdLst>
                <a:gd name="T0" fmla="*/ 396 w 396"/>
                <a:gd name="T1" fmla="*/ 230 h 688"/>
                <a:gd name="T2" fmla="*/ 396 w 396"/>
                <a:gd name="T3" fmla="*/ 688 h 688"/>
                <a:gd name="T4" fmla="*/ 0 w 396"/>
                <a:gd name="T5" fmla="*/ 458 h 688"/>
                <a:gd name="T6" fmla="*/ 0 w 396"/>
                <a:gd name="T7" fmla="*/ 0 h 688"/>
                <a:gd name="T8" fmla="*/ 396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396" y="230"/>
                  </a:moveTo>
                  <a:lnTo>
                    <a:pt x="396" y="688"/>
                  </a:lnTo>
                  <a:lnTo>
                    <a:pt x="0" y="458"/>
                  </a:lnTo>
                  <a:lnTo>
                    <a:pt x="0" y="0"/>
                  </a:lnTo>
                  <a:lnTo>
                    <a:pt x="396" y="230"/>
                  </a:ln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08"/>
            <p:cNvSpPr>
              <a:spLocks/>
            </p:cNvSpPr>
            <p:nvPr/>
          </p:nvSpPr>
          <p:spPr bwMode="auto">
            <a:xfrm>
              <a:off x="4572001" y="4810125"/>
              <a:ext cx="628650" cy="1092200"/>
            </a:xfrm>
            <a:custGeom>
              <a:avLst/>
              <a:gdLst>
                <a:gd name="T0" fmla="*/ 0 w 396"/>
                <a:gd name="T1" fmla="*/ 230 h 688"/>
                <a:gd name="T2" fmla="*/ 0 w 396"/>
                <a:gd name="T3" fmla="*/ 688 h 688"/>
                <a:gd name="T4" fmla="*/ 396 w 396"/>
                <a:gd name="T5" fmla="*/ 458 h 688"/>
                <a:gd name="T6" fmla="*/ 396 w 396"/>
                <a:gd name="T7" fmla="*/ 0 h 688"/>
                <a:gd name="T8" fmla="*/ 0 w 396"/>
                <a:gd name="T9" fmla="*/ 23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6" h="688">
                  <a:moveTo>
                    <a:pt x="0" y="230"/>
                  </a:moveTo>
                  <a:lnTo>
                    <a:pt x="0" y="688"/>
                  </a:lnTo>
                  <a:lnTo>
                    <a:pt x="396" y="458"/>
                  </a:lnTo>
                  <a:lnTo>
                    <a:pt x="396" y="0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4270376" y="4149725"/>
              <a:ext cx="603250" cy="600075"/>
              <a:chOff x="4270376" y="4149725"/>
              <a:chExt cx="603250" cy="600075"/>
            </a:xfrm>
          </p:grpSpPr>
          <p:sp>
            <p:nvSpPr>
              <p:cNvPr id="78" name="Oval 91"/>
              <p:cNvSpPr>
                <a:spLocks noChangeArrowheads="1"/>
              </p:cNvSpPr>
              <p:nvPr/>
            </p:nvSpPr>
            <p:spPr bwMode="auto">
              <a:xfrm>
                <a:off x="4283076" y="4162425"/>
                <a:ext cx="577850" cy="574675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92"/>
              <p:cNvSpPr>
                <a:spLocks noEditPoints="1"/>
              </p:cNvSpPr>
              <p:nvPr/>
            </p:nvSpPr>
            <p:spPr bwMode="auto">
              <a:xfrm>
                <a:off x="4270376" y="4149725"/>
                <a:ext cx="603250" cy="600075"/>
              </a:xfrm>
              <a:custGeom>
                <a:avLst/>
                <a:gdLst>
                  <a:gd name="T0" fmla="*/ 95 w 190"/>
                  <a:gd name="T1" fmla="*/ 189 h 189"/>
                  <a:gd name="T2" fmla="*/ 0 w 190"/>
                  <a:gd name="T3" fmla="*/ 95 h 189"/>
                  <a:gd name="T4" fmla="*/ 95 w 190"/>
                  <a:gd name="T5" fmla="*/ 0 h 189"/>
                  <a:gd name="T6" fmla="*/ 190 w 190"/>
                  <a:gd name="T7" fmla="*/ 95 h 189"/>
                  <a:gd name="T8" fmla="*/ 95 w 190"/>
                  <a:gd name="T9" fmla="*/ 189 h 189"/>
                  <a:gd name="T10" fmla="*/ 95 w 190"/>
                  <a:gd name="T11" fmla="*/ 8 h 189"/>
                  <a:gd name="T12" fmla="*/ 8 w 190"/>
                  <a:gd name="T13" fmla="*/ 95 h 189"/>
                  <a:gd name="T14" fmla="*/ 95 w 190"/>
                  <a:gd name="T15" fmla="*/ 181 h 189"/>
                  <a:gd name="T16" fmla="*/ 182 w 190"/>
                  <a:gd name="T17" fmla="*/ 95 h 189"/>
                  <a:gd name="T18" fmla="*/ 95 w 190"/>
                  <a:gd name="T19" fmla="*/ 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189">
                    <a:moveTo>
                      <a:pt x="95" y="189"/>
                    </a:moveTo>
                    <a:cubicBezTo>
                      <a:pt x="43" y="189"/>
                      <a:pt x="0" y="147"/>
                      <a:pt x="0" y="95"/>
                    </a:cubicBezTo>
                    <a:cubicBezTo>
                      <a:pt x="0" y="42"/>
                      <a:pt x="43" y="0"/>
                      <a:pt x="95" y="0"/>
                    </a:cubicBezTo>
                    <a:cubicBezTo>
                      <a:pt x="147" y="0"/>
                      <a:pt x="190" y="42"/>
                      <a:pt x="190" y="95"/>
                    </a:cubicBezTo>
                    <a:cubicBezTo>
                      <a:pt x="190" y="147"/>
                      <a:pt x="147" y="189"/>
                      <a:pt x="95" y="189"/>
                    </a:cubicBezTo>
                    <a:close/>
                    <a:moveTo>
                      <a:pt x="95" y="8"/>
                    </a:moveTo>
                    <a:cubicBezTo>
                      <a:pt x="47" y="8"/>
                      <a:pt x="8" y="47"/>
                      <a:pt x="8" y="95"/>
                    </a:cubicBezTo>
                    <a:cubicBezTo>
                      <a:pt x="8" y="142"/>
                      <a:pt x="47" y="181"/>
                      <a:pt x="95" y="181"/>
                    </a:cubicBezTo>
                    <a:cubicBezTo>
                      <a:pt x="143" y="181"/>
                      <a:pt x="182" y="142"/>
                      <a:pt x="182" y="95"/>
                    </a:cubicBezTo>
                    <a:cubicBezTo>
                      <a:pt x="182" y="47"/>
                      <a:pt x="143" y="8"/>
                      <a:pt x="95" y="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97"/>
              <p:cNvSpPr>
                <a:spLocks noEditPoints="1"/>
              </p:cNvSpPr>
              <p:nvPr/>
            </p:nvSpPr>
            <p:spPr bwMode="auto">
              <a:xfrm>
                <a:off x="4387851" y="4295775"/>
                <a:ext cx="358775" cy="304800"/>
              </a:xfrm>
              <a:custGeom>
                <a:avLst/>
                <a:gdLst>
                  <a:gd name="T0" fmla="*/ 40 w 113"/>
                  <a:gd name="T1" fmla="*/ 62 h 96"/>
                  <a:gd name="T2" fmla="*/ 40 w 113"/>
                  <a:gd name="T3" fmla="*/ 96 h 96"/>
                  <a:gd name="T4" fmla="*/ 65 w 113"/>
                  <a:gd name="T5" fmla="*/ 96 h 96"/>
                  <a:gd name="T6" fmla="*/ 65 w 113"/>
                  <a:gd name="T7" fmla="*/ 66 h 96"/>
                  <a:gd name="T8" fmla="*/ 54 w 113"/>
                  <a:gd name="T9" fmla="*/ 77 h 96"/>
                  <a:gd name="T10" fmla="*/ 40 w 113"/>
                  <a:gd name="T11" fmla="*/ 62 h 96"/>
                  <a:gd name="T12" fmla="*/ 5 w 113"/>
                  <a:gd name="T13" fmla="*/ 92 h 96"/>
                  <a:gd name="T14" fmla="*/ 9 w 113"/>
                  <a:gd name="T15" fmla="*/ 96 h 96"/>
                  <a:gd name="T16" fmla="*/ 30 w 113"/>
                  <a:gd name="T17" fmla="*/ 96 h 96"/>
                  <a:gd name="T18" fmla="*/ 30 w 113"/>
                  <a:gd name="T19" fmla="*/ 52 h 96"/>
                  <a:gd name="T20" fmla="*/ 5 w 113"/>
                  <a:gd name="T21" fmla="*/ 77 h 96"/>
                  <a:gd name="T22" fmla="*/ 5 w 113"/>
                  <a:gd name="T23" fmla="*/ 92 h 96"/>
                  <a:gd name="T24" fmla="*/ 75 w 113"/>
                  <a:gd name="T25" fmla="*/ 56 h 96"/>
                  <a:gd name="T26" fmla="*/ 75 w 113"/>
                  <a:gd name="T27" fmla="*/ 96 h 96"/>
                  <a:gd name="T28" fmla="*/ 96 w 113"/>
                  <a:gd name="T29" fmla="*/ 96 h 96"/>
                  <a:gd name="T30" fmla="*/ 100 w 113"/>
                  <a:gd name="T31" fmla="*/ 92 h 96"/>
                  <a:gd name="T32" fmla="*/ 100 w 113"/>
                  <a:gd name="T33" fmla="*/ 31 h 96"/>
                  <a:gd name="T34" fmla="*/ 79 w 113"/>
                  <a:gd name="T35" fmla="*/ 52 h 96"/>
                  <a:gd name="T36" fmla="*/ 75 w 113"/>
                  <a:gd name="T37" fmla="*/ 56 h 96"/>
                  <a:gd name="T38" fmla="*/ 90 w 113"/>
                  <a:gd name="T39" fmla="*/ 2 h 96"/>
                  <a:gd name="T40" fmla="*/ 86 w 113"/>
                  <a:gd name="T41" fmla="*/ 7 h 96"/>
                  <a:gd name="T42" fmla="*/ 91 w 113"/>
                  <a:gd name="T43" fmla="*/ 11 h 96"/>
                  <a:gd name="T44" fmla="*/ 96 w 113"/>
                  <a:gd name="T45" fmla="*/ 11 h 96"/>
                  <a:gd name="T46" fmla="*/ 54 w 113"/>
                  <a:gd name="T47" fmla="*/ 52 h 96"/>
                  <a:gd name="T48" fmla="*/ 30 w 113"/>
                  <a:gd name="T49" fmla="*/ 28 h 96"/>
                  <a:gd name="T50" fmla="*/ 2 w 113"/>
                  <a:gd name="T51" fmla="*/ 56 h 96"/>
                  <a:gd name="T52" fmla="*/ 2 w 113"/>
                  <a:gd name="T53" fmla="*/ 63 h 96"/>
                  <a:gd name="T54" fmla="*/ 8 w 113"/>
                  <a:gd name="T55" fmla="*/ 63 h 96"/>
                  <a:gd name="T56" fmla="*/ 30 w 113"/>
                  <a:gd name="T57" fmla="*/ 41 h 96"/>
                  <a:gd name="T58" fmla="*/ 54 w 113"/>
                  <a:gd name="T59" fmla="*/ 65 h 96"/>
                  <a:gd name="T60" fmla="*/ 102 w 113"/>
                  <a:gd name="T61" fmla="*/ 17 h 96"/>
                  <a:gd name="T62" fmla="*/ 102 w 113"/>
                  <a:gd name="T63" fmla="*/ 22 h 96"/>
                  <a:gd name="T64" fmla="*/ 106 w 113"/>
                  <a:gd name="T65" fmla="*/ 27 h 96"/>
                  <a:gd name="T66" fmla="*/ 106 w 113"/>
                  <a:gd name="T67" fmla="*/ 27 h 96"/>
                  <a:gd name="T68" fmla="*/ 111 w 113"/>
                  <a:gd name="T69" fmla="*/ 23 h 96"/>
                  <a:gd name="T70" fmla="*/ 113 w 113"/>
                  <a:gd name="T71" fmla="*/ 0 h 96"/>
                  <a:gd name="T72" fmla="*/ 90 w 113"/>
                  <a:gd name="T73" fmla="*/ 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13" h="96">
                    <a:moveTo>
                      <a:pt x="40" y="62"/>
                    </a:moveTo>
                    <a:cubicBezTo>
                      <a:pt x="40" y="96"/>
                      <a:pt x="40" y="96"/>
                      <a:pt x="40" y="96"/>
                    </a:cubicBezTo>
                    <a:cubicBezTo>
                      <a:pt x="65" y="96"/>
                      <a:pt x="65" y="96"/>
                      <a:pt x="65" y="96"/>
                    </a:cubicBezTo>
                    <a:cubicBezTo>
                      <a:pt x="65" y="66"/>
                      <a:pt x="65" y="66"/>
                      <a:pt x="65" y="66"/>
                    </a:cubicBezTo>
                    <a:cubicBezTo>
                      <a:pt x="54" y="77"/>
                      <a:pt x="54" y="77"/>
                      <a:pt x="54" y="77"/>
                    </a:cubicBezTo>
                    <a:lnTo>
                      <a:pt x="40" y="62"/>
                    </a:lnTo>
                    <a:close/>
                    <a:moveTo>
                      <a:pt x="5" y="92"/>
                    </a:moveTo>
                    <a:cubicBezTo>
                      <a:pt x="5" y="94"/>
                      <a:pt x="7" y="96"/>
                      <a:pt x="9" y="96"/>
                    </a:cubicBezTo>
                    <a:cubicBezTo>
                      <a:pt x="30" y="96"/>
                      <a:pt x="30" y="96"/>
                      <a:pt x="30" y="96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5" y="77"/>
                      <a:pt x="5" y="77"/>
                      <a:pt x="5" y="77"/>
                    </a:cubicBezTo>
                    <a:lnTo>
                      <a:pt x="5" y="92"/>
                    </a:lnTo>
                    <a:close/>
                    <a:moveTo>
                      <a:pt x="75" y="56"/>
                    </a:moveTo>
                    <a:cubicBezTo>
                      <a:pt x="75" y="96"/>
                      <a:pt x="75" y="96"/>
                      <a:pt x="75" y="96"/>
                    </a:cubicBezTo>
                    <a:cubicBezTo>
                      <a:pt x="96" y="96"/>
                      <a:pt x="96" y="96"/>
                      <a:pt x="96" y="96"/>
                    </a:cubicBezTo>
                    <a:cubicBezTo>
                      <a:pt x="98" y="96"/>
                      <a:pt x="100" y="94"/>
                      <a:pt x="100" y="92"/>
                    </a:cubicBezTo>
                    <a:cubicBezTo>
                      <a:pt x="100" y="31"/>
                      <a:pt x="100" y="31"/>
                      <a:pt x="100" y="31"/>
                    </a:cubicBezTo>
                    <a:cubicBezTo>
                      <a:pt x="79" y="52"/>
                      <a:pt x="79" y="52"/>
                      <a:pt x="79" y="52"/>
                    </a:cubicBezTo>
                    <a:lnTo>
                      <a:pt x="75" y="56"/>
                    </a:lnTo>
                    <a:close/>
                    <a:moveTo>
                      <a:pt x="90" y="2"/>
                    </a:moveTo>
                    <a:cubicBezTo>
                      <a:pt x="88" y="3"/>
                      <a:pt x="86" y="5"/>
                      <a:pt x="86" y="7"/>
                    </a:cubicBezTo>
                    <a:cubicBezTo>
                      <a:pt x="86" y="10"/>
                      <a:pt x="88" y="12"/>
                      <a:pt x="91" y="11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54" y="52"/>
                      <a:pt x="54" y="52"/>
                      <a:pt x="54" y="52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61"/>
                      <a:pt x="2" y="63"/>
                    </a:cubicBezTo>
                    <a:cubicBezTo>
                      <a:pt x="3" y="64"/>
                      <a:pt x="6" y="64"/>
                      <a:pt x="8" y="6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102" y="17"/>
                      <a:pt x="102" y="17"/>
                      <a:pt x="102" y="17"/>
                    </a:cubicBezTo>
                    <a:cubicBezTo>
                      <a:pt x="102" y="22"/>
                      <a:pt x="102" y="22"/>
                      <a:pt x="102" y="22"/>
                    </a:cubicBezTo>
                    <a:cubicBezTo>
                      <a:pt x="102" y="25"/>
                      <a:pt x="103" y="27"/>
                      <a:pt x="106" y="27"/>
                    </a:cubicBezTo>
                    <a:cubicBezTo>
                      <a:pt x="106" y="27"/>
                      <a:pt x="106" y="27"/>
                      <a:pt x="106" y="27"/>
                    </a:cubicBezTo>
                    <a:cubicBezTo>
                      <a:pt x="109" y="27"/>
                      <a:pt x="110" y="25"/>
                      <a:pt x="111" y="23"/>
                    </a:cubicBezTo>
                    <a:cubicBezTo>
                      <a:pt x="113" y="0"/>
                      <a:pt x="113" y="0"/>
                      <a:pt x="113" y="0"/>
                    </a:cubicBezTo>
                    <a:lnTo>
                      <a:pt x="90" y="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1" name="Straight Connector 80"/>
          <p:cNvCxnSpPr/>
          <p:nvPr/>
        </p:nvCxnSpPr>
        <p:spPr>
          <a:xfrm>
            <a:off x="8486313" y="3507859"/>
            <a:ext cx="180000" cy="0"/>
          </a:xfrm>
          <a:prstGeom prst="line">
            <a:avLst/>
          </a:prstGeom>
          <a:ln w="254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97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340475" y="6367463"/>
            <a:ext cx="2803525" cy="490537"/>
          </a:xfrm>
        </p:spPr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15375" y="6367463"/>
            <a:ext cx="428625" cy="490537"/>
          </a:xfrm>
        </p:spPr>
        <p:txBody>
          <a:bodyPr/>
          <a:lstStyle/>
          <a:p>
            <a:fld id="{8409FBBB-C588-4B8D-A7FF-E25C81CC24C8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2643841" y="3931920"/>
            <a:ext cx="3899852" cy="118040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ts val="4300"/>
              </a:lnSpc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>
                <a:cs typeface="B Titr" panose="00000700000000000000" pitchFamily="2" charset="-78"/>
              </a:rPr>
              <a:t>شناسایی کاربردهای اصلی</a:t>
            </a:r>
            <a:endParaRPr lang="en-US" dirty="0">
              <a:cs typeface="B Titr" panose="00000700000000000000" pitchFamily="2" charset="-78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593353" y="158054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3353" y="158054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394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682876" y="1917700"/>
            <a:ext cx="3778250" cy="3352800"/>
            <a:chOff x="2682876" y="1917700"/>
            <a:chExt cx="3778250" cy="3352800"/>
          </a:xfrm>
        </p:grpSpPr>
        <p:sp>
          <p:nvSpPr>
            <p:cNvPr id="8" name="Freeform 322"/>
            <p:cNvSpPr>
              <a:spLocks noEditPoints="1"/>
            </p:cNvSpPr>
            <p:nvPr/>
          </p:nvSpPr>
          <p:spPr bwMode="auto">
            <a:xfrm>
              <a:off x="3794126" y="2622550"/>
              <a:ext cx="1555750" cy="1552575"/>
            </a:xfrm>
            <a:custGeom>
              <a:avLst/>
              <a:gdLst>
                <a:gd name="T0" fmla="*/ 245 w 490"/>
                <a:gd name="T1" fmla="*/ 489 h 489"/>
                <a:gd name="T2" fmla="*/ 0 w 490"/>
                <a:gd name="T3" fmla="*/ 245 h 489"/>
                <a:gd name="T4" fmla="*/ 245 w 490"/>
                <a:gd name="T5" fmla="*/ 0 h 489"/>
                <a:gd name="T6" fmla="*/ 490 w 490"/>
                <a:gd name="T7" fmla="*/ 245 h 489"/>
                <a:gd name="T8" fmla="*/ 245 w 490"/>
                <a:gd name="T9" fmla="*/ 489 h 489"/>
                <a:gd name="T10" fmla="*/ 245 w 490"/>
                <a:gd name="T11" fmla="*/ 20 h 489"/>
                <a:gd name="T12" fmla="*/ 20 w 490"/>
                <a:gd name="T13" fmla="*/ 245 h 489"/>
                <a:gd name="T14" fmla="*/ 245 w 490"/>
                <a:gd name="T15" fmla="*/ 469 h 489"/>
                <a:gd name="T16" fmla="*/ 470 w 490"/>
                <a:gd name="T17" fmla="*/ 245 h 489"/>
                <a:gd name="T18" fmla="*/ 245 w 490"/>
                <a:gd name="T19" fmla="*/ 2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89">
                  <a:moveTo>
                    <a:pt x="245" y="489"/>
                  </a:moveTo>
                  <a:cubicBezTo>
                    <a:pt x="110" y="489"/>
                    <a:pt x="0" y="379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ubicBezTo>
                    <a:pt x="380" y="0"/>
                    <a:pt x="490" y="110"/>
                    <a:pt x="490" y="245"/>
                  </a:cubicBezTo>
                  <a:cubicBezTo>
                    <a:pt x="490" y="379"/>
                    <a:pt x="380" y="489"/>
                    <a:pt x="245" y="489"/>
                  </a:cubicBezTo>
                  <a:close/>
                  <a:moveTo>
                    <a:pt x="245" y="20"/>
                  </a:moveTo>
                  <a:cubicBezTo>
                    <a:pt x="121" y="20"/>
                    <a:pt x="20" y="121"/>
                    <a:pt x="20" y="245"/>
                  </a:cubicBezTo>
                  <a:cubicBezTo>
                    <a:pt x="20" y="368"/>
                    <a:pt x="121" y="469"/>
                    <a:pt x="245" y="469"/>
                  </a:cubicBezTo>
                  <a:cubicBezTo>
                    <a:pt x="369" y="469"/>
                    <a:pt x="470" y="368"/>
                    <a:pt x="470" y="245"/>
                  </a:cubicBezTo>
                  <a:cubicBezTo>
                    <a:pt x="470" y="121"/>
                    <a:pt x="369" y="20"/>
                    <a:pt x="245" y="2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23"/>
            <p:cNvSpPr>
              <a:spLocks noEditPoints="1"/>
            </p:cNvSpPr>
            <p:nvPr/>
          </p:nvSpPr>
          <p:spPr bwMode="auto">
            <a:xfrm>
              <a:off x="3089276" y="1917700"/>
              <a:ext cx="2965450" cy="2962275"/>
            </a:xfrm>
            <a:custGeom>
              <a:avLst/>
              <a:gdLst>
                <a:gd name="T0" fmla="*/ 467 w 934"/>
                <a:gd name="T1" fmla="*/ 933 h 933"/>
                <a:gd name="T2" fmla="*/ 0 w 934"/>
                <a:gd name="T3" fmla="*/ 467 h 933"/>
                <a:gd name="T4" fmla="*/ 467 w 934"/>
                <a:gd name="T5" fmla="*/ 0 h 933"/>
                <a:gd name="T6" fmla="*/ 934 w 934"/>
                <a:gd name="T7" fmla="*/ 467 h 933"/>
                <a:gd name="T8" fmla="*/ 467 w 934"/>
                <a:gd name="T9" fmla="*/ 933 h 933"/>
                <a:gd name="T10" fmla="*/ 467 w 934"/>
                <a:gd name="T11" fmla="*/ 40 h 933"/>
                <a:gd name="T12" fmla="*/ 40 w 934"/>
                <a:gd name="T13" fmla="*/ 467 h 933"/>
                <a:gd name="T14" fmla="*/ 467 w 934"/>
                <a:gd name="T15" fmla="*/ 893 h 933"/>
                <a:gd name="T16" fmla="*/ 894 w 934"/>
                <a:gd name="T17" fmla="*/ 467 h 933"/>
                <a:gd name="T18" fmla="*/ 467 w 934"/>
                <a:gd name="T19" fmla="*/ 4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933">
                  <a:moveTo>
                    <a:pt x="467" y="933"/>
                  </a:moveTo>
                  <a:cubicBezTo>
                    <a:pt x="210" y="933"/>
                    <a:pt x="0" y="724"/>
                    <a:pt x="0" y="467"/>
                  </a:cubicBezTo>
                  <a:cubicBezTo>
                    <a:pt x="0" y="209"/>
                    <a:pt x="210" y="0"/>
                    <a:pt x="467" y="0"/>
                  </a:cubicBezTo>
                  <a:cubicBezTo>
                    <a:pt x="724" y="0"/>
                    <a:pt x="934" y="209"/>
                    <a:pt x="934" y="467"/>
                  </a:cubicBezTo>
                  <a:cubicBezTo>
                    <a:pt x="934" y="724"/>
                    <a:pt x="724" y="933"/>
                    <a:pt x="467" y="933"/>
                  </a:cubicBezTo>
                  <a:close/>
                  <a:moveTo>
                    <a:pt x="467" y="40"/>
                  </a:moveTo>
                  <a:cubicBezTo>
                    <a:pt x="232" y="40"/>
                    <a:pt x="40" y="231"/>
                    <a:pt x="40" y="467"/>
                  </a:cubicBezTo>
                  <a:cubicBezTo>
                    <a:pt x="40" y="702"/>
                    <a:pt x="232" y="893"/>
                    <a:pt x="467" y="893"/>
                  </a:cubicBezTo>
                  <a:cubicBezTo>
                    <a:pt x="702" y="893"/>
                    <a:pt x="894" y="702"/>
                    <a:pt x="894" y="467"/>
                  </a:cubicBezTo>
                  <a:cubicBezTo>
                    <a:pt x="894" y="231"/>
                    <a:pt x="702" y="40"/>
                    <a:pt x="467" y="40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4"/>
            <p:cNvSpPr>
              <a:spLocks/>
            </p:cNvSpPr>
            <p:nvPr/>
          </p:nvSpPr>
          <p:spPr bwMode="auto">
            <a:xfrm>
              <a:off x="2682876" y="2174875"/>
              <a:ext cx="1069975" cy="406400"/>
            </a:xfrm>
            <a:custGeom>
              <a:avLst/>
              <a:gdLst>
                <a:gd name="T0" fmla="*/ 674 w 674"/>
                <a:gd name="T1" fmla="*/ 256 h 256"/>
                <a:gd name="T2" fmla="*/ 420 w 674"/>
                <a:gd name="T3" fmla="*/ 0 h 256"/>
                <a:gd name="T4" fmla="*/ 0 w 674"/>
                <a:gd name="T5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4" h="256">
                  <a:moveTo>
                    <a:pt x="674" y="256"/>
                  </a:moveTo>
                  <a:lnTo>
                    <a:pt x="420" y="0"/>
                  </a:lnTo>
                  <a:lnTo>
                    <a:pt x="0" y="0"/>
                  </a:lnTo>
                </a:path>
              </a:pathLst>
            </a:custGeom>
            <a:noFill/>
            <a:ln w="3175" cap="flat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325"/>
            <p:cNvSpPr>
              <a:spLocks/>
            </p:cNvSpPr>
            <p:nvPr/>
          </p:nvSpPr>
          <p:spPr bwMode="auto">
            <a:xfrm>
              <a:off x="5391151" y="2174875"/>
              <a:ext cx="1069975" cy="406400"/>
            </a:xfrm>
            <a:custGeom>
              <a:avLst/>
              <a:gdLst>
                <a:gd name="T0" fmla="*/ 0 w 674"/>
                <a:gd name="T1" fmla="*/ 256 h 256"/>
                <a:gd name="T2" fmla="*/ 254 w 674"/>
                <a:gd name="T3" fmla="*/ 0 h 256"/>
                <a:gd name="T4" fmla="*/ 674 w 674"/>
                <a:gd name="T5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4" h="256">
                  <a:moveTo>
                    <a:pt x="0" y="256"/>
                  </a:moveTo>
                  <a:lnTo>
                    <a:pt x="254" y="0"/>
                  </a:lnTo>
                  <a:lnTo>
                    <a:pt x="674" y="0"/>
                  </a:lnTo>
                </a:path>
              </a:pathLst>
            </a:custGeom>
            <a:noFill/>
            <a:ln w="3175" cap="flat">
              <a:solidFill>
                <a:schemeClr val="accent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26"/>
            <p:cNvSpPr>
              <a:spLocks/>
            </p:cNvSpPr>
            <p:nvPr/>
          </p:nvSpPr>
          <p:spPr bwMode="auto">
            <a:xfrm>
              <a:off x="3606801" y="3898900"/>
              <a:ext cx="1930400" cy="657225"/>
            </a:xfrm>
            <a:custGeom>
              <a:avLst/>
              <a:gdLst>
                <a:gd name="T0" fmla="*/ 304 w 608"/>
                <a:gd name="T1" fmla="*/ 120 h 207"/>
                <a:gd name="T2" fmla="*/ 75 w 608"/>
                <a:gd name="T3" fmla="*/ 0 h 207"/>
                <a:gd name="T4" fmla="*/ 0 w 608"/>
                <a:gd name="T5" fmla="*/ 43 h 207"/>
                <a:gd name="T6" fmla="*/ 304 w 608"/>
                <a:gd name="T7" fmla="*/ 207 h 207"/>
                <a:gd name="T8" fmla="*/ 608 w 608"/>
                <a:gd name="T9" fmla="*/ 43 h 207"/>
                <a:gd name="T10" fmla="*/ 533 w 608"/>
                <a:gd name="T11" fmla="*/ 0 h 207"/>
                <a:gd name="T12" fmla="*/ 304 w 608"/>
                <a:gd name="T13" fmla="*/ 12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8" h="207">
                  <a:moveTo>
                    <a:pt x="304" y="120"/>
                  </a:moveTo>
                  <a:cubicBezTo>
                    <a:pt x="209" y="120"/>
                    <a:pt x="125" y="73"/>
                    <a:pt x="75" y="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65" y="142"/>
                    <a:pt x="177" y="207"/>
                    <a:pt x="304" y="207"/>
                  </a:cubicBezTo>
                  <a:cubicBezTo>
                    <a:pt x="431" y="207"/>
                    <a:pt x="543" y="142"/>
                    <a:pt x="608" y="43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483" y="73"/>
                    <a:pt x="399" y="120"/>
                    <a:pt x="304" y="1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327"/>
            <p:cNvSpPr>
              <a:spLocks/>
            </p:cNvSpPr>
            <p:nvPr/>
          </p:nvSpPr>
          <p:spPr bwMode="auto">
            <a:xfrm>
              <a:off x="3416301" y="2244725"/>
              <a:ext cx="1085850" cy="1670050"/>
            </a:xfrm>
            <a:custGeom>
              <a:avLst/>
              <a:gdLst>
                <a:gd name="T0" fmla="*/ 86 w 342"/>
                <a:gd name="T1" fmla="*/ 364 h 526"/>
                <a:gd name="T2" fmla="*/ 342 w 342"/>
                <a:gd name="T3" fmla="*/ 87 h 526"/>
                <a:gd name="T4" fmla="*/ 342 w 342"/>
                <a:gd name="T5" fmla="*/ 0 h 526"/>
                <a:gd name="T6" fmla="*/ 0 w 342"/>
                <a:gd name="T7" fmla="*/ 364 h 526"/>
                <a:gd name="T8" fmla="*/ 38 w 342"/>
                <a:gd name="T9" fmla="*/ 526 h 526"/>
                <a:gd name="T10" fmla="*/ 113 w 342"/>
                <a:gd name="T11" fmla="*/ 483 h 526"/>
                <a:gd name="T12" fmla="*/ 86 w 342"/>
                <a:gd name="T13" fmla="*/ 364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" h="526">
                  <a:moveTo>
                    <a:pt x="86" y="364"/>
                  </a:moveTo>
                  <a:cubicBezTo>
                    <a:pt x="86" y="217"/>
                    <a:pt x="199" y="98"/>
                    <a:pt x="342" y="87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151" y="11"/>
                    <a:pt x="0" y="170"/>
                    <a:pt x="0" y="364"/>
                  </a:cubicBezTo>
                  <a:cubicBezTo>
                    <a:pt x="0" y="422"/>
                    <a:pt x="14" y="477"/>
                    <a:pt x="38" y="526"/>
                  </a:cubicBezTo>
                  <a:cubicBezTo>
                    <a:pt x="113" y="483"/>
                    <a:pt x="113" y="483"/>
                    <a:pt x="113" y="483"/>
                  </a:cubicBezTo>
                  <a:cubicBezTo>
                    <a:pt x="96" y="447"/>
                    <a:pt x="86" y="406"/>
                    <a:pt x="86" y="3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28"/>
            <p:cNvSpPr>
              <a:spLocks/>
            </p:cNvSpPr>
            <p:nvPr/>
          </p:nvSpPr>
          <p:spPr bwMode="auto">
            <a:xfrm>
              <a:off x="4641851" y="2244725"/>
              <a:ext cx="1085850" cy="1670050"/>
            </a:xfrm>
            <a:custGeom>
              <a:avLst/>
              <a:gdLst>
                <a:gd name="T0" fmla="*/ 256 w 342"/>
                <a:gd name="T1" fmla="*/ 364 h 526"/>
                <a:gd name="T2" fmla="*/ 229 w 342"/>
                <a:gd name="T3" fmla="*/ 483 h 526"/>
                <a:gd name="T4" fmla="*/ 304 w 342"/>
                <a:gd name="T5" fmla="*/ 526 h 526"/>
                <a:gd name="T6" fmla="*/ 342 w 342"/>
                <a:gd name="T7" fmla="*/ 364 h 526"/>
                <a:gd name="T8" fmla="*/ 0 w 342"/>
                <a:gd name="T9" fmla="*/ 0 h 526"/>
                <a:gd name="T10" fmla="*/ 0 w 342"/>
                <a:gd name="T11" fmla="*/ 87 h 526"/>
                <a:gd name="T12" fmla="*/ 256 w 342"/>
                <a:gd name="T13" fmla="*/ 364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" h="526">
                  <a:moveTo>
                    <a:pt x="256" y="364"/>
                  </a:moveTo>
                  <a:cubicBezTo>
                    <a:pt x="256" y="406"/>
                    <a:pt x="246" y="447"/>
                    <a:pt x="229" y="483"/>
                  </a:cubicBezTo>
                  <a:cubicBezTo>
                    <a:pt x="304" y="526"/>
                    <a:pt x="304" y="526"/>
                    <a:pt x="304" y="526"/>
                  </a:cubicBezTo>
                  <a:cubicBezTo>
                    <a:pt x="328" y="477"/>
                    <a:pt x="342" y="422"/>
                    <a:pt x="342" y="364"/>
                  </a:cubicBezTo>
                  <a:cubicBezTo>
                    <a:pt x="342" y="170"/>
                    <a:pt x="191" y="11"/>
                    <a:pt x="0" y="0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143" y="98"/>
                    <a:pt x="256" y="217"/>
                    <a:pt x="256" y="3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329"/>
            <p:cNvSpPr>
              <a:spLocks noChangeShapeType="1"/>
            </p:cNvSpPr>
            <p:nvPr/>
          </p:nvSpPr>
          <p:spPr bwMode="auto">
            <a:xfrm>
              <a:off x="4572001" y="4556125"/>
              <a:ext cx="0" cy="714375"/>
            </a:xfrm>
            <a:prstGeom prst="line">
              <a:avLst/>
            </a:prstGeom>
            <a:noFill/>
            <a:ln w="3175" cap="flat">
              <a:solidFill>
                <a:schemeClr val="accent3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951820" y="5272267"/>
            <a:ext cx="3240360" cy="624354"/>
            <a:chOff x="2951820" y="5272267"/>
            <a:chExt cx="3240360" cy="624354"/>
          </a:xfrm>
        </p:grpSpPr>
        <p:sp>
          <p:nvSpPr>
            <p:cNvPr id="17" name="TextBox 16"/>
            <p:cNvSpPr txBox="1">
              <a:spLocks/>
            </p:cNvSpPr>
            <p:nvPr/>
          </p:nvSpPr>
          <p:spPr>
            <a:xfrm flipH="1">
              <a:off x="2951820" y="5732794"/>
              <a:ext cx="3240360" cy="1638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fa-IR" sz="1000" dirty="0" smtClean="0">
                  <a:solidFill>
                    <a:schemeClr val="bg2"/>
                  </a:solidFill>
                </a:rPr>
                <a:t>متن مرکز تماس تصویری </a:t>
              </a:r>
              <a:endParaRPr lang="en-US" sz="1000" dirty="0">
                <a:solidFill>
                  <a:schemeClr val="bg2"/>
                </a:solidFill>
              </a:endParaRP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3300153" y="5272267"/>
              <a:ext cx="2297847" cy="360000"/>
              <a:chOff x="3300153" y="5272267"/>
              <a:chExt cx="2297847" cy="360000"/>
            </a:xfrm>
          </p:grpSpPr>
          <p:sp>
            <p:nvSpPr>
              <p:cNvPr id="19" name="TextBox 18"/>
              <p:cNvSpPr txBox="1">
                <a:spLocks/>
              </p:cNvSpPr>
              <p:nvPr/>
            </p:nvSpPr>
            <p:spPr>
              <a:xfrm flipH="1">
                <a:off x="3300153" y="5329156"/>
                <a:ext cx="217194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 rtl="1"/>
                <a:r>
                  <a:rPr lang="fa-IR" sz="1600" dirty="0">
                    <a:cs typeface="B Titr" panose="00000700000000000000" pitchFamily="2" charset="-78"/>
                  </a:rPr>
                  <a:t>مرکز تماس تصویری</a:t>
                </a: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3546000" y="5272267"/>
                <a:ext cx="2052000" cy="360000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611188" y="1990843"/>
            <a:ext cx="2052000" cy="360000"/>
            <a:chOff x="3546000" y="5272267"/>
            <a:chExt cx="2052000" cy="360000"/>
          </a:xfrm>
        </p:grpSpPr>
        <p:sp>
          <p:nvSpPr>
            <p:cNvPr id="23" name="TextBox 22"/>
            <p:cNvSpPr txBox="1">
              <a:spLocks/>
            </p:cNvSpPr>
            <p:nvPr/>
          </p:nvSpPr>
          <p:spPr>
            <a:xfrm flipH="1">
              <a:off x="3742781" y="5329156"/>
              <a:ext cx="169316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1"/>
              <a:r>
                <a:rPr lang="fa-IR" sz="1600" dirty="0">
                  <a:latin typeface="B "/>
                  <a:cs typeface="B Titr" panose="00000700000000000000" pitchFamily="2" charset="-78"/>
                </a:rPr>
                <a:t>تماس تصویری داخلی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546000" y="5272267"/>
              <a:ext cx="2052000" cy="36000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 flipH="1">
            <a:off x="6480813" y="1990843"/>
            <a:ext cx="2052000" cy="360000"/>
            <a:chOff x="3546000" y="5272267"/>
            <a:chExt cx="2052000" cy="360000"/>
          </a:xfrm>
        </p:grpSpPr>
        <p:sp>
          <p:nvSpPr>
            <p:cNvPr id="26" name="TextBox 25"/>
            <p:cNvSpPr txBox="1">
              <a:spLocks/>
            </p:cNvSpPr>
            <p:nvPr/>
          </p:nvSpPr>
          <p:spPr>
            <a:xfrm flipH="1">
              <a:off x="3742781" y="5329156"/>
              <a:ext cx="1693160" cy="246221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algn="ctr" rtl="1"/>
              <a:r>
                <a:rPr lang="fa-IR" sz="1600" dirty="0">
                  <a:cs typeface="B Titr" panose="00000700000000000000" pitchFamily="2" charset="-78"/>
                </a:rPr>
                <a:t>جلسات </a:t>
              </a:r>
              <a:r>
                <a:rPr lang="fa-IR" sz="1600" dirty="0" smtClean="0">
                  <a:cs typeface="B Titr" panose="00000700000000000000" pitchFamily="2" charset="-78"/>
                </a:rPr>
                <a:t>ابری مجازی</a:t>
              </a:r>
              <a:endParaRPr lang="fa-IR" sz="1600" dirty="0">
                <a:cs typeface="B Titr" panose="00000700000000000000" pitchFamily="2" charset="-78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546000" y="5272267"/>
              <a:ext cx="2052000" cy="36000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39AE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TextBox 27"/>
          <p:cNvSpPr txBox="1">
            <a:spLocks/>
          </p:cNvSpPr>
          <p:nvPr/>
        </p:nvSpPr>
        <p:spPr>
          <a:xfrm flipH="1">
            <a:off x="6642872" y="2516863"/>
            <a:ext cx="1808908" cy="1256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rtl="1">
              <a:lnSpc>
                <a:spcPts val="1400"/>
              </a:lnSpc>
            </a:pPr>
            <a:r>
              <a:rPr lang="fa-IR" sz="1500" b="1" dirty="0">
                <a:cs typeface="B Nazanin" panose="00000400000000000000" pitchFamily="2" charset="-78"/>
              </a:rPr>
              <a:t>سرویس جلسات ابری شوکا، به شما این امکان را می‌دهد تا جلسات خود را در حالی برگزار کنید که تمام شرکت‌کنندگان در نقاط مختلفی از </a:t>
            </a:r>
            <a:r>
              <a:rPr lang="fa-IR" sz="1500" b="1" dirty="0" smtClean="0">
                <a:cs typeface="B Nazanin" panose="00000400000000000000" pitchFamily="2" charset="-78"/>
              </a:rPr>
              <a:t>جهان مستقر </a:t>
            </a:r>
            <a:r>
              <a:rPr lang="fa-IR" sz="1500" b="1" dirty="0">
                <a:cs typeface="B Nazanin" panose="00000400000000000000" pitchFamily="2" charset="-78"/>
              </a:rPr>
              <a:t>می باشند .</a:t>
            </a:r>
            <a:endParaRPr lang="en-US" sz="1500" b="1" dirty="0">
              <a:solidFill>
                <a:schemeClr val="bg2"/>
              </a:solidFill>
              <a:cs typeface="B Nazanin" panose="00000400000000000000" pitchFamily="2" charset="-78"/>
            </a:endParaRP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 flipH="1">
            <a:off x="3697991" y="2720677"/>
            <a:ext cx="1693160" cy="1346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a-IR" sz="2000" b="1" dirty="0" smtClean="0">
                <a:solidFill>
                  <a:schemeClr val="bg1"/>
                </a:solidFill>
                <a:cs typeface="B Titr" panose="00000700000000000000" pitchFamily="2" charset="-78"/>
              </a:rPr>
              <a:t>شناسایی</a:t>
            </a:r>
          </a:p>
          <a:p>
            <a:pPr algn="ctr">
              <a:lnSpc>
                <a:spcPct val="150000"/>
              </a:lnSpc>
            </a:pPr>
            <a:r>
              <a:rPr lang="fa-IR" sz="2000" b="1" dirty="0" smtClean="0">
                <a:solidFill>
                  <a:schemeClr val="bg1"/>
                </a:solidFill>
                <a:cs typeface="B Titr" panose="00000700000000000000" pitchFamily="2" charset="-78"/>
              </a:rPr>
              <a:t>کاربردهای </a:t>
            </a:r>
          </a:p>
          <a:p>
            <a:pPr algn="ctr">
              <a:lnSpc>
                <a:spcPct val="150000"/>
              </a:lnSpc>
            </a:pPr>
            <a:r>
              <a:rPr lang="fa-IR" sz="2000" b="1" dirty="0" smtClean="0">
                <a:solidFill>
                  <a:schemeClr val="bg1"/>
                </a:solidFill>
                <a:cs typeface="B Titr" panose="00000700000000000000" pitchFamily="2" charset="-78"/>
              </a:rPr>
              <a:t>اصلی</a:t>
            </a:r>
            <a:endParaRPr lang="en-US" sz="2000" b="1" dirty="0" smtClean="0">
              <a:solidFill>
                <a:schemeClr val="bg1"/>
              </a:solidFill>
              <a:cs typeface="B Titr" panose="00000700000000000000" pitchFamily="2" charset="-78"/>
            </a:endParaRPr>
          </a:p>
        </p:txBody>
      </p:sp>
      <p:sp>
        <p:nvSpPr>
          <p:cNvPr id="30" name="Title 63"/>
          <p:cNvSpPr txBox="1">
            <a:spLocks/>
          </p:cNvSpPr>
          <p:nvPr/>
        </p:nvSpPr>
        <p:spPr>
          <a:xfrm>
            <a:off x="611189" y="214702"/>
            <a:ext cx="3887788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20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 smtClean="0">
                <a:cs typeface="B Titr" panose="00000700000000000000" pitchFamily="2" charset="-78"/>
              </a:rPr>
              <a:t>سرویس ویدئوکنفرانس نرم افزاری شوکا</a:t>
            </a:r>
            <a:endParaRPr lang="en-US" dirty="0"/>
          </a:p>
        </p:txBody>
      </p:sp>
      <p:sp>
        <p:nvSpPr>
          <p:cNvPr id="31" name="Text Placeholder 64"/>
          <p:cNvSpPr txBox="1">
            <a:spLocks/>
          </p:cNvSpPr>
          <p:nvPr/>
        </p:nvSpPr>
        <p:spPr>
          <a:xfrm>
            <a:off x="731471" y="808384"/>
            <a:ext cx="3767138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9979" y="2504278"/>
            <a:ext cx="28466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a-IR" sz="1500" b="1" dirty="0" smtClean="0">
                <a:cs typeface="B Nazanin" panose="00000400000000000000" pitchFamily="2" charset="-78"/>
              </a:rPr>
              <a:t>در صورت نیاز به ارتباط با همکاران می  توانيد </a:t>
            </a:r>
            <a:r>
              <a:rPr lang="fa-IR" sz="1500" b="1" dirty="0">
                <a:cs typeface="B Nazanin" panose="00000400000000000000" pitchFamily="2" charset="-78"/>
              </a:rPr>
              <a:t>بدون نیاز به هماهنگی خاصی و تنها با فشردن یک دکمه، با او تماس گرفته و رودررو با او صحبت کنید. </a:t>
            </a:r>
          </a:p>
        </p:txBody>
      </p:sp>
    </p:spTree>
    <p:extLst>
      <p:ext uri="{BB962C8B-B14F-4D97-AF65-F5344CB8AC3E}">
        <p14:creationId xmlns:p14="http://schemas.microsoft.com/office/powerpoint/2010/main" val="12792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2600" dirty="0">
                <a:cs typeface="B Titr" panose="00000700000000000000" pitchFamily="2" charset="-78"/>
              </a:rPr>
              <a:t>جلسات </a:t>
            </a:r>
            <a:r>
              <a:rPr lang="fa-IR" sz="2600" dirty="0" smtClean="0">
                <a:cs typeface="B Titr" panose="00000700000000000000" pitchFamily="2" charset="-78"/>
              </a:rPr>
              <a:t>ابری مجازی</a:t>
            </a:r>
            <a:endParaRPr lang="fa-IR" sz="2600" dirty="0">
              <a:cs typeface="B Titr" panose="00000700000000000000" pitchFamily="2" charset="-7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39399" y="1620726"/>
            <a:ext cx="72071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endParaRPr lang="fa-IR" dirty="0">
              <a:cs typeface="B Jalal" panose="00000400000000000000" pitchFamily="2" charset="-78"/>
            </a:endParaRPr>
          </a:p>
          <a:p>
            <a:pPr lvl="1" algn="r" rtl="1"/>
            <a:endParaRPr lang="en-US" dirty="0">
              <a:cs typeface="B Jalal" panose="00000400000000000000" pitchFamily="2" charset="-78"/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1189" y="808384"/>
            <a:ext cx="6185028" cy="360892"/>
          </a:xfrm>
        </p:spPr>
        <p:txBody>
          <a:bodyPr/>
          <a:lstStyle/>
          <a:p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9" name="Freeform 770"/>
          <p:cNvSpPr>
            <a:spLocks/>
          </p:cNvSpPr>
          <p:nvPr/>
        </p:nvSpPr>
        <p:spPr bwMode="auto">
          <a:xfrm>
            <a:off x="6825008" y="22085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9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9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6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6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71"/>
          <p:cNvSpPr>
            <a:spLocks/>
          </p:cNvSpPr>
          <p:nvPr/>
        </p:nvSpPr>
        <p:spPr bwMode="auto">
          <a:xfrm>
            <a:off x="6831358" y="20656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7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4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7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7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4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7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72"/>
          <p:cNvSpPr>
            <a:spLocks/>
          </p:cNvSpPr>
          <p:nvPr/>
        </p:nvSpPr>
        <p:spPr bwMode="auto">
          <a:xfrm>
            <a:off x="6825008" y="31483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9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9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6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6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73"/>
          <p:cNvSpPr>
            <a:spLocks/>
          </p:cNvSpPr>
          <p:nvPr/>
        </p:nvSpPr>
        <p:spPr bwMode="auto">
          <a:xfrm>
            <a:off x="6831358" y="30054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7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4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7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7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4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7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74"/>
          <p:cNvSpPr>
            <a:spLocks/>
          </p:cNvSpPr>
          <p:nvPr/>
        </p:nvSpPr>
        <p:spPr bwMode="auto">
          <a:xfrm>
            <a:off x="3846858" y="2856256"/>
            <a:ext cx="2460625" cy="146050"/>
          </a:xfrm>
          <a:custGeom>
            <a:avLst/>
            <a:gdLst>
              <a:gd name="T0" fmla="*/ 1550 w 1550"/>
              <a:gd name="T1" fmla="*/ 46 h 92"/>
              <a:gd name="T2" fmla="*/ 1468 w 1550"/>
              <a:gd name="T3" fmla="*/ 0 h 92"/>
              <a:gd name="T4" fmla="*/ 1468 w 1550"/>
              <a:gd name="T5" fmla="*/ 34 h 92"/>
              <a:gd name="T6" fmla="*/ 0 w 1550"/>
              <a:gd name="T7" fmla="*/ 34 h 92"/>
              <a:gd name="T8" fmla="*/ 0 w 1550"/>
              <a:gd name="T9" fmla="*/ 58 h 92"/>
              <a:gd name="T10" fmla="*/ 1468 w 1550"/>
              <a:gd name="T11" fmla="*/ 58 h 92"/>
              <a:gd name="T12" fmla="*/ 1468 w 1550"/>
              <a:gd name="T13" fmla="*/ 92 h 92"/>
              <a:gd name="T14" fmla="*/ 1550 w 1550"/>
              <a:gd name="T15" fmla="*/ 46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50" h="92">
                <a:moveTo>
                  <a:pt x="1550" y="46"/>
                </a:moveTo>
                <a:lnTo>
                  <a:pt x="1468" y="0"/>
                </a:lnTo>
                <a:lnTo>
                  <a:pt x="1468" y="34"/>
                </a:lnTo>
                <a:lnTo>
                  <a:pt x="0" y="34"/>
                </a:lnTo>
                <a:lnTo>
                  <a:pt x="0" y="58"/>
                </a:lnTo>
                <a:lnTo>
                  <a:pt x="1468" y="58"/>
                </a:lnTo>
                <a:lnTo>
                  <a:pt x="1468" y="92"/>
                </a:lnTo>
                <a:lnTo>
                  <a:pt x="1550" y="46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75"/>
          <p:cNvSpPr>
            <a:spLocks/>
          </p:cNvSpPr>
          <p:nvPr/>
        </p:nvSpPr>
        <p:spPr bwMode="auto">
          <a:xfrm>
            <a:off x="4407246" y="2643531"/>
            <a:ext cx="1193800" cy="720725"/>
          </a:xfrm>
          <a:custGeom>
            <a:avLst/>
            <a:gdLst>
              <a:gd name="T0" fmla="*/ 97 w 376"/>
              <a:gd name="T1" fmla="*/ 227 h 227"/>
              <a:gd name="T2" fmla="*/ 70 w 376"/>
              <a:gd name="T3" fmla="*/ 213 h 227"/>
              <a:gd name="T4" fmla="*/ 6 w 376"/>
              <a:gd name="T5" fmla="*/ 127 h 227"/>
              <a:gd name="T6" fmla="*/ 6 w 376"/>
              <a:gd name="T7" fmla="*/ 100 h 227"/>
              <a:gd name="T8" fmla="*/ 70 w 376"/>
              <a:gd name="T9" fmla="*/ 13 h 227"/>
              <a:gd name="T10" fmla="*/ 97 w 376"/>
              <a:gd name="T11" fmla="*/ 0 h 227"/>
              <a:gd name="T12" fmla="*/ 279 w 376"/>
              <a:gd name="T13" fmla="*/ 0 h 227"/>
              <a:gd name="T14" fmla="*/ 306 w 376"/>
              <a:gd name="T15" fmla="*/ 13 h 227"/>
              <a:gd name="T16" fmla="*/ 371 w 376"/>
              <a:gd name="T17" fmla="*/ 100 h 227"/>
              <a:gd name="T18" fmla="*/ 371 w 376"/>
              <a:gd name="T19" fmla="*/ 127 h 227"/>
              <a:gd name="T20" fmla="*/ 306 w 376"/>
              <a:gd name="T21" fmla="*/ 213 h 227"/>
              <a:gd name="T22" fmla="*/ 279 w 376"/>
              <a:gd name="T23" fmla="*/ 227 h 227"/>
              <a:gd name="T24" fmla="*/ 97 w 376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76" h="227">
                <a:moveTo>
                  <a:pt x="97" y="227"/>
                </a:moveTo>
                <a:cubicBezTo>
                  <a:pt x="88" y="227"/>
                  <a:pt x="76" y="221"/>
                  <a:pt x="70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19"/>
                  <a:pt x="0" y="107"/>
                  <a:pt x="6" y="100"/>
                </a:cubicBezTo>
                <a:cubicBezTo>
                  <a:pt x="70" y="13"/>
                  <a:pt x="70" y="13"/>
                  <a:pt x="70" y="13"/>
                </a:cubicBezTo>
                <a:cubicBezTo>
                  <a:pt x="76" y="6"/>
                  <a:pt x="88" y="0"/>
                  <a:pt x="97" y="0"/>
                </a:cubicBezTo>
                <a:cubicBezTo>
                  <a:pt x="279" y="0"/>
                  <a:pt x="279" y="0"/>
                  <a:pt x="279" y="0"/>
                </a:cubicBezTo>
                <a:cubicBezTo>
                  <a:pt x="288" y="0"/>
                  <a:pt x="300" y="6"/>
                  <a:pt x="306" y="13"/>
                </a:cubicBezTo>
                <a:cubicBezTo>
                  <a:pt x="371" y="100"/>
                  <a:pt x="371" y="100"/>
                  <a:pt x="371" y="100"/>
                </a:cubicBezTo>
                <a:cubicBezTo>
                  <a:pt x="376" y="107"/>
                  <a:pt x="376" y="119"/>
                  <a:pt x="371" y="127"/>
                </a:cubicBezTo>
                <a:cubicBezTo>
                  <a:pt x="306" y="213"/>
                  <a:pt x="306" y="213"/>
                  <a:pt x="306" y="213"/>
                </a:cubicBezTo>
                <a:cubicBezTo>
                  <a:pt x="300" y="221"/>
                  <a:pt x="288" y="227"/>
                  <a:pt x="279" y="227"/>
                </a:cubicBezTo>
                <a:lnTo>
                  <a:pt x="97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776"/>
          <p:cNvSpPr>
            <a:spLocks/>
          </p:cNvSpPr>
          <p:nvPr/>
        </p:nvSpPr>
        <p:spPr bwMode="auto">
          <a:xfrm>
            <a:off x="4410421" y="2500656"/>
            <a:ext cx="1187450" cy="790575"/>
          </a:xfrm>
          <a:custGeom>
            <a:avLst/>
            <a:gdLst>
              <a:gd name="T0" fmla="*/ 374 w 374"/>
              <a:gd name="T1" fmla="*/ 113 h 249"/>
              <a:gd name="T2" fmla="*/ 374 w 374"/>
              <a:gd name="T3" fmla="*/ 136 h 249"/>
              <a:gd name="T4" fmla="*/ 374 w 374"/>
              <a:gd name="T5" fmla="*/ 136 h 249"/>
              <a:gd name="T6" fmla="*/ 370 w 374"/>
              <a:gd name="T7" fmla="*/ 149 h 249"/>
              <a:gd name="T8" fmla="*/ 305 w 374"/>
              <a:gd name="T9" fmla="*/ 235 h 249"/>
              <a:gd name="T10" fmla="*/ 278 w 374"/>
              <a:gd name="T11" fmla="*/ 249 h 249"/>
              <a:gd name="T12" fmla="*/ 96 w 374"/>
              <a:gd name="T13" fmla="*/ 249 h 249"/>
              <a:gd name="T14" fmla="*/ 69 w 374"/>
              <a:gd name="T15" fmla="*/ 235 h 249"/>
              <a:gd name="T16" fmla="*/ 5 w 374"/>
              <a:gd name="T17" fmla="*/ 149 h 249"/>
              <a:gd name="T18" fmla="*/ 0 w 374"/>
              <a:gd name="T19" fmla="*/ 136 h 249"/>
              <a:gd name="T20" fmla="*/ 0 w 374"/>
              <a:gd name="T21" fmla="*/ 136 h 249"/>
              <a:gd name="T22" fmla="*/ 0 w 374"/>
              <a:gd name="T23" fmla="*/ 113 h 249"/>
              <a:gd name="T24" fmla="*/ 5 w 374"/>
              <a:gd name="T25" fmla="*/ 99 h 249"/>
              <a:gd name="T26" fmla="*/ 69 w 374"/>
              <a:gd name="T27" fmla="*/ 13 h 249"/>
              <a:gd name="T28" fmla="*/ 96 w 374"/>
              <a:gd name="T29" fmla="*/ 0 h 249"/>
              <a:gd name="T30" fmla="*/ 278 w 374"/>
              <a:gd name="T31" fmla="*/ 0 h 249"/>
              <a:gd name="T32" fmla="*/ 305 w 374"/>
              <a:gd name="T33" fmla="*/ 13 h 249"/>
              <a:gd name="T34" fmla="*/ 370 w 374"/>
              <a:gd name="T35" fmla="*/ 99 h 249"/>
              <a:gd name="T36" fmla="*/ 374 w 374"/>
              <a:gd name="T37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74" h="249">
                <a:moveTo>
                  <a:pt x="374" y="113"/>
                </a:moveTo>
                <a:cubicBezTo>
                  <a:pt x="374" y="136"/>
                  <a:pt x="374" y="136"/>
                  <a:pt x="374" y="136"/>
                </a:cubicBezTo>
                <a:cubicBezTo>
                  <a:pt x="374" y="136"/>
                  <a:pt x="374" y="136"/>
                  <a:pt x="374" y="136"/>
                </a:cubicBezTo>
                <a:cubicBezTo>
                  <a:pt x="374" y="141"/>
                  <a:pt x="373" y="145"/>
                  <a:pt x="370" y="149"/>
                </a:cubicBezTo>
                <a:cubicBezTo>
                  <a:pt x="305" y="235"/>
                  <a:pt x="305" y="235"/>
                  <a:pt x="305" y="235"/>
                </a:cubicBezTo>
                <a:cubicBezTo>
                  <a:pt x="299" y="243"/>
                  <a:pt x="287" y="249"/>
                  <a:pt x="278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7" y="249"/>
                  <a:pt x="75" y="243"/>
                  <a:pt x="69" y="235"/>
                </a:cubicBezTo>
                <a:cubicBezTo>
                  <a:pt x="5" y="149"/>
                  <a:pt x="5" y="149"/>
                  <a:pt x="5" y="149"/>
                </a:cubicBezTo>
                <a:cubicBezTo>
                  <a:pt x="2" y="145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2" y="103"/>
                  <a:pt x="5" y="99"/>
                </a:cubicBezTo>
                <a:cubicBezTo>
                  <a:pt x="69" y="13"/>
                  <a:pt x="69" y="13"/>
                  <a:pt x="69" y="13"/>
                </a:cubicBezTo>
                <a:cubicBezTo>
                  <a:pt x="75" y="6"/>
                  <a:pt x="87" y="0"/>
                  <a:pt x="96" y="0"/>
                </a:cubicBezTo>
                <a:cubicBezTo>
                  <a:pt x="278" y="0"/>
                  <a:pt x="278" y="0"/>
                  <a:pt x="278" y="0"/>
                </a:cubicBezTo>
                <a:cubicBezTo>
                  <a:pt x="287" y="0"/>
                  <a:pt x="299" y="6"/>
                  <a:pt x="305" y="13"/>
                </a:cubicBezTo>
                <a:cubicBezTo>
                  <a:pt x="370" y="99"/>
                  <a:pt x="370" y="99"/>
                  <a:pt x="370" y="99"/>
                </a:cubicBezTo>
                <a:cubicBezTo>
                  <a:pt x="373" y="103"/>
                  <a:pt x="374" y="108"/>
                  <a:pt x="374" y="11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77"/>
          <p:cNvSpPr>
            <a:spLocks/>
          </p:cNvSpPr>
          <p:nvPr/>
        </p:nvSpPr>
        <p:spPr bwMode="auto">
          <a:xfrm>
            <a:off x="1052858" y="22085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8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8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6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6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778"/>
          <p:cNvSpPr>
            <a:spLocks/>
          </p:cNvSpPr>
          <p:nvPr/>
        </p:nvSpPr>
        <p:spPr bwMode="auto">
          <a:xfrm>
            <a:off x="1059208" y="20656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7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4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6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6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4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7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80"/>
          <p:cNvSpPr>
            <a:spLocks/>
          </p:cNvSpPr>
          <p:nvPr/>
        </p:nvSpPr>
        <p:spPr bwMode="auto">
          <a:xfrm>
            <a:off x="2273646" y="22085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8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8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5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5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781"/>
          <p:cNvSpPr>
            <a:spLocks/>
          </p:cNvSpPr>
          <p:nvPr/>
        </p:nvSpPr>
        <p:spPr bwMode="auto">
          <a:xfrm>
            <a:off x="2279996" y="20656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6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3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6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6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3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6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82"/>
          <p:cNvSpPr>
            <a:spLocks noEditPoints="1"/>
          </p:cNvSpPr>
          <p:nvPr/>
        </p:nvSpPr>
        <p:spPr bwMode="auto">
          <a:xfrm>
            <a:off x="2597496" y="2240306"/>
            <a:ext cx="422275" cy="358775"/>
          </a:xfrm>
          <a:custGeom>
            <a:avLst/>
            <a:gdLst>
              <a:gd name="T0" fmla="*/ 6 w 133"/>
              <a:gd name="T1" fmla="*/ 108 h 113"/>
              <a:gd name="T2" fmla="*/ 11 w 133"/>
              <a:gd name="T3" fmla="*/ 113 h 113"/>
              <a:gd name="T4" fmla="*/ 36 w 133"/>
              <a:gd name="T5" fmla="*/ 113 h 113"/>
              <a:gd name="T6" fmla="*/ 36 w 133"/>
              <a:gd name="T7" fmla="*/ 62 h 113"/>
              <a:gd name="T8" fmla="*/ 6 w 133"/>
              <a:gd name="T9" fmla="*/ 91 h 113"/>
              <a:gd name="T10" fmla="*/ 6 w 133"/>
              <a:gd name="T11" fmla="*/ 108 h 113"/>
              <a:gd name="T12" fmla="*/ 48 w 133"/>
              <a:gd name="T13" fmla="*/ 73 h 113"/>
              <a:gd name="T14" fmla="*/ 48 w 133"/>
              <a:gd name="T15" fmla="*/ 113 h 113"/>
              <a:gd name="T16" fmla="*/ 77 w 133"/>
              <a:gd name="T17" fmla="*/ 113 h 113"/>
              <a:gd name="T18" fmla="*/ 77 w 133"/>
              <a:gd name="T19" fmla="*/ 78 h 113"/>
              <a:gd name="T20" fmla="*/ 64 w 133"/>
              <a:gd name="T21" fmla="*/ 90 h 113"/>
              <a:gd name="T22" fmla="*/ 48 w 133"/>
              <a:gd name="T23" fmla="*/ 73 h 113"/>
              <a:gd name="T24" fmla="*/ 107 w 133"/>
              <a:gd name="T25" fmla="*/ 2 h 113"/>
              <a:gd name="T26" fmla="*/ 102 w 133"/>
              <a:gd name="T27" fmla="*/ 8 h 113"/>
              <a:gd name="T28" fmla="*/ 108 w 133"/>
              <a:gd name="T29" fmla="*/ 13 h 113"/>
              <a:gd name="T30" fmla="*/ 113 w 133"/>
              <a:gd name="T31" fmla="*/ 12 h 113"/>
              <a:gd name="T32" fmla="*/ 64 w 133"/>
              <a:gd name="T33" fmla="*/ 62 h 113"/>
              <a:gd name="T34" fmla="*/ 36 w 133"/>
              <a:gd name="T35" fmla="*/ 33 h 113"/>
              <a:gd name="T36" fmla="*/ 2 w 133"/>
              <a:gd name="T37" fmla="*/ 66 h 113"/>
              <a:gd name="T38" fmla="*/ 2 w 133"/>
              <a:gd name="T39" fmla="*/ 74 h 113"/>
              <a:gd name="T40" fmla="*/ 10 w 133"/>
              <a:gd name="T41" fmla="*/ 74 h 113"/>
              <a:gd name="T42" fmla="*/ 36 w 133"/>
              <a:gd name="T43" fmla="*/ 48 h 113"/>
              <a:gd name="T44" fmla="*/ 64 w 133"/>
              <a:gd name="T45" fmla="*/ 77 h 113"/>
              <a:gd name="T46" fmla="*/ 121 w 133"/>
              <a:gd name="T47" fmla="*/ 20 h 113"/>
              <a:gd name="T48" fmla="*/ 120 w 133"/>
              <a:gd name="T49" fmla="*/ 26 h 113"/>
              <a:gd name="T50" fmla="*/ 125 w 133"/>
              <a:gd name="T51" fmla="*/ 31 h 113"/>
              <a:gd name="T52" fmla="*/ 126 w 133"/>
              <a:gd name="T53" fmla="*/ 31 h 113"/>
              <a:gd name="T54" fmla="*/ 131 w 133"/>
              <a:gd name="T55" fmla="*/ 27 h 113"/>
              <a:gd name="T56" fmla="*/ 133 w 133"/>
              <a:gd name="T57" fmla="*/ 0 h 113"/>
              <a:gd name="T58" fmla="*/ 107 w 133"/>
              <a:gd name="T59" fmla="*/ 2 h 113"/>
              <a:gd name="T60" fmla="*/ 89 w 133"/>
              <a:gd name="T61" fmla="*/ 66 h 113"/>
              <a:gd name="T62" fmla="*/ 89 w 133"/>
              <a:gd name="T63" fmla="*/ 113 h 113"/>
              <a:gd name="T64" fmla="*/ 114 w 133"/>
              <a:gd name="T65" fmla="*/ 113 h 113"/>
              <a:gd name="T66" fmla="*/ 119 w 133"/>
              <a:gd name="T67" fmla="*/ 108 h 113"/>
              <a:gd name="T68" fmla="*/ 119 w 133"/>
              <a:gd name="T69" fmla="*/ 62 h 113"/>
              <a:gd name="T70" fmla="*/ 119 w 133"/>
              <a:gd name="T71" fmla="*/ 36 h 113"/>
              <a:gd name="T72" fmla="*/ 93 w 133"/>
              <a:gd name="T73" fmla="*/ 62 h 113"/>
              <a:gd name="T74" fmla="*/ 89 w 133"/>
              <a:gd name="T75" fmla="*/ 66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3" h="113">
                <a:moveTo>
                  <a:pt x="6" y="108"/>
                </a:moveTo>
                <a:cubicBezTo>
                  <a:pt x="6" y="111"/>
                  <a:pt x="8" y="113"/>
                  <a:pt x="11" y="113"/>
                </a:cubicBezTo>
                <a:cubicBezTo>
                  <a:pt x="36" y="113"/>
                  <a:pt x="36" y="113"/>
                  <a:pt x="36" y="113"/>
                </a:cubicBezTo>
                <a:cubicBezTo>
                  <a:pt x="36" y="62"/>
                  <a:pt x="36" y="62"/>
                  <a:pt x="36" y="62"/>
                </a:cubicBezTo>
                <a:cubicBezTo>
                  <a:pt x="6" y="91"/>
                  <a:pt x="6" y="91"/>
                  <a:pt x="6" y="91"/>
                </a:cubicBezTo>
                <a:lnTo>
                  <a:pt x="6" y="108"/>
                </a:lnTo>
                <a:close/>
                <a:moveTo>
                  <a:pt x="48" y="73"/>
                </a:moveTo>
                <a:cubicBezTo>
                  <a:pt x="48" y="113"/>
                  <a:pt x="48" y="113"/>
                  <a:pt x="48" y="113"/>
                </a:cubicBezTo>
                <a:cubicBezTo>
                  <a:pt x="77" y="113"/>
                  <a:pt x="77" y="113"/>
                  <a:pt x="77" y="113"/>
                </a:cubicBezTo>
                <a:cubicBezTo>
                  <a:pt x="77" y="78"/>
                  <a:pt x="77" y="78"/>
                  <a:pt x="77" y="78"/>
                </a:cubicBezTo>
                <a:cubicBezTo>
                  <a:pt x="64" y="90"/>
                  <a:pt x="64" y="90"/>
                  <a:pt x="64" y="90"/>
                </a:cubicBezTo>
                <a:lnTo>
                  <a:pt x="48" y="73"/>
                </a:lnTo>
                <a:close/>
                <a:moveTo>
                  <a:pt x="107" y="2"/>
                </a:moveTo>
                <a:cubicBezTo>
                  <a:pt x="104" y="3"/>
                  <a:pt x="102" y="5"/>
                  <a:pt x="102" y="8"/>
                </a:cubicBezTo>
                <a:cubicBezTo>
                  <a:pt x="102" y="11"/>
                  <a:pt x="105" y="13"/>
                  <a:pt x="108" y="13"/>
                </a:cubicBezTo>
                <a:cubicBezTo>
                  <a:pt x="113" y="12"/>
                  <a:pt x="113" y="12"/>
                  <a:pt x="113" y="12"/>
                </a:cubicBezTo>
                <a:cubicBezTo>
                  <a:pt x="64" y="62"/>
                  <a:pt x="64" y="62"/>
                  <a:pt x="64" y="62"/>
                </a:cubicBezTo>
                <a:cubicBezTo>
                  <a:pt x="36" y="33"/>
                  <a:pt x="36" y="33"/>
                  <a:pt x="36" y="33"/>
                </a:cubicBezTo>
                <a:cubicBezTo>
                  <a:pt x="2" y="66"/>
                  <a:pt x="2" y="66"/>
                  <a:pt x="2" y="66"/>
                </a:cubicBezTo>
                <a:cubicBezTo>
                  <a:pt x="0" y="68"/>
                  <a:pt x="0" y="72"/>
                  <a:pt x="2" y="74"/>
                </a:cubicBezTo>
                <a:cubicBezTo>
                  <a:pt x="4" y="76"/>
                  <a:pt x="8" y="76"/>
                  <a:pt x="10" y="74"/>
                </a:cubicBezTo>
                <a:cubicBezTo>
                  <a:pt x="36" y="48"/>
                  <a:pt x="36" y="48"/>
                  <a:pt x="36" y="48"/>
                </a:cubicBezTo>
                <a:cubicBezTo>
                  <a:pt x="64" y="77"/>
                  <a:pt x="64" y="77"/>
                  <a:pt x="64" y="77"/>
                </a:cubicBezTo>
                <a:cubicBezTo>
                  <a:pt x="121" y="20"/>
                  <a:pt x="121" y="20"/>
                  <a:pt x="121" y="20"/>
                </a:cubicBezTo>
                <a:cubicBezTo>
                  <a:pt x="120" y="26"/>
                  <a:pt x="120" y="26"/>
                  <a:pt x="120" y="26"/>
                </a:cubicBezTo>
                <a:cubicBezTo>
                  <a:pt x="120" y="29"/>
                  <a:pt x="122" y="31"/>
                  <a:pt x="125" y="31"/>
                </a:cubicBezTo>
                <a:cubicBezTo>
                  <a:pt x="125" y="31"/>
                  <a:pt x="126" y="31"/>
                  <a:pt x="126" y="31"/>
                </a:cubicBezTo>
                <a:cubicBezTo>
                  <a:pt x="129" y="31"/>
                  <a:pt x="131" y="29"/>
                  <a:pt x="131" y="27"/>
                </a:cubicBezTo>
                <a:cubicBezTo>
                  <a:pt x="133" y="0"/>
                  <a:pt x="133" y="0"/>
                  <a:pt x="133" y="0"/>
                </a:cubicBezTo>
                <a:lnTo>
                  <a:pt x="107" y="2"/>
                </a:lnTo>
                <a:close/>
                <a:moveTo>
                  <a:pt x="89" y="66"/>
                </a:moveTo>
                <a:cubicBezTo>
                  <a:pt x="89" y="113"/>
                  <a:pt x="89" y="113"/>
                  <a:pt x="89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6" y="113"/>
                  <a:pt x="119" y="111"/>
                  <a:pt x="119" y="108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19" y="36"/>
                  <a:pt x="119" y="36"/>
                  <a:pt x="119" y="36"/>
                </a:cubicBezTo>
                <a:cubicBezTo>
                  <a:pt x="93" y="62"/>
                  <a:pt x="93" y="62"/>
                  <a:pt x="93" y="62"/>
                </a:cubicBezTo>
                <a:lnTo>
                  <a:pt x="89" y="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83"/>
          <p:cNvSpPr>
            <a:spLocks/>
          </p:cNvSpPr>
          <p:nvPr/>
        </p:nvSpPr>
        <p:spPr bwMode="auto">
          <a:xfrm>
            <a:off x="1052858" y="31483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8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8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6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6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784"/>
          <p:cNvSpPr>
            <a:spLocks/>
          </p:cNvSpPr>
          <p:nvPr/>
        </p:nvSpPr>
        <p:spPr bwMode="auto">
          <a:xfrm>
            <a:off x="1059208" y="30054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7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4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6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6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4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7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785"/>
          <p:cNvSpPr>
            <a:spLocks noEditPoints="1"/>
          </p:cNvSpPr>
          <p:nvPr/>
        </p:nvSpPr>
        <p:spPr bwMode="auto">
          <a:xfrm>
            <a:off x="1398933" y="3126131"/>
            <a:ext cx="361950" cy="454025"/>
          </a:xfrm>
          <a:custGeom>
            <a:avLst/>
            <a:gdLst>
              <a:gd name="T0" fmla="*/ 164 w 228"/>
              <a:gd name="T1" fmla="*/ 48 h 286"/>
              <a:gd name="T2" fmla="*/ 38 w 228"/>
              <a:gd name="T3" fmla="*/ 48 h 286"/>
              <a:gd name="T4" fmla="*/ 38 w 228"/>
              <a:gd name="T5" fmla="*/ 66 h 286"/>
              <a:gd name="T6" fmla="*/ 164 w 228"/>
              <a:gd name="T7" fmla="*/ 66 h 286"/>
              <a:gd name="T8" fmla="*/ 164 w 228"/>
              <a:gd name="T9" fmla="*/ 48 h 286"/>
              <a:gd name="T10" fmla="*/ 164 w 228"/>
              <a:gd name="T11" fmla="*/ 118 h 286"/>
              <a:gd name="T12" fmla="*/ 38 w 228"/>
              <a:gd name="T13" fmla="*/ 118 h 286"/>
              <a:gd name="T14" fmla="*/ 38 w 228"/>
              <a:gd name="T15" fmla="*/ 136 h 286"/>
              <a:gd name="T16" fmla="*/ 164 w 228"/>
              <a:gd name="T17" fmla="*/ 136 h 286"/>
              <a:gd name="T18" fmla="*/ 164 w 228"/>
              <a:gd name="T19" fmla="*/ 118 h 286"/>
              <a:gd name="T20" fmla="*/ 164 w 228"/>
              <a:gd name="T21" fmla="*/ 84 h 286"/>
              <a:gd name="T22" fmla="*/ 38 w 228"/>
              <a:gd name="T23" fmla="*/ 84 h 286"/>
              <a:gd name="T24" fmla="*/ 38 w 228"/>
              <a:gd name="T25" fmla="*/ 100 h 286"/>
              <a:gd name="T26" fmla="*/ 164 w 228"/>
              <a:gd name="T27" fmla="*/ 100 h 286"/>
              <a:gd name="T28" fmla="*/ 164 w 228"/>
              <a:gd name="T29" fmla="*/ 84 h 286"/>
              <a:gd name="T30" fmla="*/ 202 w 228"/>
              <a:gd name="T31" fmla="*/ 26 h 286"/>
              <a:gd name="T32" fmla="*/ 202 w 228"/>
              <a:gd name="T33" fmla="*/ 0 h 286"/>
              <a:gd name="T34" fmla="*/ 0 w 228"/>
              <a:gd name="T35" fmla="*/ 0 h 286"/>
              <a:gd name="T36" fmla="*/ 0 w 228"/>
              <a:gd name="T37" fmla="*/ 262 h 286"/>
              <a:gd name="T38" fmla="*/ 26 w 228"/>
              <a:gd name="T39" fmla="*/ 262 h 286"/>
              <a:gd name="T40" fmla="*/ 26 w 228"/>
              <a:gd name="T41" fmla="*/ 286 h 286"/>
              <a:gd name="T42" fmla="*/ 228 w 228"/>
              <a:gd name="T43" fmla="*/ 286 h 286"/>
              <a:gd name="T44" fmla="*/ 228 w 228"/>
              <a:gd name="T45" fmla="*/ 26 h 286"/>
              <a:gd name="T46" fmla="*/ 202 w 228"/>
              <a:gd name="T47" fmla="*/ 26 h 286"/>
              <a:gd name="T48" fmla="*/ 14 w 228"/>
              <a:gd name="T49" fmla="*/ 248 h 286"/>
              <a:gd name="T50" fmla="*/ 14 w 228"/>
              <a:gd name="T51" fmla="*/ 14 h 286"/>
              <a:gd name="T52" fmla="*/ 188 w 228"/>
              <a:gd name="T53" fmla="*/ 14 h 286"/>
              <a:gd name="T54" fmla="*/ 188 w 228"/>
              <a:gd name="T55" fmla="*/ 188 h 286"/>
              <a:gd name="T56" fmla="*/ 128 w 228"/>
              <a:gd name="T57" fmla="*/ 188 h 286"/>
              <a:gd name="T58" fmla="*/ 128 w 228"/>
              <a:gd name="T59" fmla="*/ 248 h 286"/>
              <a:gd name="T60" fmla="*/ 14 w 228"/>
              <a:gd name="T61" fmla="*/ 248 h 286"/>
              <a:gd name="T62" fmla="*/ 214 w 228"/>
              <a:gd name="T63" fmla="*/ 272 h 286"/>
              <a:gd name="T64" fmla="*/ 40 w 228"/>
              <a:gd name="T65" fmla="*/ 272 h 286"/>
              <a:gd name="T66" fmla="*/ 40 w 228"/>
              <a:gd name="T67" fmla="*/ 262 h 286"/>
              <a:gd name="T68" fmla="*/ 136 w 228"/>
              <a:gd name="T69" fmla="*/ 262 h 286"/>
              <a:gd name="T70" fmla="*/ 202 w 228"/>
              <a:gd name="T71" fmla="*/ 196 h 286"/>
              <a:gd name="T72" fmla="*/ 202 w 228"/>
              <a:gd name="T73" fmla="*/ 40 h 286"/>
              <a:gd name="T74" fmla="*/ 214 w 228"/>
              <a:gd name="T75" fmla="*/ 40 h 286"/>
              <a:gd name="T76" fmla="*/ 214 w 228"/>
              <a:gd name="T77" fmla="*/ 272 h 286"/>
              <a:gd name="T78" fmla="*/ 38 w 228"/>
              <a:gd name="T79" fmla="*/ 170 h 286"/>
              <a:gd name="T80" fmla="*/ 102 w 228"/>
              <a:gd name="T81" fmla="*/ 170 h 286"/>
              <a:gd name="T82" fmla="*/ 102 w 228"/>
              <a:gd name="T83" fmla="*/ 154 h 286"/>
              <a:gd name="T84" fmla="*/ 38 w 228"/>
              <a:gd name="T85" fmla="*/ 154 h 286"/>
              <a:gd name="T86" fmla="*/ 38 w 228"/>
              <a:gd name="T87" fmla="*/ 17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8" h="286">
                <a:moveTo>
                  <a:pt x="164" y="48"/>
                </a:moveTo>
                <a:lnTo>
                  <a:pt x="38" y="48"/>
                </a:lnTo>
                <a:lnTo>
                  <a:pt x="38" y="66"/>
                </a:lnTo>
                <a:lnTo>
                  <a:pt x="164" y="66"/>
                </a:lnTo>
                <a:lnTo>
                  <a:pt x="164" y="48"/>
                </a:lnTo>
                <a:close/>
                <a:moveTo>
                  <a:pt x="164" y="118"/>
                </a:moveTo>
                <a:lnTo>
                  <a:pt x="38" y="118"/>
                </a:lnTo>
                <a:lnTo>
                  <a:pt x="38" y="136"/>
                </a:lnTo>
                <a:lnTo>
                  <a:pt x="164" y="136"/>
                </a:lnTo>
                <a:lnTo>
                  <a:pt x="164" y="118"/>
                </a:lnTo>
                <a:close/>
                <a:moveTo>
                  <a:pt x="164" y="84"/>
                </a:moveTo>
                <a:lnTo>
                  <a:pt x="38" y="84"/>
                </a:lnTo>
                <a:lnTo>
                  <a:pt x="38" y="100"/>
                </a:lnTo>
                <a:lnTo>
                  <a:pt x="164" y="100"/>
                </a:lnTo>
                <a:lnTo>
                  <a:pt x="164" y="84"/>
                </a:lnTo>
                <a:close/>
                <a:moveTo>
                  <a:pt x="202" y="26"/>
                </a:moveTo>
                <a:lnTo>
                  <a:pt x="202" y="0"/>
                </a:lnTo>
                <a:lnTo>
                  <a:pt x="0" y="0"/>
                </a:lnTo>
                <a:lnTo>
                  <a:pt x="0" y="262"/>
                </a:lnTo>
                <a:lnTo>
                  <a:pt x="26" y="262"/>
                </a:lnTo>
                <a:lnTo>
                  <a:pt x="26" y="286"/>
                </a:lnTo>
                <a:lnTo>
                  <a:pt x="228" y="286"/>
                </a:lnTo>
                <a:lnTo>
                  <a:pt x="228" y="26"/>
                </a:lnTo>
                <a:lnTo>
                  <a:pt x="202" y="26"/>
                </a:lnTo>
                <a:close/>
                <a:moveTo>
                  <a:pt x="14" y="248"/>
                </a:moveTo>
                <a:lnTo>
                  <a:pt x="14" y="14"/>
                </a:lnTo>
                <a:lnTo>
                  <a:pt x="188" y="14"/>
                </a:lnTo>
                <a:lnTo>
                  <a:pt x="188" y="188"/>
                </a:lnTo>
                <a:lnTo>
                  <a:pt x="128" y="188"/>
                </a:lnTo>
                <a:lnTo>
                  <a:pt x="128" y="248"/>
                </a:lnTo>
                <a:lnTo>
                  <a:pt x="14" y="248"/>
                </a:lnTo>
                <a:close/>
                <a:moveTo>
                  <a:pt x="214" y="272"/>
                </a:moveTo>
                <a:lnTo>
                  <a:pt x="40" y="272"/>
                </a:lnTo>
                <a:lnTo>
                  <a:pt x="40" y="262"/>
                </a:lnTo>
                <a:lnTo>
                  <a:pt x="136" y="262"/>
                </a:lnTo>
                <a:lnTo>
                  <a:pt x="202" y="196"/>
                </a:lnTo>
                <a:lnTo>
                  <a:pt x="202" y="40"/>
                </a:lnTo>
                <a:lnTo>
                  <a:pt x="214" y="40"/>
                </a:lnTo>
                <a:lnTo>
                  <a:pt x="214" y="272"/>
                </a:lnTo>
                <a:close/>
                <a:moveTo>
                  <a:pt x="38" y="170"/>
                </a:moveTo>
                <a:lnTo>
                  <a:pt x="102" y="170"/>
                </a:lnTo>
                <a:lnTo>
                  <a:pt x="102" y="154"/>
                </a:lnTo>
                <a:lnTo>
                  <a:pt x="38" y="154"/>
                </a:lnTo>
                <a:lnTo>
                  <a:pt x="38" y="17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786"/>
          <p:cNvSpPr>
            <a:spLocks/>
          </p:cNvSpPr>
          <p:nvPr/>
        </p:nvSpPr>
        <p:spPr bwMode="auto">
          <a:xfrm>
            <a:off x="2273646" y="3148356"/>
            <a:ext cx="1050925" cy="720725"/>
          </a:xfrm>
          <a:custGeom>
            <a:avLst/>
            <a:gdLst>
              <a:gd name="T0" fmla="*/ 98 w 331"/>
              <a:gd name="T1" fmla="*/ 227 h 227"/>
              <a:gd name="T2" fmla="*/ 71 w 331"/>
              <a:gd name="T3" fmla="*/ 213 h 227"/>
              <a:gd name="T4" fmla="*/ 6 w 331"/>
              <a:gd name="T5" fmla="*/ 127 h 227"/>
              <a:gd name="T6" fmla="*/ 6 w 331"/>
              <a:gd name="T7" fmla="*/ 100 h 227"/>
              <a:gd name="T8" fmla="*/ 71 w 331"/>
              <a:gd name="T9" fmla="*/ 14 h 227"/>
              <a:gd name="T10" fmla="*/ 98 w 331"/>
              <a:gd name="T11" fmla="*/ 0 h 227"/>
              <a:gd name="T12" fmla="*/ 234 w 331"/>
              <a:gd name="T13" fmla="*/ 0 h 227"/>
              <a:gd name="T14" fmla="*/ 261 w 331"/>
              <a:gd name="T15" fmla="*/ 14 h 227"/>
              <a:gd name="T16" fmla="*/ 326 w 331"/>
              <a:gd name="T17" fmla="*/ 100 h 227"/>
              <a:gd name="T18" fmla="*/ 326 w 331"/>
              <a:gd name="T19" fmla="*/ 127 h 227"/>
              <a:gd name="T20" fmla="*/ 261 w 331"/>
              <a:gd name="T21" fmla="*/ 213 h 227"/>
              <a:gd name="T22" fmla="*/ 234 w 331"/>
              <a:gd name="T23" fmla="*/ 227 h 227"/>
              <a:gd name="T24" fmla="*/ 98 w 331"/>
              <a:gd name="T2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227">
                <a:moveTo>
                  <a:pt x="98" y="227"/>
                </a:moveTo>
                <a:cubicBezTo>
                  <a:pt x="88" y="227"/>
                  <a:pt x="76" y="221"/>
                  <a:pt x="71" y="213"/>
                </a:cubicBezTo>
                <a:cubicBezTo>
                  <a:pt x="6" y="127"/>
                  <a:pt x="6" y="127"/>
                  <a:pt x="6" y="127"/>
                </a:cubicBezTo>
                <a:cubicBezTo>
                  <a:pt x="0" y="120"/>
                  <a:pt x="0" y="107"/>
                  <a:pt x="6" y="100"/>
                </a:cubicBezTo>
                <a:cubicBezTo>
                  <a:pt x="71" y="14"/>
                  <a:pt x="71" y="14"/>
                  <a:pt x="71" y="14"/>
                </a:cubicBezTo>
                <a:cubicBezTo>
                  <a:pt x="76" y="6"/>
                  <a:pt x="88" y="0"/>
                  <a:pt x="98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243" y="0"/>
                  <a:pt x="255" y="6"/>
                  <a:pt x="261" y="14"/>
                </a:cubicBezTo>
                <a:cubicBezTo>
                  <a:pt x="326" y="100"/>
                  <a:pt x="326" y="100"/>
                  <a:pt x="326" y="100"/>
                </a:cubicBezTo>
                <a:cubicBezTo>
                  <a:pt x="331" y="107"/>
                  <a:pt x="331" y="120"/>
                  <a:pt x="326" y="127"/>
                </a:cubicBezTo>
                <a:cubicBezTo>
                  <a:pt x="261" y="213"/>
                  <a:pt x="261" y="213"/>
                  <a:pt x="261" y="213"/>
                </a:cubicBezTo>
                <a:cubicBezTo>
                  <a:pt x="255" y="221"/>
                  <a:pt x="243" y="227"/>
                  <a:pt x="234" y="227"/>
                </a:cubicBezTo>
                <a:lnTo>
                  <a:pt x="98" y="22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787"/>
          <p:cNvSpPr>
            <a:spLocks/>
          </p:cNvSpPr>
          <p:nvPr/>
        </p:nvSpPr>
        <p:spPr bwMode="auto">
          <a:xfrm>
            <a:off x="2279996" y="3005481"/>
            <a:ext cx="1041400" cy="790575"/>
          </a:xfrm>
          <a:custGeom>
            <a:avLst/>
            <a:gdLst>
              <a:gd name="T0" fmla="*/ 328 w 328"/>
              <a:gd name="T1" fmla="*/ 113 h 249"/>
              <a:gd name="T2" fmla="*/ 328 w 328"/>
              <a:gd name="T3" fmla="*/ 136 h 249"/>
              <a:gd name="T4" fmla="*/ 328 w 328"/>
              <a:gd name="T5" fmla="*/ 136 h 249"/>
              <a:gd name="T6" fmla="*/ 328 w 328"/>
              <a:gd name="T7" fmla="*/ 136 h 249"/>
              <a:gd name="T8" fmla="*/ 324 w 328"/>
              <a:gd name="T9" fmla="*/ 149 h 249"/>
              <a:gd name="T10" fmla="*/ 259 w 328"/>
              <a:gd name="T11" fmla="*/ 236 h 249"/>
              <a:gd name="T12" fmla="*/ 232 w 328"/>
              <a:gd name="T13" fmla="*/ 249 h 249"/>
              <a:gd name="T14" fmla="*/ 96 w 328"/>
              <a:gd name="T15" fmla="*/ 249 h 249"/>
              <a:gd name="T16" fmla="*/ 69 w 328"/>
              <a:gd name="T17" fmla="*/ 236 h 249"/>
              <a:gd name="T18" fmla="*/ 4 w 328"/>
              <a:gd name="T19" fmla="*/ 149 h 249"/>
              <a:gd name="T20" fmla="*/ 0 w 328"/>
              <a:gd name="T21" fmla="*/ 136 h 249"/>
              <a:gd name="T22" fmla="*/ 0 w 328"/>
              <a:gd name="T23" fmla="*/ 136 h 249"/>
              <a:gd name="T24" fmla="*/ 0 w 328"/>
              <a:gd name="T25" fmla="*/ 136 h 249"/>
              <a:gd name="T26" fmla="*/ 0 w 328"/>
              <a:gd name="T27" fmla="*/ 113 h 249"/>
              <a:gd name="T28" fmla="*/ 4 w 328"/>
              <a:gd name="T29" fmla="*/ 100 h 249"/>
              <a:gd name="T30" fmla="*/ 69 w 328"/>
              <a:gd name="T31" fmla="*/ 13 h 249"/>
              <a:gd name="T32" fmla="*/ 96 w 328"/>
              <a:gd name="T33" fmla="*/ 0 h 249"/>
              <a:gd name="T34" fmla="*/ 232 w 328"/>
              <a:gd name="T35" fmla="*/ 0 h 249"/>
              <a:gd name="T36" fmla="*/ 259 w 328"/>
              <a:gd name="T37" fmla="*/ 13 h 249"/>
              <a:gd name="T38" fmla="*/ 324 w 328"/>
              <a:gd name="T39" fmla="*/ 100 h 249"/>
              <a:gd name="T40" fmla="*/ 328 w 328"/>
              <a:gd name="T41" fmla="*/ 113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249">
                <a:moveTo>
                  <a:pt x="328" y="113"/>
                </a:move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36"/>
                  <a:pt x="328" y="136"/>
                  <a:pt x="328" y="136"/>
                </a:cubicBezTo>
                <a:cubicBezTo>
                  <a:pt x="328" y="141"/>
                  <a:pt x="326" y="146"/>
                  <a:pt x="324" y="149"/>
                </a:cubicBezTo>
                <a:cubicBezTo>
                  <a:pt x="259" y="236"/>
                  <a:pt x="259" y="236"/>
                  <a:pt x="259" y="236"/>
                </a:cubicBezTo>
                <a:cubicBezTo>
                  <a:pt x="253" y="243"/>
                  <a:pt x="241" y="249"/>
                  <a:pt x="232" y="249"/>
                </a:cubicBezTo>
                <a:cubicBezTo>
                  <a:pt x="96" y="249"/>
                  <a:pt x="96" y="249"/>
                  <a:pt x="96" y="249"/>
                </a:cubicBezTo>
                <a:cubicBezTo>
                  <a:pt x="86" y="249"/>
                  <a:pt x="74" y="243"/>
                  <a:pt x="69" y="236"/>
                </a:cubicBezTo>
                <a:cubicBezTo>
                  <a:pt x="4" y="149"/>
                  <a:pt x="4" y="149"/>
                  <a:pt x="4" y="149"/>
                </a:cubicBezTo>
                <a:cubicBezTo>
                  <a:pt x="1" y="146"/>
                  <a:pt x="0" y="141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08"/>
                  <a:pt x="1" y="103"/>
                  <a:pt x="4" y="100"/>
                </a:cubicBezTo>
                <a:cubicBezTo>
                  <a:pt x="69" y="13"/>
                  <a:pt x="69" y="13"/>
                  <a:pt x="69" y="13"/>
                </a:cubicBezTo>
                <a:cubicBezTo>
                  <a:pt x="74" y="6"/>
                  <a:pt x="86" y="0"/>
                  <a:pt x="96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53" y="6"/>
                  <a:pt x="259" y="13"/>
                </a:cubicBezTo>
                <a:cubicBezTo>
                  <a:pt x="324" y="100"/>
                  <a:pt x="324" y="100"/>
                  <a:pt x="324" y="100"/>
                </a:cubicBezTo>
                <a:cubicBezTo>
                  <a:pt x="326" y="103"/>
                  <a:pt x="328" y="108"/>
                  <a:pt x="328" y="11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788"/>
          <p:cNvSpPr>
            <a:spLocks noEditPoints="1"/>
          </p:cNvSpPr>
          <p:nvPr/>
        </p:nvSpPr>
        <p:spPr bwMode="auto">
          <a:xfrm>
            <a:off x="2610196" y="3154706"/>
            <a:ext cx="377825" cy="371475"/>
          </a:xfrm>
          <a:custGeom>
            <a:avLst/>
            <a:gdLst>
              <a:gd name="T0" fmla="*/ 42 w 119"/>
              <a:gd name="T1" fmla="*/ 70 h 117"/>
              <a:gd name="T2" fmla="*/ 77 w 119"/>
              <a:gd name="T3" fmla="*/ 70 h 117"/>
              <a:gd name="T4" fmla="*/ 86 w 119"/>
              <a:gd name="T5" fmla="*/ 65 h 117"/>
              <a:gd name="T6" fmla="*/ 34 w 119"/>
              <a:gd name="T7" fmla="*/ 65 h 117"/>
              <a:gd name="T8" fmla="*/ 42 w 119"/>
              <a:gd name="T9" fmla="*/ 70 h 117"/>
              <a:gd name="T10" fmla="*/ 59 w 119"/>
              <a:gd name="T11" fmla="*/ 81 h 117"/>
              <a:gd name="T12" fmla="*/ 61 w 119"/>
              <a:gd name="T13" fmla="*/ 81 h 117"/>
              <a:gd name="T14" fmla="*/ 69 w 119"/>
              <a:gd name="T15" fmla="*/ 76 h 117"/>
              <a:gd name="T16" fmla="*/ 51 w 119"/>
              <a:gd name="T17" fmla="*/ 76 h 117"/>
              <a:gd name="T18" fmla="*/ 59 w 119"/>
              <a:gd name="T19" fmla="*/ 81 h 117"/>
              <a:gd name="T20" fmla="*/ 116 w 119"/>
              <a:gd name="T21" fmla="*/ 37 h 117"/>
              <a:gd name="T22" fmla="*/ 64 w 119"/>
              <a:gd name="T23" fmla="*/ 1 h 117"/>
              <a:gd name="T24" fmla="*/ 56 w 119"/>
              <a:gd name="T25" fmla="*/ 1 h 117"/>
              <a:gd name="T26" fmla="*/ 4 w 119"/>
              <a:gd name="T27" fmla="*/ 37 h 117"/>
              <a:gd name="T28" fmla="*/ 0 w 119"/>
              <a:gd name="T29" fmla="*/ 43 h 117"/>
              <a:gd name="T30" fmla="*/ 0 w 119"/>
              <a:gd name="T31" fmla="*/ 110 h 117"/>
              <a:gd name="T32" fmla="*/ 8 w 119"/>
              <a:gd name="T33" fmla="*/ 117 h 117"/>
              <a:gd name="T34" fmla="*/ 112 w 119"/>
              <a:gd name="T35" fmla="*/ 117 h 117"/>
              <a:gd name="T36" fmla="*/ 119 w 119"/>
              <a:gd name="T37" fmla="*/ 110 h 117"/>
              <a:gd name="T38" fmla="*/ 119 w 119"/>
              <a:gd name="T39" fmla="*/ 43 h 117"/>
              <a:gd name="T40" fmla="*/ 116 w 119"/>
              <a:gd name="T41" fmla="*/ 37 h 117"/>
              <a:gd name="T42" fmla="*/ 112 w 119"/>
              <a:gd name="T43" fmla="*/ 53 h 117"/>
              <a:gd name="T44" fmla="*/ 60 w 119"/>
              <a:gd name="T45" fmla="*/ 88 h 117"/>
              <a:gd name="T46" fmla="*/ 8 w 119"/>
              <a:gd name="T47" fmla="*/ 53 h 117"/>
              <a:gd name="T48" fmla="*/ 8 w 119"/>
              <a:gd name="T49" fmla="*/ 46 h 117"/>
              <a:gd name="T50" fmla="*/ 12 w 119"/>
              <a:gd name="T51" fmla="*/ 43 h 117"/>
              <a:gd name="T52" fmla="*/ 108 w 119"/>
              <a:gd name="T53" fmla="*/ 43 h 117"/>
              <a:gd name="T54" fmla="*/ 112 w 119"/>
              <a:gd name="T55" fmla="*/ 46 h 117"/>
              <a:gd name="T56" fmla="*/ 112 w 119"/>
              <a:gd name="T57" fmla="*/ 53 h 117"/>
              <a:gd name="T58" fmla="*/ 24 w 119"/>
              <a:gd name="T59" fmla="*/ 58 h 117"/>
              <a:gd name="T60" fmla="*/ 26 w 119"/>
              <a:gd name="T61" fmla="*/ 59 h 117"/>
              <a:gd name="T62" fmla="*/ 94 w 119"/>
              <a:gd name="T63" fmla="*/ 59 h 117"/>
              <a:gd name="T64" fmla="*/ 95 w 119"/>
              <a:gd name="T65" fmla="*/ 58 h 117"/>
              <a:gd name="T66" fmla="*/ 95 w 119"/>
              <a:gd name="T67" fmla="*/ 53 h 117"/>
              <a:gd name="T68" fmla="*/ 24 w 119"/>
              <a:gd name="T69" fmla="*/ 53 h 117"/>
              <a:gd name="T70" fmla="*/ 24 w 119"/>
              <a:gd name="T71" fmla="*/ 58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19" h="117">
                <a:moveTo>
                  <a:pt x="42" y="70"/>
                </a:moveTo>
                <a:cubicBezTo>
                  <a:pt x="77" y="70"/>
                  <a:pt x="77" y="70"/>
                  <a:pt x="77" y="70"/>
                </a:cubicBezTo>
                <a:cubicBezTo>
                  <a:pt x="86" y="65"/>
                  <a:pt x="86" y="65"/>
                  <a:pt x="86" y="65"/>
                </a:cubicBezTo>
                <a:cubicBezTo>
                  <a:pt x="34" y="65"/>
                  <a:pt x="34" y="65"/>
                  <a:pt x="34" y="65"/>
                </a:cubicBezTo>
                <a:lnTo>
                  <a:pt x="42" y="70"/>
                </a:lnTo>
                <a:close/>
                <a:moveTo>
                  <a:pt x="59" y="81"/>
                </a:moveTo>
                <a:cubicBezTo>
                  <a:pt x="61" y="81"/>
                  <a:pt x="61" y="81"/>
                  <a:pt x="61" y="81"/>
                </a:cubicBezTo>
                <a:cubicBezTo>
                  <a:pt x="69" y="76"/>
                  <a:pt x="69" y="76"/>
                  <a:pt x="69" y="76"/>
                </a:cubicBezTo>
                <a:cubicBezTo>
                  <a:pt x="51" y="76"/>
                  <a:pt x="51" y="76"/>
                  <a:pt x="51" y="76"/>
                </a:cubicBezTo>
                <a:lnTo>
                  <a:pt x="59" y="81"/>
                </a:lnTo>
                <a:close/>
                <a:moveTo>
                  <a:pt x="116" y="37"/>
                </a:moveTo>
                <a:cubicBezTo>
                  <a:pt x="64" y="1"/>
                  <a:pt x="64" y="1"/>
                  <a:pt x="64" y="1"/>
                </a:cubicBezTo>
                <a:cubicBezTo>
                  <a:pt x="61" y="0"/>
                  <a:pt x="58" y="0"/>
                  <a:pt x="56" y="1"/>
                </a:cubicBezTo>
                <a:cubicBezTo>
                  <a:pt x="4" y="37"/>
                  <a:pt x="4" y="37"/>
                  <a:pt x="4" y="37"/>
                </a:cubicBezTo>
                <a:cubicBezTo>
                  <a:pt x="2" y="38"/>
                  <a:pt x="0" y="40"/>
                  <a:pt x="0" y="43"/>
                </a:cubicBezTo>
                <a:cubicBezTo>
                  <a:pt x="0" y="110"/>
                  <a:pt x="0" y="110"/>
                  <a:pt x="0" y="110"/>
                </a:cubicBezTo>
                <a:cubicBezTo>
                  <a:pt x="0" y="114"/>
                  <a:pt x="4" y="117"/>
                  <a:pt x="8" y="117"/>
                </a:cubicBezTo>
                <a:cubicBezTo>
                  <a:pt x="112" y="117"/>
                  <a:pt x="112" y="117"/>
                  <a:pt x="112" y="117"/>
                </a:cubicBezTo>
                <a:cubicBezTo>
                  <a:pt x="116" y="117"/>
                  <a:pt x="119" y="114"/>
                  <a:pt x="119" y="110"/>
                </a:cubicBezTo>
                <a:cubicBezTo>
                  <a:pt x="119" y="43"/>
                  <a:pt x="119" y="43"/>
                  <a:pt x="119" y="43"/>
                </a:cubicBezTo>
                <a:cubicBezTo>
                  <a:pt x="119" y="40"/>
                  <a:pt x="118" y="38"/>
                  <a:pt x="116" y="37"/>
                </a:cubicBezTo>
                <a:close/>
                <a:moveTo>
                  <a:pt x="112" y="53"/>
                </a:moveTo>
                <a:cubicBezTo>
                  <a:pt x="60" y="88"/>
                  <a:pt x="60" y="88"/>
                  <a:pt x="60" y="88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46"/>
                  <a:pt x="8" y="46"/>
                  <a:pt x="8" y="46"/>
                </a:cubicBezTo>
                <a:cubicBezTo>
                  <a:pt x="8" y="44"/>
                  <a:pt x="10" y="43"/>
                  <a:pt x="12" y="43"/>
                </a:cubicBezTo>
                <a:cubicBezTo>
                  <a:pt x="108" y="43"/>
                  <a:pt x="108" y="43"/>
                  <a:pt x="108" y="43"/>
                </a:cubicBezTo>
                <a:cubicBezTo>
                  <a:pt x="110" y="43"/>
                  <a:pt x="112" y="44"/>
                  <a:pt x="112" y="46"/>
                </a:cubicBezTo>
                <a:lnTo>
                  <a:pt x="112" y="53"/>
                </a:lnTo>
                <a:close/>
                <a:moveTo>
                  <a:pt x="24" y="58"/>
                </a:moveTo>
                <a:cubicBezTo>
                  <a:pt x="26" y="59"/>
                  <a:pt x="26" y="59"/>
                  <a:pt x="26" y="59"/>
                </a:cubicBezTo>
                <a:cubicBezTo>
                  <a:pt x="94" y="59"/>
                  <a:pt x="94" y="59"/>
                  <a:pt x="94" y="59"/>
                </a:cubicBezTo>
                <a:cubicBezTo>
                  <a:pt x="95" y="58"/>
                  <a:pt x="95" y="58"/>
                  <a:pt x="95" y="58"/>
                </a:cubicBezTo>
                <a:cubicBezTo>
                  <a:pt x="95" y="53"/>
                  <a:pt x="95" y="53"/>
                  <a:pt x="95" y="53"/>
                </a:cubicBezTo>
                <a:cubicBezTo>
                  <a:pt x="24" y="53"/>
                  <a:pt x="24" y="53"/>
                  <a:pt x="24" y="53"/>
                </a:cubicBezTo>
                <a:lnTo>
                  <a:pt x="24" y="5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789"/>
          <p:cNvSpPr>
            <a:spLocks noEditPoints="1"/>
          </p:cNvSpPr>
          <p:nvPr/>
        </p:nvSpPr>
        <p:spPr bwMode="auto">
          <a:xfrm>
            <a:off x="7167908" y="3176931"/>
            <a:ext cx="384175" cy="361950"/>
          </a:xfrm>
          <a:custGeom>
            <a:avLst/>
            <a:gdLst>
              <a:gd name="T0" fmla="*/ 0 w 242"/>
              <a:gd name="T1" fmla="*/ 228 h 228"/>
              <a:gd name="T2" fmla="*/ 64 w 242"/>
              <a:gd name="T3" fmla="*/ 228 h 228"/>
              <a:gd name="T4" fmla="*/ 64 w 242"/>
              <a:gd name="T5" fmla="*/ 124 h 228"/>
              <a:gd name="T6" fmla="*/ 0 w 242"/>
              <a:gd name="T7" fmla="*/ 124 h 228"/>
              <a:gd name="T8" fmla="*/ 0 w 242"/>
              <a:gd name="T9" fmla="*/ 228 h 228"/>
              <a:gd name="T10" fmla="*/ 176 w 242"/>
              <a:gd name="T11" fmla="*/ 62 h 228"/>
              <a:gd name="T12" fmla="*/ 176 w 242"/>
              <a:gd name="T13" fmla="*/ 228 h 228"/>
              <a:gd name="T14" fmla="*/ 242 w 242"/>
              <a:gd name="T15" fmla="*/ 228 h 228"/>
              <a:gd name="T16" fmla="*/ 242 w 242"/>
              <a:gd name="T17" fmla="*/ 62 h 228"/>
              <a:gd name="T18" fmla="*/ 176 w 242"/>
              <a:gd name="T19" fmla="*/ 62 h 228"/>
              <a:gd name="T20" fmla="*/ 88 w 242"/>
              <a:gd name="T21" fmla="*/ 228 h 228"/>
              <a:gd name="T22" fmla="*/ 154 w 242"/>
              <a:gd name="T23" fmla="*/ 228 h 228"/>
              <a:gd name="T24" fmla="*/ 154 w 242"/>
              <a:gd name="T25" fmla="*/ 0 h 228"/>
              <a:gd name="T26" fmla="*/ 88 w 242"/>
              <a:gd name="T27" fmla="*/ 0 h 228"/>
              <a:gd name="T28" fmla="*/ 88 w 242"/>
              <a:gd name="T29" fmla="*/ 228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2" h="228">
                <a:moveTo>
                  <a:pt x="0" y="228"/>
                </a:moveTo>
                <a:lnTo>
                  <a:pt x="64" y="228"/>
                </a:lnTo>
                <a:lnTo>
                  <a:pt x="64" y="124"/>
                </a:lnTo>
                <a:lnTo>
                  <a:pt x="0" y="124"/>
                </a:lnTo>
                <a:lnTo>
                  <a:pt x="0" y="228"/>
                </a:lnTo>
                <a:close/>
                <a:moveTo>
                  <a:pt x="176" y="62"/>
                </a:moveTo>
                <a:lnTo>
                  <a:pt x="176" y="228"/>
                </a:lnTo>
                <a:lnTo>
                  <a:pt x="242" y="228"/>
                </a:lnTo>
                <a:lnTo>
                  <a:pt x="242" y="62"/>
                </a:lnTo>
                <a:lnTo>
                  <a:pt x="176" y="62"/>
                </a:lnTo>
                <a:close/>
                <a:moveTo>
                  <a:pt x="88" y="228"/>
                </a:moveTo>
                <a:lnTo>
                  <a:pt x="154" y="228"/>
                </a:lnTo>
                <a:lnTo>
                  <a:pt x="154" y="0"/>
                </a:lnTo>
                <a:lnTo>
                  <a:pt x="88" y="0"/>
                </a:lnTo>
                <a:lnTo>
                  <a:pt x="88" y="22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790"/>
          <p:cNvSpPr>
            <a:spLocks noEditPoints="1"/>
          </p:cNvSpPr>
          <p:nvPr/>
        </p:nvSpPr>
        <p:spPr bwMode="auto">
          <a:xfrm>
            <a:off x="7120283" y="2240306"/>
            <a:ext cx="492125" cy="342900"/>
          </a:xfrm>
          <a:custGeom>
            <a:avLst/>
            <a:gdLst>
              <a:gd name="T0" fmla="*/ 125 w 155"/>
              <a:gd name="T1" fmla="*/ 45 h 108"/>
              <a:gd name="T2" fmla="*/ 63 w 155"/>
              <a:gd name="T3" fmla="*/ 0 h 108"/>
              <a:gd name="T4" fmla="*/ 0 w 155"/>
              <a:gd name="T5" fmla="*/ 45 h 108"/>
              <a:gd name="T6" fmla="*/ 20 w 155"/>
              <a:gd name="T7" fmla="*/ 79 h 108"/>
              <a:gd name="T8" fmla="*/ 0 w 155"/>
              <a:gd name="T9" fmla="*/ 91 h 108"/>
              <a:gd name="T10" fmla="*/ 43 w 155"/>
              <a:gd name="T11" fmla="*/ 89 h 108"/>
              <a:gd name="T12" fmla="*/ 63 w 155"/>
              <a:gd name="T13" fmla="*/ 91 h 108"/>
              <a:gd name="T14" fmla="*/ 125 w 155"/>
              <a:gd name="T15" fmla="*/ 45 h 108"/>
              <a:gd name="T16" fmla="*/ 75 w 155"/>
              <a:gd name="T17" fmla="*/ 65 h 108"/>
              <a:gd name="T18" fmla="*/ 34 w 155"/>
              <a:gd name="T19" fmla="*/ 65 h 108"/>
              <a:gd name="T20" fmla="*/ 34 w 155"/>
              <a:gd name="T21" fmla="*/ 59 h 108"/>
              <a:gd name="T22" fmla="*/ 75 w 155"/>
              <a:gd name="T23" fmla="*/ 59 h 108"/>
              <a:gd name="T24" fmla="*/ 75 w 155"/>
              <a:gd name="T25" fmla="*/ 65 h 108"/>
              <a:gd name="T26" fmla="*/ 91 w 155"/>
              <a:gd name="T27" fmla="*/ 49 h 108"/>
              <a:gd name="T28" fmla="*/ 34 w 155"/>
              <a:gd name="T29" fmla="*/ 49 h 108"/>
              <a:gd name="T30" fmla="*/ 34 w 155"/>
              <a:gd name="T31" fmla="*/ 43 h 108"/>
              <a:gd name="T32" fmla="*/ 91 w 155"/>
              <a:gd name="T33" fmla="*/ 43 h 108"/>
              <a:gd name="T34" fmla="*/ 91 w 155"/>
              <a:gd name="T35" fmla="*/ 49 h 108"/>
              <a:gd name="T36" fmla="*/ 91 w 155"/>
              <a:gd name="T37" fmla="*/ 33 h 108"/>
              <a:gd name="T38" fmla="*/ 34 w 155"/>
              <a:gd name="T39" fmla="*/ 33 h 108"/>
              <a:gd name="T40" fmla="*/ 34 w 155"/>
              <a:gd name="T41" fmla="*/ 27 h 108"/>
              <a:gd name="T42" fmla="*/ 91 w 155"/>
              <a:gd name="T43" fmla="*/ 27 h 108"/>
              <a:gd name="T44" fmla="*/ 91 w 155"/>
              <a:gd name="T45" fmla="*/ 33 h 108"/>
              <a:gd name="T46" fmla="*/ 139 w 155"/>
              <a:gd name="T47" fmla="*/ 92 h 108"/>
              <a:gd name="T48" fmla="*/ 155 w 155"/>
              <a:gd name="T49" fmla="*/ 65 h 108"/>
              <a:gd name="T50" fmla="*/ 130 w 155"/>
              <a:gd name="T51" fmla="*/ 34 h 108"/>
              <a:gd name="T52" fmla="*/ 131 w 155"/>
              <a:gd name="T53" fmla="*/ 45 h 108"/>
              <a:gd name="T54" fmla="*/ 77 w 155"/>
              <a:gd name="T55" fmla="*/ 96 h 108"/>
              <a:gd name="T56" fmla="*/ 105 w 155"/>
              <a:gd name="T57" fmla="*/ 102 h 108"/>
              <a:gd name="T58" fmla="*/ 120 w 155"/>
              <a:gd name="T59" fmla="*/ 100 h 108"/>
              <a:gd name="T60" fmla="*/ 155 w 155"/>
              <a:gd name="T61" fmla="*/ 102 h 108"/>
              <a:gd name="T62" fmla="*/ 139 w 155"/>
              <a:gd name="T63" fmla="*/ 92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55" h="108">
                <a:moveTo>
                  <a:pt x="125" y="45"/>
                </a:moveTo>
                <a:cubicBezTo>
                  <a:pt x="125" y="20"/>
                  <a:pt x="97" y="0"/>
                  <a:pt x="63" y="0"/>
                </a:cubicBezTo>
                <a:cubicBezTo>
                  <a:pt x="28" y="0"/>
                  <a:pt x="0" y="20"/>
                  <a:pt x="0" y="45"/>
                </a:cubicBezTo>
                <a:cubicBezTo>
                  <a:pt x="0" y="59"/>
                  <a:pt x="8" y="70"/>
                  <a:pt x="20" y="79"/>
                </a:cubicBezTo>
                <a:cubicBezTo>
                  <a:pt x="17" y="84"/>
                  <a:pt x="11" y="90"/>
                  <a:pt x="0" y="91"/>
                </a:cubicBezTo>
                <a:cubicBezTo>
                  <a:pt x="0" y="91"/>
                  <a:pt x="25" y="98"/>
                  <a:pt x="43" y="89"/>
                </a:cubicBezTo>
                <a:cubicBezTo>
                  <a:pt x="50" y="90"/>
                  <a:pt x="56" y="91"/>
                  <a:pt x="63" y="91"/>
                </a:cubicBezTo>
                <a:cubicBezTo>
                  <a:pt x="97" y="91"/>
                  <a:pt x="125" y="71"/>
                  <a:pt x="125" y="45"/>
                </a:cubicBezTo>
                <a:close/>
                <a:moveTo>
                  <a:pt x="75" y="65"/>
                </a:moveTo>
                <a:cubicBezTo>
                  <a:pt x="34" y="65"/>
                  <a:pt x="34" y="65"/>
                  <a:pt x="34" y="65"/>
                </a:cubicBezTo>
                <a:cubicBezTo>
                  <a:pt x="34" y="59"/>
                  <a:pt x="34" y="59"/>
                  <a:pt x="34" y="59"/>
                </a:cubicBezTo>
                <a:cubicBezTo>
                  <a:pt x="75" y="59"/>
                  <a:pt x="75" y="59"/>
                  <a:pt x="75" y="59"/>
                </a:cubicBezTo>
                <a:lnTo>
                  <a:pt x="75" y="65"/>
                </a:lnTo>
                <a:close/>
                <a:moveTo>
                  <a:pt x="91" y="49"/>
                </a:moveTo>
                <a:cubicBezTo>
                  <a:pt x="34" y="49"/>
                  <a:pt x="34" y="49"/>
                  <a:pt x="34" y="49"/>
                </a:cubicBezTo>
                <a:cubicBezTo>
                  <a:pt x="34" y="43"/>
                  <a:pt x="34" y="43"/>
                  <a:pt x="34" y="43"/>
                </a:cubicBezTo>
                <a:cubicBezTo>
                  <a:pt x="91" y="43"/>
                  <a:pt x="91" y="43"/>
                  <a:pt x="91" y="43"/>
                </a:cubicBezTo>
                <a:lnTo>
                  <a:pt x="91" y="49"/>
                </a:lnTo>
                <a:close/>
                <a:moveTo>
                  <a:pt x="91" y="33"/>
                </a:moveTo>
                <a:cubicBezTo>
                  <a:pt x="34" y="33"/>
                  <a:pt x="34" y="33"/>
                  <a:pt x="34" y="33"/>
                </a:cubicBezTo>
                <a:cubicBezTo>
                  <a:pt x="34" y="27"/>
                  <a:pt x="34" y="27"/>
                  <a:pt x="34" y="27"/>
                </a:cubicBezTo>
                <a:cubicBezTo>
                  <a:pt x="91" y="27"/>
                  <a:pt x="91" y="27"/>
                  <a:pt x="91" y="27"/>
                </a:cubicBezTo>
                <a:lnTo>
                  <a:pt x="91" y="33"/>
                </a:lnTo>
                <a:close/>
                <a:moveTo>
                  <a:pt x="139" y="92"/>
                </a:moveTo>
                <a:cubicBezTo>
                  <a:pt x="148" y="85"/>
                  <a:pt x="155" y="76"/>
                  <a:pt x="155" y="65"/>
                </a:cubicBezTo>
                <a:cubicBezTo>
                  <a:pt x="155" y="52"/>
                  <a:pt x="145" y="40"/>
                  <a:pt x="130" y="34"/>
                </a:cubicBezTo>
                <a:cubicBezTo>
                  <a:pt x="131" y="38"/>
                  <a:pt x="131" y="42"/>
                  <a:pt x="131" y="45"/>
                </a:cubicBezTo>
                <a:cubicBezTo>
                  <a:pt x="131" y="70"/>
                  <a:pt x="108" y="91"/>
                  <a:pt x="77" y="96"/>
                </a:cubicBezTo>
                <a:cubicBezTo>
                  <a:pt x="85" y="100"/>
                  <a:pt x="94" y="102"/>
                  <a:pt x="105" y="102"/>
                </a:cubicBezTo>
                <a:cubicBezTo>
                  <a:pt x="110" y="102"/>
                  <a:pt x="115" y="101"/>
                  <a:pt x="120" y="100"/>
                </a:cubicBezTo>
                <a:cubicBezTo>
                  <a:pt x="135" y="108"/>
                  <a:pt x="155" y="102"/>
                  <a:pt x="155" y="102"/>
                </a:cubicBezTo>
                <a:cubicBezTo>
                  <a:pt x="146" y="101"/>
                  <a:pt x="141" y="96"/>
                  <a:pt x="139" y="9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791"/>
          <p:cNvSpPr>
            <a:spLocks/>
          </p:cNvSpPr>
          <p:nvPr/>
        </p:nvSpPr>
        <p:spPr bwMode="auto">
          <a:xfrm>
            <a:off x="6324946" y="1945031"/>
            <a:ext cx="2055813" cy="984250"/>
          </a:xfrm>
          <a:custGeom>
            <a:avLst/>
            <a:gdLst>
              <a:gd name="T0" fmla="*/ 19 w 648"/>
              <a:gd name="T1" fmla="*/ 287 h 310"/>
              <a:gd name="T2" fmla="*/ 207 w 648"/>
              <a:gd name="T3" fmla="*/ 36 h 310"/>
              <a:gd name="T4" fmla="*/ 257 w 648"/>
              <a:gd name="T5" fmla="*/ 12 h 310"/>
              <a:gd name="T6" fmla="*/ 391 w 648"/>
              <a:gd name="T7" fmla="*/ 12 h 310"/>
              <a:gd name="T8" fmla="*/ 441 w 648"/>
              <a:gd name="T9" fmla="*/ 36 h 310"/>
              <a:gd name="T10" fmla="*/ 629 w 648"/>
              <a:gd name="T11" fmla="*/ 287 h 310"/>
              <a:gd name="T12" fmla="*/ 636 w 648"/>
              <a:gd name="T13" fmla="*/ 310 h 310"/>
              <a:gd name="T14" fmla="*/ 648 w 648"/>
              <a:gd name="T15" fmla="*/ 310 h 310"/>
              <a:gd name="T16" fmla="*/ 638 w 648"/>
              <a:gd name="T17" fmla="*/ 280 h 310"/>
              <a:gd name="T18" fmla="*/ 450 w 648"/>
              <a:gd name="T19" fmla="*/ 29 h 310"/>
              <a:gd name="T20" fmla="*/ 391 w 648"/>
              <a:gd name="T21" fmla="*/ 0 h 310"/>
              <a:gd name="T22" fmla="*/ 257 w 648"/>
              <a:gd name="T23" fmla="*/ 0 h 310"/>
              <a:gd name="T24" fmla="*/ 197 w 648"/>
              <a:gd name="T25" fmla="*/ 29 h 310"/>
              <a:gd name="T26" fmla="*/ 10 w 648"/>
              <a:gd name="T27" fmla="*/ 280 h 310"/>
              <a:gd name="T28" fmla="*/ 0 w 648"/>
              <a:gd name="T29" fmla="*/ 310 h 310"/>
              <a:gd name="T30" fmla="*/ 12 w 648"/>
              <a:gd name="T31" fmla="*/ 310 h 310"/>
              <a:gd name="T32" fmla="*/ 19 w 648"/>
              <a:gd name="T33" fmla="*/ 287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310">
                <a:moveTo>
                  <a:pt x="19" y="287"/>
                </a:moveTo>
                <a:cubicBezTo>
                  <a:pt x="207" y="36"/>
                  <a:pt x="207" y="36"/>
                  <a:pt x="207" y="36"/>
                </a:cubicBezTo>
                <a:cubicBezTo>
                  <a:pt x="217" y="23"/>
                  <a:pt x="240" y="12"/>
                  <a:pt x="257" y="12"/>
                </a:cubicBezTo>
                <a:cubicBezTo>
                  <a:pt x="391" y="12"/>
                  <a:pt x="391" y="12"/>
                  <a:pt x="391" y="12"/>
                </a:cubicBezTo>
                <a:cubicBezTo>
                  <a:pt x="408" y="12"/>
                  <a:pt x="431" y="23"/>
                  <a:pt x="441" y="36"/>
                </a:cubicBezTo>
                <a:cubicBezTo>
                  <a:pt x="629" y="287"/>
                  <a:pt x="629" y="287"/>
                  <a:pt x="629" y="287"/>
                </a:cubicBezTo>
                <a:cubicBezTo>
                  <a:pt x="633" y="293"/>
                  <a:pt x="636" y="302"/>
                  <a:pt x="636" y="310"/>
                </a:cubicBezTo>
                <a:cubicBezTo>
                  <a:pt x="648" y="310"/>
                  <a:pt x="648" y="310"/>
                  <a:pt x="648" y="310"/>
                </a:cubicBezTo>
                <a:cubicBezTo>
                  <a:pt x="648" y="299"/>
                  <a:pt x="645" y="288"/>
                  <a:pt x="638" y="280"/>
                </a:cubicBezTo>
                <a:cubicBezTo>
                  <a:pt x="450" y="29"/>
                  <a:pt x="450" y="29"/>
                  <a:pt x="450" y="29"/>
                </a:cubicBezTo>
                <a:cubicBezTo>
                  <a:pt x="438" y="13"/>
                  <a:pt x="412" y="0"/>
                  <a:pt x="391" y="0"/>
                </a:cubicBezTo>
                <a:cubicBezTo>
                  <a:pt x="257" y="0"/>
                  <a:pt x="257" y="0"/>
                  <a:pt x="257" y="0"/>
                </a:cubicBezTo>
                <a:cubicBezTo>
                  <a:pt x="236" y="0"/>
                  <a:pt x="210" y="13"/>
                  <a:pt x="197" y="29"/>
                </a:cubicBezTo>
                <a:cubicBezTo>
                  <a:pt x="10" y="280"/>
                  <a:pt x="10" y="280"/>
                  <a:pt x="10" y="280"/>
                </a:cubicBezTo>
                <a:cubicBezTo>
                  <a:pt x="3" y="288"/>
                  <a:pt x="0" y="299"/>
                  <a:pt x="0" y="310"/>
                </a:cubicBezTo>
                <a:cubicBezTo>
                  <a:pt x="12" y="310"/>
                  <a:pt x="12" y="310"/>
                  <a:pt x="12" y="310"/>
                </a:cubicBezTo>
                <a:cubicBezTo>
                  <a:pt x="12" y="302"/>
                  <a:pt x="14" y="293"/>
                  <a:pt x="19" y="28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792"/>
          <p:cNvSpPr>
            <a:spLocks/>
          </p:cNvSpPr>
          <p:nvPr/>
        </p:nvSpPr>
        <p:spPr bwMode="auto">
          <a:xfrm>
            <a:off x="6324946" y="2929281"/>
            <a:ext cx="2055813" cy="990600"/>
          </a:xfrm>
          <a:custGeom>
            <a:avLst/>
            <a:gdLst>
              <a:gd name="T0" fmla="*/ 636 w 648"/>
              <a:gd name="T1" fmla="*/ 0 h 312"/>
              <a:gd name="T2" fmla="*/ 629 w 648"/>
              <a:gd name="T3" fmla="*/ 24 h 312"/>
              <a:gd name="T4" fmla="*/ 441 w 648"/>
              <a:gd name="T5" fmla="*/ 275 h 312"/>
              <a:gd name="T6" fmla="*/ 391 w 648"/>
              <a:gd name="T7" fmla="*/ 300 h 312"/>
              <a:gd name="T8" fmla="*/ 257 w 648"/>
              <a:gd name="T9" fmla="*/ 300 h 312"/>
              <a:gd name="T10" fmla="*/ 207 w 648"/>
              <a:gd name="T11" fmla="*/ 275 h 312"/>
              <a:gd name="T12" fmla="*/ 19 w 648"/>
              <a:gd name="T13" fmla="*/ 24 h 312"/>
              <a:gd name="T14" fmla="*/ 12 w 648"/>
              <a:gd name="T15" fmla="*/ 0 h 312"/>
              <a:gd name="T16" fmla="*/ 0 w 648"/>
              <a:gd name="T17" fmla="*/ 0 h 312"/>
              <a:gd name="T18" fmla="*/ 10 w 648"/>
              <a:gd name="T19" fmla="*/ 31 h 312"/>
              <a:gd name="T20" fmla="*/ 198 w 648"/>
              <a:gd name="T21" fmla="*/ 282 h 312"/>
              <a:gd name="T22" fmla="*/ 257 w 648"/>
              <a:gd name="T23" fmla="*/ 312 h 312"/>
              <a:gd name="T24" fmla="*/ 391 w 648"/>
              <a:gd name="T25" fmla="*/ 312 h 312"/>
              <a:gd name="T26" fmla="*/ 450 w 648"/>
              <a:gd name="T27" fmla="*/ 282 h 312"/>
              <a:gd name="T28" fmla="*/ 638 w 648"/>
              <a:gd name="T29" fmla="*/ 31 h 312"/>
              <a:gd name="T30" fmla="*/ 648 w 648"/>
              <a:gd name="T31" fmla="*/ 0 h 312"/>
              <a:gd name="T32" fmla="*/ 636 w 648"/>
              <a:gd name="T33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312">
                <a:moveTo>
                  <a:pt x="636" y="0"/>
                </a:moveTo>
                <a:cubicBezTo>
                  <a:pt x="636" y="9"/>
                  <a:pt x="634" y="18"/>
                  <a:pt x="629" y="24"/>
                </a:cubicBezTo>
                <a:cubicBezTo>
                  <a:pt x="441" y="275"/>
                  <a:pt x="441" y="275"/>
                  <a:pt x="441" y="275"/>
                </a:cubicBezTo>
                <a:cubicBezTo>
                  <a:pt x="431" y="288"/>
                  <a:pt x="408" y="300"/>
                  <a:pt x="391" y="300"/>
                </a:cubicBezTo>
                <a:cubicBezTo>
                  <a:pt x="257" y="300"/>
                  <a:pt x="257" y="300"/>
                  <a:pt x="257" y="300"/>
                </a:cubicBezTo>
                <a:cubicBezTo>
                  <a:pt x="240" y="300"/>
                  <a:pt x="217" y="288"/>
                  <a:pt x="207" y="275"/>
                </a:cubicBezTo>
                <a:cubicBezTo>
                  <a:pt x="19" y="24"/>
                  <a:pt x="19" y="24"/>
                  <a:pt x="19" y="24"/>
                </a:cubicBezTo>
                <a:cubicBezTo>
                  <a:pt x="14" y="18"/>
                  <a:pt x="12" y="9"/>
                  <a:pt x="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"/>
                  <a:pt x="3" y="23"/>
                  <a:pt x="10" y="31"/>
                </a:cubicBezTo>
                <a:cubicBezTo>
                  <a:pt x="198" y="282"/>
                  <a:pt x="198" y="282"/>
                  <a:pt x="198" y="282"/>
                </a:cubicBezTo>
                <a:cubicBezTo>
                  <a:pt x="210" y="299"/>
                  <a:pt x="236" y="312"/>
                  <a:pt x="257" y="312"/>
                </a:cubicBezTo>
                <a:cubicBezTo>
                  <a:pt x="391" y="312"/>
                  <a:pt x="391" y="312"/>
                  <a:pt x="391" y="312"/>
                </a:cubicBezTo>
                <a:cubicBezTo>
                  <a:pt x="412" y="312"/>
                  <a:pt x="438" y="299"/>
                  <a:pt x="450" y="282"/>
                </a:cubicBezTo>
                <a:cubicBezTo>
                  <a:pt x="638" y="31"/>
                  <a:pt x="638" y="31"/>
                  <a:pt x="638" y="31"/>
                </a:cubicBezTo>
                <a:cubicBezTo>
                  <a:pt x="645" y="23"/>
                  <a:pt x="648" y="11"/>
                  <a:pt x="648" y="0"/>
                </a:cubicBezTo>
                <a:lnTo>
                  <a:pt x="63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793"/>
          <p:cNvSpPr>
            <a:spLocks/>
          </p:cNvSpPr>
          <p:nvPr/>
        </p:nvSpPr>
        <p:spPr bwMode="auto">
          <a:xfrm>
            <a:off x="2187921" y="1945031"/>
            <a:ext cx="1641475" cy="984250"/>
          </a:xfrm>
          <a:custGeom>
            <a:avLst/>
            <a:gdLst>
              <a:gd name="T0" fmla="*/ 260 w 517"/>
              <a:gd name="T1" fmla="*/ 12 h 310"/>
              <a:gd name="T2" fmla="*/ 310 w 517"/>
              <a:gd name="T3" fmla="*/ 36 h 310"/>
              <a:gd name="T4" fmla="*/ 498 w 517"/>
              <a:gd name="T5" fmla="*/ 287 h 310"/>
              <a:gd name="T6" fmla="*/ 505 w 517"/>
              <a:gd name="T7" fmla="*/ 310 h 310"/>
              <a:gd name="T8" fmla="*/ 517 w 517"/>
              <a:gd name="T9" fmla="*/ 310 h 310"/>
              <a:gd name="T10" fmla="*/ 507 w 517"/>
              <a:gd name="T11" fmla="*/ 280 h 310"/>
              <a:gd name="T12" fmla="*/ 319 w 517"/>
              <a:gd name="T13" fmla="*/ 29 h 310"/>
              <a:gd name="T14" fmla="*/ 260 w 517"/>
              <a:gd name="T15" fmla="*/ 0 h 310"/>
              <a:gd name="T16" fmla="*/ 0 w 517"/>
              <a:gd name="T17" fmla="*/ 0 h 310"/>
              <a:gd name="T18" fmla="*/ 0 w 517"/>
              <a:gd name="T19" fmla="*/ 12 h 310"/>
              <a:gd name="T20" fmla="*/ 260 w 517"/>
              <a:gd name="T21" fmla="*/ 12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7" h="310">
                <a:moveTo>
                  <a:pt x="260" y="12"/>
                </a:moveTo>
                <a:cubicBezTo>
                  <a:pt x="277" y="12"/>
                  <a:pt x="300" y="23"/>
                  <a:pt x="310" y="36"/>
                </a:cubicBezTo>
                <a:cubicBezTo>
                  <a:pt x="498" y="287"/>
                  <a:pt x="498" y="287"/>
                  <a:pt x="498" y="287"/>
                </a:cubicBezTo>
                <a:cubicBezTo>
                  <a:pt x="502" y="293"/>
                  <a:pt x="505" y="302"/>
                  <a:pt x="505" y="310"/>
                </a:cubicBezTo>
                <a:cubicBezTo>
                  <a:pt x="517" y="310"/>
                  <a:pt x="517" y="310"/>
                  <a:pt x="517" y="310"/>
                </a:cubicBezTo>
                <a:cubicBezTo>
                  <a:pt x="517" y="299"/>
                  <a:pt x="513" y="288"/>
                  <a:pt x="507" y="280"/>
                </a:cubicBezTo>
                <a:cubicBezTo>
                  <a:pt x="319" y="29"/>
                  <a:pt x="319" y="29"/>
                  <a:pt x="319" y="29"/>
                </a:cubicBezTo>
                <a:cubicBezTo>
                  <a:pt x="307" y="13"/>
                  <a:pt x="281" y="0"/>
                  <a:pt x="26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"/>
                  <a:pt x="0" y="12"/>
                  <a:pt x="0" y="12"/>
                </a:cubicBezTo>
                <a:lnTo>
                  <a:pt x="260" y="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794"/>
          <p:cNvSpPr>
            <a:spLocks/>
          </p:cNvSpPr>
          <p:nvPr/>
        </p:nvSpPr>
        <p:spPr bwMode="auto">
          <a:xfrm>
            <a:off x="551208" y="1945031"/>
            <a:ext cx="1636713" cy="984250"/>
          </a:xfrm>
          <a:custGeom>
            <a:avLst/>
            <a:gdLst>
              <a:gd name="T0" fmla="*/ 19 w 516"/>
              <a:gd name="T1" fmla="*/ 287 h 310"/>
              <a:gd name="T2" fmla="*/ 207 w 516"/>
              <a:gd name="T3" fmla="*/ 36 h 310"/>
              <a:gd name="T4" fmla="*/ 257 w 516"/>
              <a:gd name="T5" fmla="*/ 12 h 310"/>
              <a:gd name="T6" fmla="*/ 516 w 516"/>
              <a:gd name="T7" fmla="*/ 12 h 310"/>
              <a:gd name="T8" fmla="*/ 516 w 516"/>
              <a:gd name="T9" fmla="*/ 0 h 310"/>
              <a:gd name="T10" fmla="*/ 257 w 516"/>
              <a:gd name="T11" fmla="*/ 0 h 310"/>
              <a:gd name="T12" fmla="*/ 197 w 516"/>
              <a:gd name="T13" fmla="*/ 29 h 310"/>
              <a:gd name="T14" fmla="*/ 10 w 516"/>
              <a:gd name="T15" fmla="*/ 280 h 310"/>
              <a:gd name="T16" fmla="*/ 0 w 516"/>
              <a:gd name="T17" fmla="*/ 310 h 310"/>
              <a:gd name="T18" fmla="*/ 12 w 516"/>
              <a:gd name="T19" fmla="*/ 310 h 310"/>
              <a:gd name="T20" fmla="*/ 19 w 516"/>
              <a:gd name="T21" fmla="*/ 287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6" h="310">
                <a:moveTo>
                  <a:pt x="19" y="287"/>
                </a:moveTo>
                <a:cubicBezTo>
                  <a:pt x="207" y="36"/>
                  <a:pt x="207" y="36"/>
                  <a:pt x="207" y="36"/>
                </a:cubicBezTo>
                <a:cubicBezTo>
                  <a:pt x="217" y="23"/>
                  <a:pt x="240" y="12"/>
                  <a:pt x="257" y="12"/>
                </a:cubicBezTo>
                <a:cubicBezTo>
                  <a:pt x="516" y="12"/>
                  <a:pt x="516" y="12"/>
                  <a:pt x="516" y="12"/>
                </a:cubicBezTo>
                <a:cubicBezTo>
                  <a:pt x="516" y="0"/>
                  <a:pt x="516" y="0"/>
                  <a:pt x="516" y="0"/>
                </a:cubicBezTo>
                <a:cubicBezTo>
                  <a:pt x="257" y="0"/>
                  <a:pt x="257" y="0"/>
                  <a:pt x="257" y="0"/>
                </a:cubicBezTo>
                <a:cubicBezTo>
                  <a:pt x="236" y="0"/>
                  <a:pt x="210" y="13"/>
                  <a:pt x="197" y="29"/>
                </a:cubicBezTo>
                <a:cubicBezTo>
                  <a:pt x="10" y="280"/>
                  <a:pt x="10" y="280"/>
                  <a:pt x="10" y="280"/>
                </a:cubicBezTo>
                <a:cubicBezTo>
                  <a:pt x="3" y="288"/>
                  <a:pt x="0" y="299"/>
                  <a:pt x="0" y="310"/>
                </a:cubicBezTo>
                <a:cubicBezTo>
                  <a:pt x="12" y="310"/>
                  <a:pt x="12" y="310"/>
                  <a:pt x="12" y="310"/>
                </a:cubicBezTo>
                <a:cubicBezTo>
                  <a:pt x="12" y="302"/>
                  <a:pt x="14" y="293"/>
                  <a:pt x="19" y="2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795"/>
          <p:cNvSpPr>
            <a:spLocks/>
          </p:cNvSpPr>
          <p:nvPr/>
        </p:nvSpPr>
        <p:spPr bwMode="auto">
          <a:xfrm>
            <a:off x="551208" y="2929281"/>
            <a:ext cx="1636713" cy="990600"/>
          </a:xfrm>
          <a:custGeom>
            <a:avLst/>
            <a:gdLst>
              <a:gd name="T0" fmla="*/ 257 w 516"/>
              <a:gd name="T1" fmla="*/ 300 h 312"/>
              <a:gd name="T2" fmla="*/ 207 w 516"/>
              <a:gd name="T3" fmla="*/ 275 h 312"/>
              <a:gd name="T4" fmla="*/ 19 w 516"/>
              <a:gd name="T5" fmla="*/ 24 h 312"/>
              <a:gd name="T6" fmla="*/ 12 w 516"/>
              <a:gd name="T7" fmla="*/ 0 h 312"/>
              <a:gd name="T8" fmla="*/ 0 w 516"/>
              <a:gd name="T9" fmla="*/ 0 h 312"/>
              <a:gd name="T10" fmla="*/ 10 w 516"/>
              <a:gd name="T11" fmla="*/ 31 h 312"/>
              <a:gd name="T12" fmla="*/ 197 w 516"/>
              <a:gd name="T13" fmla="*/ 282 h 312"/>
              <a:gd name="T14" fmla="*/ 257 w 516"/>
              <a:gd name="T15" fmla="*/ 312 h 312"/>
              <a:gd name="T16" fmla="*/ 516 w 516"/>
              <a:gd name="T17" fmla="*/ 312 h 312"/>
              <a:gd name="T18" fmla="*/ 516 w 516"/>
              <a:gd name="T19" fmla="*/ 300 h 312"/>
              <a:gd name="T20" fmla="*/ 257 w 516"/>
              <a:gd name="T21" fmla="*/ 30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6" h="312">
                <a:moveTo>
                  <a:pt x="257" y="300"/>
                </a:moveTo>
                <a:cubicBezTo>
                  <a:pt x="240" y="300"/>
                  <a:pt x="217" y="288"/>
                  <a:pt x="207" y="275"/>
                </a:cubicBezTo>
                <a:cubicBezTo>
                  <a:pt x="19" y="24"/>
                  <a:pt x="19" y="24"/>
                  <a:pt x="19" y="24"/>
                </a:cubicBezTo>
                <a:cubicBezTo>
                  <a:pt x="14" y="18"/>
                  <a:pt x="12" y="9"/>
                  <a:pt x="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"/>
                  <a:pt x="3" y="23"/>
                  <a:pt x="10" y="31"/>
                </a:cubicBezTo>
                <a:cubicBezTo>
                  <a:pt x="197" y="282"/>
                  <a:pt x="197" y="282"/>
                  <a:pt x="197" y="282"/>
                </a:cubicBezTo>
                <a:cubicBezTo>
                  <a:pt x="210" y="299"/>
                  <a:pt x="236" y="312"/>
                  <a:pt x="257" y="312"/>
                </a:cubicBezTo>
                <a:cubicBezTo>
                  <a:pt x="516" y="312"/>
                  <a:pt x="516" y="312"/>
                  <a:pt x="516" y="312"/>
                </a:cubicBezTo>
                <a:cubicBezTo>
                  <a:pt x="516" y="300"/>
                  <a:pt x="516" y="300"/>
                  <a:pt x="516" y="300"/>
                </a:cubicBezTo>
                <a:lnTo>
                  <a:pt x="257" y="3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796"/>
          <p:cNvSpPr>
            <a:spLocks/>
          </p:cNvSpPr>
          <p:nvPr/>
        </p:nvSpPr>
        <p:spPr bwMode="auto">
          <a:xfrm>
            <a:off x="2187921" y="2929281"/>
            <a:ext cx="1641475" cy="990600"/>
          </a:xfrm>
          <a:custGeom>
            <a:avLst/>
            <a:gdLst>
              <a:gd name="T0" fmla="*/ 505 w 517"/>
              <a:gd name="T1" fmla="*/ 0 h 312"/>
              <a:gd name="T2" fmla="*/ 498 w 517"/>
              <a:gd name="T3" fmla="*/ 24 h 312"/>
              <a:gd name="T4" fmla="*/ 310 w 517"/>
              <a:gd name="T5" fmla="*/ 275 h 312"/>
              <a:gd name="T6" fmla="*/ 260 w 517"/>
              <a:gd name="T7" fmla="*/ 300 h 312"/>
              <a:gd name="T8" fmla="*/ 0 w 517"/>
              <a:gd name="T9" fmla="*/ 300 h 312"/>
              <a:gd name="T10" fmla="*/ 0 w 517"/>
              <a:gd name="T11" fmla="*/ 312 h 312"/>
              <a:gd name="T12" fmla="*/ 260 w 517"/>
              <a:gd name="T13" fmla="*/ 312 h 312"/>
              <a:gd name="T14" fmla="*/ 319 w 517"/>
              <a:gd name="T15" fmla="*/ 282 h 312"/>
              <a:gd name="T16" fmla="*/ 507 w 517"/>
              <a:gd name="T17" fmla="*/ 31 h 312"/>
              <a:gd name="T18" fmla="*/ 517 w 517"/>
              <a:gd name="T19" fmla="*/ 0 h 312"/>
              <a:gd name="T20" fmla="*/ 505 w 517"/>
              <a:gd name="T21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7" h="312">
                <a:moveTo>
                  <a:pt x="505" y="0"/>
                </a:moveTo>
                <a:cubicBezTo>
                  <a:pt x="505" y="9"/>
                  <a:pt x="502" y="18"/>
                  <a:pt x="498" y="24"/>
                </a:cubicBezTo>
                <a:cubicBezTo>
                  <a:pt x="310" y="275"/>
                  <a:pt x="310" y="275"/>
                  <a:pt x="310" y="275"/>
                </a:cubicBezTo>
                <a:cubicBezTo>
                  <a:pt x="300" y="288"/>
                  <a:pt x="277" y="300"/>
                  <a:pt x="260" y="300"/>
                </a:cubicBezTo>
                <a:cubicBezTo>
                  <a:pt x="0" y="300"/>
                  <a:pt x="0" y="300"/>
                  <a:pt x="0" y="300"/>
                </a:cubicBezTo>
                <a:cubicBezTo>
                  <a:pt x="0" y="312"/>
                  <a:pt x="0" y="312"/>
                  <a:pt x="0" y="312"/>
                </a:cubicBezTo>
                <a:cubicBezTo>
                  <a:pt x="260" y="312"/>
                  <a:pt x="260" y="312"/>
                  <a:pt x="260" y="312"/>
                </a:cubicBezTo>
                <a:cubicBezTo>
                  <a:pt x="281" y="312"/>
                  <a:pt x="307" y="299"/>
                  <a:pt x="319" y="282"/>
                </a:cubicBezTo>
                <a:cubicBezTo>
                  <a:pt x="507" y="31"/>
                  <a:pt x="507" y="31"/>
                  <a:pt x="507" y="31"/>
                </a:cubicBezTo>
                <a:cubicBezTo>
                  <a:pt x="514" y="23"/>
                  <a:pt x="517" y="11"/>
                  <a:pt x="517" y="0"/>
                </a:cubicBezTo>
                <a:lnTo>
                  <a:pt x="5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797"/>
          <p:cNvSpPr>
            <a:spLocks/>
          </p:cNvSpPr>
          <p:nvPr/>
        </p:nvSpPr>
        <p:spPr bwMode="auto">
          <a:xfrm>
            <a:off x="6831358" y="2424456"/>
            <a:ext cx="1041400" cy="431800"/>
          </a:xfrm>
          <a:custGeom>
            <a:avLst/>
            <a:gdLst>
              <a:gd name="T0" fmla="*/ 328 w 328"/>
              <a:gd name="T1" fmla="*/ 0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0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7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4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7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7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4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7" y="10"/>
                  <a:pt x="328" y="5"/>
                  <a:pt x="328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798"/>
          <p:cNvSpPr>
            <a:spLocks/>
          </p:cNvSpPr>
          <p:nvPr/>
        </p:nvSpPr>
        <p:spPr bwMode="auto">
          <a:xfrm>
            <a:off x="6831358" y="3364256"/>
            <a:ext cx="1041400" cy="431800"/>
          </a:xfrm>
          <a:custGeom>
            <a:avLst/>
            <a:gdLst>
              <a:gd name="T0" fmla="*/ 328 w 328"/>
              <a:gd name="T1" fmla="*/ 0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0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7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4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7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7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4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7" y="10"/>
                  <a:pt x="328" y="5"/>
                  <a:pt x="328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799"/>
          <p:cNvSpPr>
            <a:spLocks/>
          </p:cNvSpPr>
          <p:nvPr/>
        </p:nvSpPr>
        <p:spPr bwMode="auto">
          <a:xfrm>
            <a:off x="1059208" y="2424456"/>
            <a:ext cx="1041400" cy="431800"/>
          </a:xfrm>
          <a:custGeom>
            <a:avLst/>
            <a:gdLst>
              <a:gd name="T0" fmla="*/ 328 w 328"/>
              <a:gd name="T1" fmla="*/ 0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0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7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4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6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6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4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7" y="10"/>
                  <a:pt x="328" y="5"/>
                  <a:pt x="328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800"/>
          <p:cNvSpPr>
            <a:spLocks/>
          </p:cNvSpPr>
          <p:nvPr/>
        </p:nvSpPr>
        <p:spPr bwMode="auto">
          <a:xfrm>
            <a:off x="2279996" y="2424456"/>
            <a:ext cx="1041400" cy="431800"/>
          </a:xfrm>
          <a:custGeom>
            <a:avLst/>
            <a:gdLst>
              <a:gd name="T0" fmla="*/ 328 w 328"/>
              <a:gd name="T1" fmla="*/ 1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1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1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6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3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6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6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3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6" y="10"/>
                  <a:pt x="328" y="6"/>
                  <a:pt x="328" y="1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801"/>
          <p:cNvSpPr>
            <a:spLocks/>
          </p:cNvSpPr>
          <p:nvPr/>
        </p:nvSpPr>
        <p:spPr bwMode="auto">
          <a:xfrm>
            <a:off x="1059208" y="3364256"/>
            <a:ext cx="1041400" cy="431800"/>
          </a:xfrm>
          <a:custGeom>
            <a:avLst/>
            <a:gdLst>
              <a:gd name="T0" fmla="*/ 328 w 328"/>
              <a:gd name="T1" fmla="*/ 0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0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7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4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6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6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4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7" y="10"/>
                  <a:pt x="328" y="5"/>
                  <a:pt x="328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802"/>
          <p:cNvSpPr>
            <a:spLocks/>
          </p:cNvSpPr>
          <p:nvPr/>
        </p:nvSpPr>
        <p:spPr bwMode="auto">
          <a:xfrm>
            <a:off x="2279996" y="3364256"/>
            <a:ext cx="1041400" cy="431800"/>
          </a:xfrm>
          <a:custGeom>
            <a:avLst/>
            <a:gdLst>
              <a:gd name="T0" fmla="*/ 328 w 328"/>
              <a:gd name="T1" fmla="*/ 1 h 136"/>
              <a:gd name="T2" fmla="*/ 328 w 328"/>
              <a:gd name="T3" fmla="*/ 23 h 136"/>
              <a:gd name="T4" fmla="*/ 328 w 328"/>
              <a:gd name="T5" fmla="*/ 23 h 136"/>
              <a:gd name="T6" fmla="*/ 328 w 328"/>
              <a:gd name="T7" fmla="*/ 23 h 136"/>
              <a:gd name="T8" fmla="*/ 324 w 328"/>
              <a:gd name="T9" fmla="*/ 36 h 136"/>
              <a:gd name="T10" fmla="*/ 259 w 328"/>
              <a:gd name="T11" fmla="*/ 123 h 136"/>
              <a:gd name="T12" fmla="*/ 232 w 328"/>
              <a:gd name="T13" fmla="*/ 136 h 136"/>
              <a:gd name="T14" fmla="*/ 96 w 328"/>
              <a:gd name="T15" fmla="*/ 136 h 136"/>
              <a:gd name="T16" fmla="*/ 69 w 328"/>
              <a:gd name="T17" fmla="*/ 123 h 136"/>
              <a:gd name="T18" fmla="*/ 4 w 328"/>
              <a:gd name="T19" fmla="*/ 36 h 136"/>
              <a:gd name="T20" fmla="*/ 0 w 328"/>
              <a:gd name="T21" fmla="*/ 23 h 136"/>
              <a:gd name="T22" fmla="*/ 0 w 328"/>
              <a:gd name="T23" fmla="*/ 23 h 136"/>
              <a:gd name="T24" fmla="*/ 0 w 328"/>
              <a:gd name="T25" fmla="*/ 23 h 136"/>
              <a:gd name="T26" fmla="*/ 0 w 328"/>
              <a:gd name="T27" fmla="*/ 0 h 136"/>
              <a:gd name="T28" fmla="*/ 4 w 328"/>
              <a:gd name="T29" fmla="*/ 14 h 136"/>
              <a:gd name="T30" fmla="*/ 69 w 328"/>
              <a:gd name="T31" fmla="*/ 100 h 136"/>
              <a:gd name="T32" fmla="*/ 96 w 328"/>
              <a:gd name="T33" fmla="*/ 114 h 136"/>
              <a:gd name="T34" fmla="*/ 232 w 328"/>
              <a:gd name="T35" fmla="*/ 114 h 136"/>
              <a:gd name="T36" fmla="*/ 259 w 328"/>
              <a:gd name="T37" fmla="*/ 100 h 136"/>
              <a:gd name="T38" fmla="*/ 324 w 328"/>
              <a:gd name="T39" fmla="*/ 14 h 136"/>
              <a:gd name="T40" fmla="*/ 328 w 328"/>
              <a:gd name="T41" fmla="*/ 1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8" h="136">
                <a:moveTo>
                  <a:pt x="328" y="1"/>
                </a:move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3"/>
                  <a:pt x="328" y="23"/>
                  <a:pt x="328" y="23"/>
                </a:cubicBezTo>
                <a:cubicBezTo>
                  <a:pt x="328" y="28"/>
                  <a:pt x="326" y="33"/>
                  <a:pt x="324" y="36"/>
                </a:cubicBezTo>
                <a:cubicBezTo>
                  <a:pt x="259" y="123"/>
                  <a:pt x="259" y="123"/>
                  <a:pt x="259" y="123"/>
                </a:cubicBezTo>
                <a:cubicBezTo>
                  <a:pt x="253" y="130"/>
                  <a:pt x="241" y="136"/>
                  <a:pt x="232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6" y="136"/>
                  <a:pt x="74" y="130"/>
                  <a:pt x="69" y="123"/>
                </a:cubicBezTo>
                <a:cubicBezTo>
                  <a:pt x="4" y="36"/>
                  <a:pt x="4" y="36"/>
                  <a:pt x="4" y="36"/>
                </a:cubicBezTo>
                <a:cubicBezTo>
                  <a:pt x="1" y="33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1" y="10"/>
                  <a:pt x="4" y="14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4" y="107"/>
                  <a:pt x="86" y="114"/>
                  <a:pt x="96" y="114"/>
                </a:cubicBezTo>
                <a:cubicBezTo>
                  <a:pt x="232" y="114"/>
                  <a:pt x="232" y="114"/>
                  <a:pt x="232" y="114"/>
                </a:cubicBezTo>
                <a:cubicBezTo>
                  <a:pt x="241" y="114"/>
                  <a:pt x="253" y="107"/>
                  <a:pt x="259" y="100"/>
                </a:cubicBezTo>
                <a:cubicBezTo>
                  <a:pt x="324" y="14"/>
                  <a:pt x="324" y="14"/>
                  <a:pt x="324" y="14"/>
                </a:cubicBezTo>
                <a:cubicBezTo>
                  <a:pt x="326" y="10"/>
                  <a:pt x="328" y="6"/>
                  <a:pt x="328" y="1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803"/>
          <p:cNvSpPr>
            <a:spLocks/>
          </p:cNvSpPr>
          <p:nvPr/>
        </p:nvSpPr>
        <p:spPr bwMode="auto">
          <a:xfrm>
            <a:off x="4410421" y="2859431"/>
            <a:ext cx="1187450" cy="431800"/>
          </a:xfrm>
          <a:custGeom>
            <a:avLst/>
            <a:gdLst>
              <a:gd name="T0" fmla="*/ 374 w 374"/>
              <a:gd name="T1" fmla="*/ 0 h 136"/>
              <a:gd name="T2" fmla="*/ 374 w 374"/>
              <a:gd name="T3" fmla="*/ 23 h 136"/>
              <a:gd name="T4" fmla="*/ 374 w 374"/>
              <a:gd name="T5" fmla="*/ 23 h 136"/>
              <a:gd name="T6" fmla="*/ 370 w 374"/>
              <a:gd name="T7" fmla="*/ 36 h 136"/>
              <a:gd name="T8" fmla="*/ 305 w 374"/>
              <a:gd name="T9" fmla="*/ 122 h 136"/>
              <a:gd name="T10" fmla="*/ 278 w 374"/>
              <a:gd name="T11" fmla="*/ 136 h 136"/>
              <a:gd name="T12" fmla="*/ 96 w 374"/>
              <a:gd name="T13" fmla="*/ 136 h 136"/>
              <a:gd name="T14" fmla="*/ 69 w 374"/>
              <a:gd name="T15" fmla="*/ 122 h 136"/>
              <a:gd name="T16" fmla="*/ 5 w 374"/>
              <a:gd name="T17" fmla="*/ 36 h 136"/>
              <a:gd name="T18" fmla="*/ 0 w 374"/>
              <a:gd name="T19" fmla="*/ 23 h 136"/>
              <a:gd name="T20" fmla="*/ 0 w 374"/>
              <a:gd name="T21" fmla="*/ 23 h 136"/>
              <a:gd name="T22" fmla="*/ 0 w 374"/>
              <a:gd name="T23" fmla="*/ 0 h 136"/>
              <a:gd name="T24" fmla="*/ 5 w 374"/>
              <a:gd name="T25" fmla="*/ 13 h 136"/>
              <a:gd name="T26" fmla="*/ 69 w 374"/>
              <a:gd name="T27" fmla="*/ 100 h 136"/>
              <a:gd name="T28" fmla="*/ 96 w 374"/>
              <a:gd name="T29" fmla="*/ 113 h 136"/>
              <a:gd name="T30" fmla="*/ 278 w 374"/>
              <a:gd name="T31" fmla="*/ 113 h 136"/>
              <a:gd name="T32" fmla="*/ 305 w 374"/>
              <a:gd name="T33" fmla="*/ 100 h 136"/>
              <a:gd name="T34" fmla="*/ 370 w 374"/>
              <a:gd name="T35" fmla="*/ 13 h 136"/>
              <a:gd name="T36" fmla="*/ 374 w 374"/>
              <a:gd name="T3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74" h="136">
                <a:moveTo>
                  <a:pt x="374" y="0"/>
                </a:moveTo>
                <a:cubicBezTo>
                  <a:pt x="374" y="23"/>
                  <a:pt x="374" y="23"/>
                  <a:pt x="374" y="23"/>
                </a:cubicBezTo>
                <a:cubicBezTo>
                  <a:pt x="374" y="23"/>
                  <a:pt x="374" y="23"/>
                  <a:pt x="374" y="23"/>
                </a:cubicBezTo>
                <a:cubicBezTo>
                  <a:pt x="374" y="28"/>
                  <a:pt x="373" y="32"/>
                  <a:pt x="370" y="36"/>
                </a:cubicBezTo>
                <a:cubicBezTo>
                  <a:pt x="305" y="122"/>
                  <a:pt x="305" y="122"/>
                  <a:pt x="305" y="122"/>
                </a:cubicBezTo>
                <a:cubicBezTo>
                  <a:pt x="299" y="130"/>
                  <a:pt x="287" y="136"/>
                  <a:pt x="278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87" y="136"/>
                  <a:pt x="75" y="130"/>
                  <a:pt x="69" y="122"/>
                </a:cubicBezTo>
                <a:cubicBezTo>
                  <a:pt x="5" y="36"/>
                  <a:pt x="5" y="36"/>
                  <a:pt x="5" y="36"/>
                </a:cubicBezTo>
                <a:cubicBezTo>
                  <a:pt x="2" y="32"/>
                  <a:pt x="0" y="28"/>
                  <a:pt x="0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0"/>
                  <a:pt x="0" y="0"/>
                  <a:pt x="0" y="0"/>
                </a:cubicBezTo>
                <a:cubicBezTo>
                  <a:pt x="0" y="5"/>
                  <a:pt x="2" y="10"/>
                  <a:pt x="5" y="13"/>
                </a:cubicBezTo>
                <a:cubicBezTo>
                  <a:pt x="69" y="100"/>
                  <a:pt x="69" y="100"/>
                  <a:pt x="69" y="100"/>
                </a:cubicBezTo>
                <a:cubicBezTo>
                  <a:pt x="75" y="107"/>
                  <a:pt x="87" y="113"/>
                  <a:pt x="96" y="113"/>
                </a:cubicBezTo>
                <a:cubicBezTo>
                  <a:pt x="278" y="113"/>
                  <a:pt x="278" y="113"/>
                  <a:pt x="278" y="113"/>
                </a:cubicBezTo>
                <a:cubicBezTo>
                  <a:pt x="287" y="113"/>
                  <a:pt x="299" y="107"/>
                  <a:pt x="305" y="100"/>
                </a:cubicBezTo>
                <a:cubicBezTo>
                  <a:pt x="370" y="13"/>
                  <a:pt x="370" y="13"/>
                  <a:pt x="370" y="13"/>
                </a:cubicBezTo>
                <a:cubicBezTo>
                  <a:pt x="373" y="10"/>
                  <a:pt x="374" y="5"/>
                  <a:pt x="374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 rot="10800000" flipV="1">
            <a:off x="6576665" y="1482226"/>
            <a:ext cx="15793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1"/>
            <a:r>
              <a:rPr lang="fa-IR" dirty="0" smtClean="0">
                <a:solidFill>
                  <a:schemeClr val="accent1"/>
                </a:solidFill>
                <a:cs typeface="B Titr" panose="00000700000000000000" pitchFamily="2" charset="-78"/>
              </a:rPr>
              <a:t>هدف اصلی:</a:t>
            </a:r>
            <a:endParaRPr lang="fa-IR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951913" y="4206277"/>
            <a:ext cx="3192087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 smtClean="0">
                <a:solidFill>
                  <a:schemeClr val="accent1"/>
                </a:solidFill>
                <a:cs typeface="B Nazanin" panose="00000400000000000000" pitchFamily="2" charset="-78"/>
              </a:rPr>
              <a:t>افزایش تعامل در کنار جلسات حضوری</a:t>
            </a:r>
          </a:p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 smtClean="0">
                <a:solidFill>
                  <a:schemeClr val="accent1"/>
                </a:solidFill>
                <a:cs typeface="B Nazanin" panose="00000400000000000000" pitchFamily="2" charset="-78"/>
              </a:rPr>
              <a:t>برگزاری وبینار </a:t>
            </a:r>
          </a:p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 smtClean="0">
                <a:solidFill>
                  <a:schemeClr val="accent1"/>
                </a:solidFill>
                <a:cs typeface="B Nazanin" panose="00000400000000000000" pitchFamily="2" charset="-78"/>
              </a:rPr>
              <a:t>آموزش های مجازی از راه دور</a:t>
            </a:r>
            <a:r>
              <a:rPr lang="fa-IR" dirty="0" smtClean="0">
                <a:solidFill>
                  <a:schemeClr val="accent1"/>
                </a:solidFill>
                <a:cs typeface="B Titr" panose="00000700000000000000" pitchFamily="2" charset="-78"/>
              </a:rPr>
              <a:t>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58733" y="1440330"/>
            <a:ext cx="1229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1"/>
                </a:solidFill>
                <a:cs typeface="B Titr" panose="00000700000000000000" pitchFamily="2" charset="-78"/>
              </a:rPr>
              <a:t>عناصر اصلی: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543" y="4078631"/>
            <a:ext cx="446015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زمانبندی، اطلاع رسانی و هماهنگی جلسات </a:t>
            </a:r>
            <a:r>
              <a:rPr lang="en-US" b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Scheduling</a:t>
            </a:r>
            <a:endParaRPr lang="fa-IR" b="1" dirty="0">
              <a:solidFill>
                <a:schemeClr val="accent2"/>
              </a:solidFill>
              <a:cs typeface="B Nazanin" panose="00000400000000000000" pitchFamily="2" charset="-78"/>
            </a:endParaRPr>
          </a:p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chemeClr val="accent2"/>
                </a:solidFill>
                <a:cs typeface="B Nazanin" panose="00000400000000000000" pitchFamily="2" charset="-78"/>
              </a:rPr>
              <a:t>نقش افراد در </a:t>
            </a:r>
            <a:r>
              <a:rPr lang="fa-IR" b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جلسات</a:t>
            </a:r>
          </a:p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 هماهنگ </a:t>
            </a:r>
            <a:r>
              <a:rPr lang="fa-IR" b="1" dirty="0">
                <a:solidFill>
                  <a:schemeClr val="accent2"/>
                </a:solidFill>
                <a:cs typeface="B Nazanin" panose="00000400000000000000" pitchFamily="2" charset="-78"/>
              </a:rPr>
              <a:t>کننده، </a:t>
            </a:r>
            <a:r>
              <a:rPr lang="fa-IR" b="1" dirty="0" smtClean="0">
                <a:solidFill>
                  <a:schemeClr val="accent2"/>
                </a:solidFill>
                <a:cs typeface="B Nazanin" panose="00000400000000000000" pitchFamily="2" charset="-78"/>
              </a:rPr>
              <a:t>مدیر</a:t>
            </a:r>
            <a:endParaRPr lang="fa-IR" b="1" dirty="0">
              <a:solidFill>
                <a:schemeClr val="accent2"/>
              </a:solidFill>
              <a:cs typeface="B Nazanin" panose="00000400000000000000" pitchFamily="2" charset="-78"/>
            </a:endParaRPr>
          </a:p>
          <a:p>
            <a:pPr marL="742950" lvl="1" indent="-28575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b="1" dirty="0">
                <a:solidFill>
                  <a:schemeClr val="accent2"/>
                </a:solidFill>
                <a:cs typeface="B Nazanin" panose="00000400000000000000" pitchFamily="2" charset="-78"/>
              </a:rPr>
              <a:t>لیست جلسات گذشته و آینده</a:t>
            </a:r>
          </a:p>
        </p:txBody>
      </p:sp>
      <p:sp>
        <p:nvSpPr>
          <p:cNvPr id="48" name="Freeform 832"/>
          <p:cNvSpPr>
            <a:spLocks noEditPoints="1"/>
          </p:cNvSpPr>
          <p:nvPr/>
        </p:nvSpPr>
        <p:spPr bwMode="auto">
          <a:xfrm>
            <a:off x="1375121" y="2199030"/>
            <a:ext cx="396875" cy="441325"/>
          </a:xfrm>
          <a:custGeom>
            <a:avLst/>
            <a:gdLst>
              <a:gd name="T0" fmla="*/ 68 w 125"/>
              <a:gd name="T1" fmla="*/ 77 h 139"/>
              <a:gd name="T2" fmla="*/ 68 w 125"/>
              <a:gd name="T3" fmla="*/ 77 h 139"/>
              <a:gd name="T4" fmla="*/ 68 w 125"/>
              <a:gd name="T5" fmla="*/ 48 h 139"/>
              <a:gd name="T6" fmla="*/ 63 w 125"/>
              <a:gd name="T7" fmla="*/ 43 h 139"/>
              <a:gd name="T8" fmla="*/ 57 w 125"/>
              <a:gd name="T9" fmla="*/ 48 h 139"/>
              <a:gd name="T10" fmla="*/ 57 w 125"/>
              <a:gd name="T11" fmla="*/ 77 h 139"/>
              <a:gd name="T12" fmla="*/ 63 w 125"/>
              <a:gd name="T13" fmla="*/ 82 h 139"/>
              <a:gd name="T14" fmla="*/ 63 w 125"/>
              <a:gd name="T15" fmla="*/ 82 h 139"/>
              <a:gd name="T16" fmla="*/ 88 w 125"/>
              <a:gd name="T17" fmla="*/ 107 h 139"/>
              <a:gd name="T18" fmla="*/ 91 w 125"/>
              <a:gd name="T19" fmla="*/ 108 h 139"/>
              <a:gd name="T20" fmla="*/ 93 w 125"/>
              <a:gd name="T21" fmla="*/ 107 h 139"/>
              <a:gd name="T22" fmla="*/ 93 w 125"/>
              <a:gd name="T23" fmla="*/ 102 h 139"/>
              <a:gd name="T24" fmla="*/ 68 w 125"/>
              <a:gd name="T25" fmla="*/ 77 h 139"/>
              <a:gd name="T26" fmla="*/ 101 w 125"/>
              <a:gd name="T27" fmla="*/ 28 h 139"/>
              <a:gd name="T28" fmla="*/ 105 w 125"/>
              <a:gd name="T29" fmla="*/ 21 h 139"/>
              <a:gd name="T30" fmla="*/ 106 w 125"/>
              <a:gd name="T31" fmla="*/ 22 h 139"/>
              <a:gd name="T32" fmla="*/ 109 w 125"/>
              <a:gd name="T33" fmla="*/ 23 h 139"/>
              <a:gd name="T34" fmla="*/ 112 w 125"/>
              <a:gd name="T35" fmla="*/ 21 h 139"/>
              <a:gd name="T36" fmla="*/ 114 w 125"/>
              <a:gd name="T37" fmla="*/ 16 h 139"/>
              <a:gd name="T38" fmla="*/ 113 w 125"/>
              <a:gd name="T39" fmla="*/ 11 h 139"/>
              <a:gd name="T40" fmla="*/ 95 w 125"/>
              <a:gd name="T41" fmla="*/ 1 h 139"/>
              <a:gd name="T42" fmla="*/ 90 w 125"/>
              <a:gd name="T43" fmla="*/ 2 h 139"/>
              <a:gd name="T44" fmla="*/ 88 w 125"/>
              <a:gd name="T45" fmla="*/ 7 h 139"/>
              <a:gd name="T46" fmla="*/ 87 w 125"/>
              <a:gd name="T47" fmla="*/ 10 h 139"/>
              <a:gd name="T48" fmla="*/ 89 w 125"/>
              <a:gd name="T49" fmla="*/ 12 h 139"/>
              <a:gd name="T50" fmla="*/ 90 w 125"/>
              <a:gd name="T51" fmla="*/ 13 h 139"/>
              <a:gd name="T52" fmla="*/ 87 w 125"/>
              <a:gd name="T53" fmla="*/ 19 h 139"/>
              <a:gd name="T54" fmla="*/ 63 w 125"/>
              <a:gd name="T55" fmla="*/ 14 h 139"/>
              <a:gd name="T56" fmla="*/ 39 w 125"/>
              <a:gd name="T57" fmla="*/ 19 h 139"/>
              <a:gd name="T58" fmla="*/ 35 w 125"/>
              <a:gd name="T59" fmla="*/ 13 h 139"/>
              <a:gd name="T60" fmla="*/ 36 w 125"/>
              <a:gd name="T61" fmla="*/ 12 h 139"/>
              <a:gd name="T62" fmla="*/ 38 w 125"/>
              <a:gd name="T63" fmla="*/ 10 h 139"/>
              <a:gd name="T64" fmla="*/ 38 w 125"/>
              <a:gd name="T65" fmla="*/ 7 h 139"/>
              <a:gd name="T66" fmla="*/ 35 w 125"/>
              <a:gd name="T67" fmla="*/ 2 h 139"/>
              <a:gd name="T68" fmla="*/ 30 w 125"/>
              <a:gd name="T69" fmla="*/ 1 h 139"/>
              <a:gd name="T70" fmla="*/ 12 w 125"/>
              <a:gd name="T71" fmla="*/ 11 h 139"/>
              <a:gd name="T72" fmla="*/ 11 w 125"/>
              <a:gd name="T73" fmla="*/ 16 h 139"/>
              <a:gd name="T74" fmla="*/ 14 w 125"/>
              <a:gd name="T75" fmla="*/ 21 h 139"/>
              <a:gd name="T76" fmla="*/ 16 w 125"/>
              <a:gd name="T77" fmla="*/ 23 h 139"/>
              <a:gd name="T78" fmla="*/ 19 w 125"/>
              <a:gd name="T79" fmla="*/ 22 h 139"/>
              <a:gd name="T80" fmla="*/ 20 w 125"/>
              <a:gd name="T81" fmla="*/ 21 h 139"/>
              <a:gd name="T82" fmla="*/ 24 w 125"/>
              <a:gd name="T83" fmla="*/ 28 h 139"/>
              <a:gd name="T84" fmla="*/ 0 w 125"/>
              <a:gd name="T85" fmla="*/ 77 h 139"/>
              <a:gd name="T86" fmla="*/ 63 w 125"/>
              <a:gd name="T87" fmla="*/ 139 h 139"/>
              <a:gd name="T88" fmla="*/ 125 w 125"/>
              <a:gd name="T89" fmla="*/ 77 h 139"/>
              <a:gd name="T90" fmla="*/ 101 w 125"/>
              <a:gd name="T91" fmla="*/ 28 h 139"/>
              <a:gd name="T92" fmla="*/ 63 w 125"/>
              <a:gd name="T93" fmla="*/ 127 h 139"/>
              <a:gd name="T94" fmla="*/ 12 w 125"/>
              <a:gd name="T95" fmla="*/ 77 h 139"/>
              <a:gd name="T96" fmla="*/ 63 w 125"/>
              <a:gd name="T97" fmla="*/ 26 h 139"/>
              <a:gd name="T98" fmla="*/ 113 w 125"/>
              <a:gd name="T99" fmla="*/ 77 h 139"/>
              <a:gd name="T100" fmla="*/ 63 w 125"/>
              <a:gd name="T101" fmla="*/ 127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5" h="139">
                <a:moveTo>
                  <a:pt x="68" y="77"/>
                </a:moveTo>
                <a:cubicBezTo>
                  <a:pt x="68" y="77"/>
                  <a:pt x="68" y="77"/>
                  <a:pt x="68" y="77"/>
                </a:cubicBezTo>
                <a:cubicBezTo>
                  <a:pt x="68" y="48"/>
                  <a:pt x="68" y="48"/>
                  <a:pt x="68" y="48"/>
                </a:cubicBezTo>
                <a:cubicBezTo>
                  <a:pt x="68" y="45"/>
                  <a:pt x="66" y="43"/>
                  <a:pt x="63" y="43"/>
                </a:cubicBezTo>
                <a:cubicBezTo>
                  <a:pt x="60" y="43"/>
                  <a:pt x="57" y="45"/>
                  <a:pt x="57" y="48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80"/>
                  <a:pt x="60" y="82"/>
                  <a:pt x="63" y="82"/>
                </a:cubicBezTo>
                <a:cubicBezTo>
                  <a:pt x="63" y="82"/>
                  <a:pt x="63" y="82"/>
                  <a:pt x="63" y="82"/>
                </a:cubicBezTo>
                <a:cubicBezTo>
                  <a:pt x="88" y="107"/>
                  <a:pt x="88" y="107"/>
                  <a:pt x="88" y="107"/>
                </a:cubicBezTo>
                <a:cubicBezTo>
                  <a:pt x="89" y="108"/>
                  <a:pt x="90" y="108"/>
                  <a:pt x="91" y="108"/>
                </a:cubicBezTo>
                <a:cubicBezTo>
                  <a:pt x="92" y="108"/>
                  <a:pt x="92" y="108"/>
                  <a:pt x="93" y="107"/>
                </a:cubicBezTo>
                <a:cubicBezTo>
                  <a:pt x="94" y="106"/>
                  <a:pt x="94" y="104"/>
                  <a:pt x="93" y="102"/>
                </a:cubicBezTo>
                <a:lnTo>
                  <a:pt x="68" y="77"/>
                </a:lnTo>
                <a:close/>
                <a:moveTo>
                  <a:pt x="101" y="28"/>
                </a:moveTo>
                <a:cubicBezTo>
                  <a:pt x="105" y="21"/>
                  <a:pt x="105" y="21"/>
                  <a:pt x="105" y="21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7" y="23"/>
                  <a:pt x="108" y="23"/>
                  <a:pt x="109" y="23"/>
                </a:cubicBezTo>
                <a:cubicBezTo>
                  <a:pt x="110" y="22"/>
                  <a:pt x="111" y="22"/>
                  <a:pt x="112" y="21"/>
                </a:cubicBezTo>
                <a:cubicBezTo>
                  <a:pt x="114" y="16"/>
                  <a:pt x="114" y="16"/>
                  <a:pt x="114" y="16"/>
                </a:cubicBezTo>
                <a:cubicBezTo>
                  <a:pt x="115" y="15"/>
                  <a:pt x="115" y="12"/>
                  <a:pt x="113" y="11"/>
                </a:cubicBezTo>
                <a:cubicBezTo>
                  <a:pt x="95" y="1"/>
                  <a:pt x="95" y="1"/>
                  <a:pt x="95" y="1"/>
                </a:cubicBezTo>
                <a:cubicBezTo>
                  <a:pt x="94" y="0"/>
                  <a:pt x="91" y="0"/>
                  <a:pt x="90" y="2"/>
                </a:cubicBezTo>
                <a:cubicBezTo>
                  <a:pt x="88" y="7"/>
                  <a:pt x="88" y="7"/>
                  <a:pt x="88" y="7"/>
                </a:cubicBezTo>
                <a:cubicBezTo>
                  <a:pt x="87" y="7"/>
                  <a:pt x="87" y="9"/>
                  <a:pt x="87" y="10"/>
                </a:cubicBezTo>
                <a:cubicBezTo>
                  <a:pt x="87" y="11"/>
                  <a:pt x="88" y="11"/>
                  <a:pt x="89" y="12"/>
                </a:cubicBezTo>
                <a:cubicBezTo>
                  <a:pt x="90" y="13"/>
                  <a:pt x="90" y="13"/>
                  <a:pt x="90" y="13"/>
                </a:cubicBezTo>
                <a:cubicBezTo>
                  <a:pt x="87" y="19"/>
                  <a:pt x="87" y="19"/>
                  <a:pt x="87" y="19"/>
                </a:cubicBezTo>
                <a:cubicBezTo>
                  <a:pt x="79" y="16"/>
                  <a:pt x="71" y="14"/>
                  <a:pt x="63" y="14"/>
                </a:cubicBezTo>
                <a:cubicBezTo>
                  <a:pt x="54" y="14"/>
                  <a:pt x="46" y="16"/>
                  <a:pt x="39" y="19"/>
                </a:cubicBezTo>
                <a:cubicBezTo>
                  <a:pt x="35" y="13"/>
                  <a:pt x="35" y="13"/>
                  <a:pt x="35" y="13"/>
                </a:cubicBezTo>
                <a:cubicBezTo>
                  <a:pt x="36" y="12"/>
                  <a:pt x="36" y="12"/>
                  <a:pt x="36" y="12"/>
                </a:cubicBezTo>
                <a:cubicBezTo>
                  <a:pt x="37" y="11"/>
                  <a:pt x="38" y="11"/>
                  <a:pt x="38" y="10"/>
                </a:cubicBezTo>
                <a:cubicBezTo>
                  <a:pt x="39" y="9"/>
                  <a:pt x="38" y="7"/>
                  <a:pt x="38" y="7"/>
                </a:cubicBezTo>
                <a:cubicBezTo>
                  <a:pt x="35" y="2"/>
                  <a:pt x="35" y="2"/>
                  <a:pt x="35" y="2"/>
                </a:cubicBezTo>
                <a:cubicBezTo>
                  <a:pt x="34" y="0"/>
                  <a:pt x="32" y="0"/>
                  <a:pt x="30" y="1"/>
                </a:cubicBezTo>
                <a:cubicBezTo>
                  <a:pt x="12" y="11"/>
                  <a:pt x="12" y="11"/>
                  <a:pt x="12" y="11"/>
                </a:cubicBezTo>
                <a:cubicBezTo>
                  <a:pt x="11" y="12"/>
                  <a:pt x="10" y="15"/>
                  <a:pt x="11" y="16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2"/>
                  <a:pt x="15" y="22"/>
                  <a:pt x="16" y="23"/>
                </a:cubicBezTo>
                <a:cubicBezTo>
                  <a:pt x="17" y="23"/>
                  <a:pt x="18" y="23"/>
                  <a:pt x="19" y="22"/>
                </a:cubicBezTo>
                <a:cubicBezTo>
                  <a:pt x="20" y="21"/>
                  <a:pt x="20" y="21"/>
                  <a:pt x="20" y="21"/>
                </a:cubicBezTo>
                <a:cubicBezTo>
                  <a:pt x="24" y="28"/>
                  <a:pt x="24" y="28"/>
                  <a:pt x="24" y="28"/>
                </a:cubicBezTo>
                <a:cubicBezTo>
                  <a:pt x="9" y="39"/>
                  <a:pt x="0" y="57"/>
                  <a:pt x="0" y="77"/>
                </a:cubicBezTo>
                <a:cubicBezTo>
                  <a:pt x="0" y="111"/>
                  <a:pt x="28" y="139"/>
                  <a:pt x="63" y="139"/>
                </a:cubicBezTo>
                <a:cubicBezTo>
                  <a:pt x="97" y="139"/>
                  <a:pt x="125" y="111"/>
                  <a:pt x="125" y="77"/>
                </a:cubicBezTo>
                <a:cubicBezTo>
                  <a:pt x="125" y="57"/>
                  <a:pt x="116" y="39"/>
                  <a:pt x="101" y="28"/>
                </a:cubicBezTo>
                <a:close/>
                <a:moveTo>
                  <a:pt x="63" y="127"/>
                </a:moveTo>
                <a:cubicBezTo>
                  <a:pt x="35" y="127"/>
                  <a:pt x="12" y="104"/>
                  <a:pt x="12" y="77"/>
                </a:cubicBezTo>
                <a:cubicBezTo>
                  <a:pt x="12" y="49"/>
                  <a:pt x="35" y="26"/>
                  <a:pt x="63" y="26"/>
                </a:cubicBezTo>
                <a:cubicBezTo>
                  <a:pt x="91" y="26"/>
                  <a:pt x="113" y="49"/>
                  <a:pt x="113" y="77"/>
                </a:cubicBezTo>
                <a:cubicBezTo>
                  <a:pt x="113" y="104"/>
                  <a:pt x="91" y="127"/>
                  <a:pt x="63" y="1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 rot="10800000" flipV="1">
            <a:off x="4544982" y="2747491"/>
            <a:ext cx="91281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1"/>
            <a:r>
              <a:rPr lang="fa-IR" dirty="0" smtClean="0">
                <a:solidFill>
                  <a:schemeClr val="accent1"/>
                </a:solidFill>
                <a:cs typeface="B Titr" panose="00000700000000000000" pitchFamily="2" charset="-78"/>
              </a:rPr>
              <a:t>در مسیر</a:t>
            </a:r>
            <a:endParaRPr lang="fa-IR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4280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2600" dirty="0" smtClean="0">
                <a:cs typeface="B Titr" panose="00000700000000000000" pitchFamily="2" charset="-78"/>
              </a:rPr>
              <a:t>مزایای جلسات ابری مجازی</a:t>
            </a:r>
            <a:endParaRPr lang="fa-IR" sz="2600" dirty="0">
              <a:cs typeface="B Titr" panose="00000700000000000000" pitchFamily="2" charset="-7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19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47760" y="1296239"/>
            <a:ext cx="811392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3000" b="1" dirty="0">
                <a:solidFill>
                  <a:schemeClr val="accent1"/>
                </a:solidFill>
                <a:cs typeface="B Titr" panose="00000700000000000000" pitchFamily="2" charset="-78"/>
              </a:rPr>
              <a:t>مزايای سرویس جلسات ابری </a:t>
            </a:r>
            <a:r>
              <a:rPr lang="fa-IR" sz="3000" b="1" dirty="0" smtClean="0">
                <a:solidFill>
                  <a:schemeClr val="accent1"/>
                </a:solidFill>
                <a:cs typeface="B Titr" panose="00000700000000000000" pitchFamily="2" charset="-78"/>
              </a:rPr>
              <a:t>:</a:t>
            </a:r>
            <a:endParaRPr lang="fa-IR" sz="3000" b="1" dirty="0">
              <a:solidFill>
                <a:schemeClr val="accent1"/>
              </a:solidFill>
              <a:cs typeface="B Titr" panose="00000700000000000000" pitchFamily="2" charset="-78"/>
            </a:endParaRP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تمام افراد موردنظرتان را بدون محدودیت تعداد آن‌ها، برای شرکت در جلسه دعوت کنید.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کنترل جلسات را در دست بگیرید.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در یک لحظه مدعوين را از طریق پیامک، ایمیل و پیام صوتی از زمان و موضوع برگزاری جلسه باخبر کنید</a:t>
            </a:r>
            <a:r>
              <a:rPr lang="fa-IR" b="1" dirty="0" smtClean="0">
                <a:cs typeface="B Nazanin" panose="00000400000000000000" pitchFamily="2" charset="-78"/>
              </a:rPr>
              <a:t>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 smtClean="0">
                <a:cs typeface="B Nazanin" panose="00000400000000000000" pitchFamily="2" charset="-78"/>
              </a:rPr>
              <a:t>قابلیت اجرای فرم نظر سنجی در هنگام جلسه کنفرانس</a:t>
            </a:r>
            <a:endParaRPr lang="fa-IR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لیستی از مدعوین به جلسه را تهیه کنید.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مدعوین را حضور و غیاب کرده و رای‌گیری برگزار کنید</a:t>
            </a:r>
            <a:r>
              <a:rPr lang="fa-IR" b="1" dirty="0" smtClean="0">
                <a:cs typeface="B Nazanin" panose="00000400000000000000" pitchFamily="2" charset="-78"/>
              </a:rPr>
              <a:t>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 smtClean="0">
                <a:cs typeface="B Nazanin" panose="00000400000000000000" pitchFamily="2" charset="-78"/>
              </a:rPr>
              <a:t>جلسات </a:t>
            </a:r>
            <a:r>
              <a:rPr lang="fa-IR" b="1" dirty="0">
                <a:cs typeface="B Nazanin" panose="00000400000000000000" pitchFamily="2" charset="-78"/>
              </a:rPr>
              <a:t>را به آسانی ضبط کنید</a:t>
            </a:r>
            <a:r>
              <a:rPr lang="fa-IR" b="1" dirty="0" smtClean="0"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7" name="Text Placeholder 64"/>
          <p:cNvSpPr txBox="1">
            <a:spLocks/>
          </p:cNvSpPr>
          <p:nvPr/>
        </p:nvSpPr>
        <p:spPr>
          <a:xfrm>
            <a:off x="731471" y="808384"/>
            <a:ext cx="3767138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087" y="4021755"/>
            <a:ext cx="3845552" cy="24423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60" y="3325091"/>
            <a:ext cx="2650666" cy="3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0451" y="1313516"/>
            <a:ext cx="81857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buFont typeface="Arial" pitchFamily="34" charset="0"/>
              <a:buChar char="•"/>
            </a:pPr>
            <a:endParaRPr lang="fa-IR" b="1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می‌توانید جلسات متفاوتی را در اتاق‌های مختلف و در یک زمان برگزار کنید.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جلسات را در سیستم ثبت کنید تا در زمان دقیق برگزاری آن را به اطلاع شرکت‌کنندگان آن برسانید.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اتاق جلسات را ایجاد کرده و آن را ویرایش کنید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از قالب‌های از پیش تعیین شده برای اتاق جلسه استفاده کرده و یا قالبی را برای جلسات روتین ایجاد کنید.</a:t>
            </a:r>
          </a:p>
          <a:p>
            <a:pPr marL="285750" indent="-285750" algn="r" rtl="1">
              <a:buFont typeface="Arial" pitchFamily="34" charset="0"/>
              <a:buChar char="•"/>
            </a:pPr>
            <a:r>
              <a:rPr lang="fa-IR" b="1" dirty="0">
                <a:cs typeface="B Nazanin" panose="00000400000000000000" pitchFamily="2" charset="-78"/>
              </a:rPr>
              <a:t>ریز مصرف تمامی کاربران سازمان در قالبهای متفاوت را همراه با جمع مصرف دربازه‌های زمانی تعیین‌شده در اختیار داشته باشید.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1188" y="214702"/>
            <a:ext cx="6662823" cy="593682"/>
          </a:xfrm>
        </p:spPr>
        <p:txBody>
          <a:bodyPr/>
          <a:lstStyle/>
          <a:p>
            <a:r>
              <a:rPr lang="fa-IR" sz="2600" dirty="0" smtClean="0">
                <a:cs typeface="B Titr" panose="00000700000000000000" pitchFamily="2" charset="-78"/>
              </a:rPr>
              <a:t>مزایای جلسات ابری مجازی</a:t>
            </a:r>
            <a:endParaRPr lang="fa-IR" sz="2600" dirty="0">
              <a:cs typeface="B Titr" panose="00000700000000000000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8" y="3461046"/>
            <a:ext cx="5199142" cy="306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2600" dirty="0" smtClean="0">
                <a:cs typeface="B Titr" panose="00000700000000000000" pitchFamily="2" charset="-78"/>
              </a:rPr>
              <a:t>جلسات ابری </a:t>
            </a:r>
            <a:r>
              <a:rPr lang="fa-IR" sz="2600" dirty="0">
                <a:cs typeface="B Titr" panose="00000700000000000000" pitchFamily="2" charset="-78"/>
              </a:rPr>
              <a:t>مجازی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21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30506" y="1437555"/>
            <a:ext cx="811392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3000" b="1" dirty="0" smtClean="0">
                <a:solidFill>
                  <a:schemeClr val="accent1"/>
                </a:solidFill>
                <a:cs typeface="B Titr" panose="00000700000000000000" pitchFamily="2" charset="-78"/>
              </a:rPr>
              <a:t>ویژگی های سرویس جلسات ابری :</a:t>
            </a:r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611188" y="808384"/>
            <a:ext cx="6185028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8" name="Freeform 808"/>
          <p:cNvSpPr>
            <a:spLocks noEditPoints="1"/>
          </p:cNvSpPr>
          <p:nvPr/>
        </p:nvSpPr>
        <p:spPr bwMode="auto">
          <a:xfrm>
            <a:off x="3050297" y="2840980"/>
            <a:ext cx="2997200" cy="2676525"/>
          </a:xfrm>
          <a:custGeom>
            <a:avLst/>
            <a:gdLst>
              <a:gd name="T0" fmla="*/ 643 w 944"/>
              <a:gd name="T1" fmla="*/ 843 h 843"/>
              <a:gd name="T2" fmla="*/ 301 w 944"/>
              <a:gd name="T3" fmla="*/ 843 h 843"/>
              <a:gd name="T4" fmla="*/ 193 w 944"/>
              <a:gd name="T5" fmla="*/ 780 h 843"/>
              <a:gd name="T6" fmla="*/ 22 w 944"/>
              <a:gd name="T7" fmla="*/ 484 h 843"/>
              <a:gd name="T8" fmla="*/ 22 w 944"/>
              <a:gd name="T9" fmla="*/ 359 h 843"/>
              <a:gd name="T10" fmla="*/ 193 w 944"/>
              <a:gd name="T11" fmla="*/ 63 h 843"/>
              <a:gd name="T12" fmla="*/ 301 w 944"/>
              <a:gd name="T13" fmla="*/ 0 h 843"/>
              <a:gd name="T14" fmla="*/ 643 w 944"/>
              <a:gd name="T15" fmla="*/ 0 h 843"/>
              <a:gd name="T16" fmla="*/ 751 w 944"/>
              <a:gd name="T17" fmla="*/ 63 h 843"/>
              <a:gd name="T18" fmla="*/ 922 w 944"/>
              <a:gd name="T19" fmla="*/ 359 h 843"/>
              <a:gd name="T20" fmla="*/ 922 w 944"/>
              <a:gd name="T21" fmla="*/ 484 h 843"/>
              <a:gd name="T22" fmla="*/ 751 w 944"/>
              <a:gd name="T23" fmla="*/ 780 h 843"/>
              <a:gd name="T24" fmla="*/ 643 w 944"/>
              <a:gd name="T25" fmla="*/ 843 h 843"/>
              <a:gd name="T26" fmla="*/ 301 w 944"/>
              <a:gd name="T27" fmla="*/ 24 h 843"/>
              <a:gd name="T28" fmla="*/ 213 w 944"/>
              <a:gd name="T29" fmla="*/ 75 h 843"/>
              <a:gd name="T30" fmla="*/ 43 w 944"/>
              <a:gd name="T31" fmla="*/ 371 h 843"/>
              <a:gd name="T32" fmla="*/ 43 w 944"/>
              <a:gd name="T33" fmla="*/ 472 h 843"/>
              <a:gd name="T34" fmla="*/ 213 w 944"/>
              <a:gd name="T35" fmla="*/ 768 h 843"/>
              <a:gd name="T36" fmla="*/ 301 w 944"/>
              <a:gd name="T37" fmla="*/ 819 h 843"/>
              <a:gd name="T38" fmla="*/ 643 w 944"/>
              <a:gd name="T39" fmla="*/ 819 h 843"/>
              <a:gd name="T40" fmla="*/ 731 w 944"/>
              <a:gd name="T41" fmla="*/ 768 h 843"/>
              <a:gd name="T42" fmla="*/ 901 w 944"/>
              <a:gd name="T43" fmla="*/ 472 h 843"/>
              <a:gd name="T44" fmla="*/ 901 w 944"/>
              <a:gd name="T45" fmla="*/ 371 h 843"/>
              <a:gd name="T46" fmla="*/ 731 w 944"/>
              <a:gd name="T47" fmla="*/ 75 h 843"/>
              <a:gd name="T48" fmla="*/ 643 w 944"/>
              <a:gd name="T49" fmla="*/ 24 h 843"/>
              <a:gd name="T50" fmla="*/ 301 w 944"/>
              <a:gd name="T51" fmla="*/ 24 h 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44" h="843">
                <a:moveTo>
                  <a:pt x="643" y="843"/>
                </a:moveTo>
                <a:cubicBezTo>
                  <a:pt x="301" y="843"/>
                  <a:pt x="301" y="843"/>
                  <a:pt x="301" y="843"/>
                </a:cubicBezTo>
                <a:cubicBezTo>
                  <a:pt x="257" y="843"/>
                  <a:pt x="215" y="819"/>
                  <a:pt x="193" y="780"/>
                </a:cubicBezTo>
                <a:cubicBezTo>
                  <a:pt x="22" y="484"/>
                  <a:pt x="22" y="484"/>
                  <a:pt x="22" y="484"/>
                </a:cubicBezTo>
                <a:cubicBezTo>
                  <a:pt x="0" y="445"/>
                  <a:pt x="0" y="397"/>
                  <a:pt x="22" y="359"/>
                </a:cubicBezTo>
                <a:cubicBezTo>
                  <a:pt x="193" y="63"/>
                  <a:pt x="193" y="63"/>
                  <a:pt x="193" y="63"/>
                </a:cubicBezTo>
                <a:cubicBezTo>
                  <a:pt x="215" y="24"/>
                  <a:pt x="257" y="0"/>
                  <a:pt x="301" y="0"/>
                </a:cubicBezTo>
                <a:cubicBezTo>
                  <a:pt x="643" y="0"/>
                  <a:pt x="643" y="0"/>
                  <a:pt x="643" y="0"/>
                </a:cubicBezTo>
                <a:cubicBezTo>
                  <a:pt x="687" y="0"/>
                  <a:pt x="729" y="24"/>
                  <a:pt x="751" y="63"/>
                </a:cubicBezTo>
                <a:cubicBezTo>
                  <a:pt x="922" y="359"/>
                  <a:pt x="922" y="359"/>
                  <a:pt x="922" y="359"/>
                </a:cubicBezTo>
                <a:cubicBezTo>
                  <a:pt x="944" y="397"/>
                  <a:pt x="944" y="445"/>
                  <a:pt x="922" y="484"/>
                </a:cubicBezTo>
                <a:cubicBezTo>
                  <a:pt x="751" y="780"/>
                  <a:pt x="751" y="780"/>
                  <a:pt x="751" y="780"/>
                </a:cubicBezTo>
                <a:cubicBezTo>
                  <a:pt x="729" y="819"/>
                  <a:pt x="687" y="843"/>
                  <a:pt x="643" y="843"/>
                </a:cubicBezTo>
                <a:close/>
                <a:moveTo>
                  <a:pt x="301" y="24"/>
                </a:moveTo>
                <a:cubicBezTo>
                  <a:pt x="265" y="24"/>
                  <a:pt x="232" y="44"/>
                  <a:pt x="213" y="75"/>
                </a:cubicBezTo>
                <a:cubicBezTo>
                  <a:pt x="43" y="371"/>
                  <a:pt x="43" y="371"/>
                  <a:pt x="43" y="371"/>
                </a:cubicBezTo>
                <a:cubicBezTo>
                  <a:pt x="25" y="402"/>
                  <a:pt x="25" y="441"/>
                  <a:pt x="43" y="472"/>
                </a:cubicBezTo>
                <a:cubicBezTo>
                  <a:pt x="213" y="768"/>
                  <a:pt x="213" y="768"/>
                  <a:pt x="213" y="768"/>
                </a:cubicBezTo>
                <a:cubicBezTo>
                  <a:pt x="232" y="799"/>
                  <a:pt x="265" y="819"/>
                  <a:pt x="301" y="819"/>
                </a:cubicBezTo>
                <a:cubicBezTo>
                  <a:pt x="643" y="819"/>
                  <a:pt x="643" y="819"/>
                  <a:pt x="643" y="819"/>
                </a:cubicBezTo>
                <a:cubicBezTo>
                  <a:pt x="679" y="819"/>
                  <a:pt x="713" y="799"/>
                  <a:pt x="731" y="768"/>
                </a:cubicBezTo>
                <a:cubicBezTo>
                  <a:pt x="901" y="472"/>
                  <a:pt x="901" y="472"/>
                  <a:pt x="901" y="472"/>
                </a:cubicBezTo>
                <a:cubicBezTo>
                  <a:pt x="919" y="441"/>
                  <a:pt x="919" y="402"/>
                  <a:pt x="901" y="371"/>
                </a:cubicBezTo>
                <a:cubicBezTo>
                  <a:pt x="731" y="75"/>
                  <a:pt x="731" y="75"/>
                  <a:pt x="731" y="75"/>
                </a:cubicBezTo>
                <a:cubicBezTo>
                  <a:pt x="713" y="44"/>
                  <a:pt x="679" y="24"/>
                  <a:pt x="643" y="24"/>
                </a:cubicBezTo>
                <a:lnTo>
                  <a:pt x="301" y="2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809"/>
          <p:cNvSpPr>
            <a:spLocks noEditPoints="1"/>
          </p:cNvSpPr>
          <p:nvPr/>
        </p:nvSpPr>
        <p:spPr bwMode="auto">
          <a:xfrm>
            <a:off x="2907422" y="2717155"/>
            <a:ext cx="3282950" cy="2924175"/>
          </a:xfrm>
          <a:custGeom>
            <a:avLst/>
            <a:gdLst>
              <a:gd name="T0" fmla="*/ 704 w 1034"/>
              <a:gd name="T1" fmla="*/ 921 h 921"/>
              <a:gd name="T2" fmla="*/ 330 w 1034"/>
              <a:gd name="T3" fmla="*/ 921 h 921"/>
              <a:gd name="T4" fmla="*/ 212 w 1034"/>
              <a:gd name="T5" fmla="*/ 853 h 921"/>
              <a:gd name="T6" fmla="*/ 25 w 1034"/>
              <a:gd name="T7" fmla="*/ 529 h 921"/>
              <a:gd name="T8" fmla="*/ 25 w 1034"/>
              <a:gd name="T9" fmla="*/ 392 h 921"/>
              <a:gd name="T10" fmla="*/ 212 w 1034"/>
              <a:gd name="T11" fmla="*/ 68 h 921"/>
              <a:gd name="T12" fmla="*/ 330 w 1034"/>
              <a:gd name="T13" fmla="*/ 0 h 921"/>
              <a:gd name="T14" fmla="*/ 704 w 1034"/>
              <a:gd name="T15" fmla="*/ 0 h 921"/>
              <a:gd name="T16" fmla="*/ 822 w 1034"/>
              <a:gd name="T17" fmla="*/ 68 h 921"/>
              <a:gd name="T18" fmla="*/ 1009 w 1034"/>
              <a:gd name="T19" fmla="*/ 392 h 921"/>
              <a:gd name="T20" fmla="*/ 1009 w 1034"/>
              <a:gd name="T21" fmla="*/ 529 h 921"/>
              <a:gd name="T22" fmla="*/ 822 w 1034"/>
              <a:gd name="T23" fmla="*/ 853 h 921"/>
              <a:gd name="T24" fmla="*/ 704 w 1034"/>
              <a:gd name="T25" fmla="*/ 921 h 921"/>
              <a:gd name="T26" fmla="*/ 330 w 1034"/>
              <a:gd name="T27" fmla="*/ 24 h 921"/>
              <a:gd name="T28" fmla="*/ 233 w 1034"/>
              <a:gd name="T29" fmla="*/ 80 h 921"/>
              <a:gd name="T30" fmla="*/ 45 w 1034"/>
              <a:gd name="T31" fmla="*/ 404 h 921"/>
              <a:gd name="T32" fmla="*/ 45 w 1034"/>
              <a:gd name="T33" fmla="*/ 517 h 921"/>
              <a:gd name="T34" fmla="*/ 233 w 1034"/>
              <a:gd name="T35" fmla="*/ 841 h 921"/>
              <a:gd name="T36" fmla="*/ 330 w 1034"/>
              <a:gd name="T37" fmla="*/ 897 h 921"/>
              <a:gd name="T38" fmla="*/ 704 w 1034"/>
              <a:gd name="T39" fmla="*/ 897 h 921"/>
              <a:gd name="T40" fmla="*/ 801 w 1034"/>
              <a:gd name="T41" fmla="*/ 841 h 921"/>
              <a:gd name="T42" fmla="*/ 989 w 1034"/>
              <a:gd name="T43" fmla="*/ 517 h 921"/>
              <a:gd name="T44" fmla="*/ 989 w 1034"/>
              <a:gd name="T45" fmla="*/ 404 h 921"/>
              <a:gd name="T46" fmla="*/ 801 w 1034"/>
              <a:gd name="T47" fmla="*/ 80 h 921"/>
              <a:gd name="T48" fmla="*/ 704 w 1034"/>
              <a:gd name="T49" fmla="*/ 24 h 921"/>
              <a:gd name="T50" fmla="*/ 330 w 1034"/>
              <a:gd name="T51" fmla="*/ 24 h 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034" h="921">
                <a:moveTo>
                  <a:pt x="704" y="921"/>
                </a:moveTo>
                <a:cubicBezTo>
                  <a:pt x="330" y="921"/>
                  <a:pt x="330" y="921"/>
                  <a:pt x="330" y="921"/>
                </a:cubicBezTo>
                <a:cubicBezTo>
                  <a:pt x="281" y="921"/>
                  <a:pt x="236" y="895"/>
                  <a:pt x="212" y="853"/>
                </a:cubicBezTo>
                <a:cubicBezTo>
                  <a:pt x="25" y="529"/>
                  <a:pt x="25" y="529"/>
                  <a:pt x="25" y="529"/>
                </a:cubicBezTo>
                <a:cubicBezTo>
                  <a:pt x="0" y="487"/>
                  <a:pt x="0" y="434"/>
                  <a:pt x="25" y="392"/>
                </a:cubicBezTo>
                <a:cubicBezTo>
                  <a:pt x="212" y="68"/>
                  <a:pt x="212" y="68"/>
                  <a:pt x="212" y="68"/>
                </a:cubicBezTo>
                <a:cubicBezTo>
                  <a:pt x="236" y="26"/>
                  <a:pt x="281" y="0"/>
                  <a:pt x="330" y="0"/>
                </a:cubicBezTo>
                <a:cubicBezTo>
                  <a:pt x="704" y="0"/>
                  <a:pt x="704" y="0"/>
                  <a:pt x="704" y="0"/>
                </a:cubicBezTo>
                <a:cubicBezTo>
                  <a:pt x="753" y="0"/>
                  <a:pt x="798" y="26"/>
                  <a:pt x="822" y="68"/>
                </a:cubicBezTo>
                <a:cubicBezTo>
                  <a:pt x="1009" y="392"/>
                  <a:pt x="1009" y="392"/>
                  <a:pt x="1009" y="392"/>
                </a:cubicBezTo>
                <a:cubicBezTo>
                  <a:pt x="1034" y="434"/>
                  <a:pt x="1034" y="487"/>
                  <a:pt x="1009" y="529"/>
                </a:cubicBezTo>
                <a:cubicBezTo>
                  <a:pt x="822" y="853"/>
                  <a:pt x="822" y="853"/>
                  <a:pt x="822" y="853"/>
                </a:cubicBezTo>
                <a:cubicBezTo>
                  <a:pt x="798" y="895"/>
                  <a:pt x="753" y="921"/>
                  <a:pt x="704" y="921"/>
                </a:cubicBezTo>
                <a:close/>
                <a:moveTo>
                  <a:pt x="330" y="24"/>
                </a:moveTo>
                <a:cubicBezTo>
                  <a:pt x="290" y="24"/>
                  <a:pt x="253" y="46"/>
                  <a:pt x="233" y="80"/>
                </a:cubicBezTo>
                <a:cubicBezTo>
                  <a:pt x="45" y="404"/>
                  <a:pt x="45" y="404"/>
                  <a:pt x="45" y="404"/>
                </a:cubicBezTo>
                <a:cubicBezTo>
                  <a:pt x="25" y="439"/>
                  <a:pt x="25" y="482"/>
                  <a:pt x="45" y="517"/>
                </a:cubicBezTo>
                <a:cubicBezTo>
                  <a:pt x="233" y="841"/>
                  <a:pt x="233" y="841"/>
                  <a:pt x="233" y="841"/>
                </a:cubicBezTo>
                <a:cubicBezTo>
                  <a:pt x="253" y="875"/>
                  <a:pt x="290" y="897"/>
                  <a:pt x="330" y="897"/>
                </a:cubicBezTo>
                <a:cubicBezTo>
                  <a:pt x="704" y="897"/>
                  <a:pt x="704" y="897"/>
                  <a:pt x="704" y="897"/>
                </a:cubicBezTo>
                <a:cubicBezTo>
                  <a:pt x="744" y="897"/>
                  <a:pt x="781" y="875"/>
                  <a:pt x="801" y="841"/>
                </a:cubicBezTo>
                <a:cubicBezTo>
                  <a:pt x="989" y="517"/>
                  <a:pt x="989" y="517"/>
                  <a:pt x="989" y="517"/>
                </a:cubicBezTo>
                <a:cubicBezTo>
                  <a:pt x="1009" y="482"/>
                  <a:pt x="1009" y="439"/>
                  <a:pt x="989" y="404"/>
                </a:cubicBezTo>
                <a:cubicBezTo>
                  <a:pt x="801" y="80"/>
                  <a:pt x="801" y="80"/>
                  <a:pt x="801" y="80"/>
                </a:cubicBezTo>
                <a:cubicBezTo>
                  <a:pt x="781" y="46"/>
                  <a:pt x="744" y="24"/>
                  <a:pt x="704" y="24"/>
                </a:cubicBezTo>
                <a:lnTo>
                  <a:pt x="330" y="24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810"/>
          <p:cNvSpPr>
            <a:spLocks noEditPoints="1"/>
          </p:cNvSpPr>
          <p:nvPr/>
        </p:nvSpPr>
        <p:spPr bwMode="auto">
          <a:xfrm>
            <a:off x="2767722" y="2593330"/>
            <a:ext cx="3562350" cy="3171825"/>
          </a:xfrm>
          <a:custGeom>
            <a:avLst/>
            <a:gdLst>
              <a:gd name="T0" fmla="*/ 765 w 1122"/>
              <a:gd name="T1" fmla="*/ 999 h 999"/>
              <a:gd name="T2" fmla="*/ 357 w 1122"/>
              <a:gd name="T3" fmla="*/ 999 h 999"/>
              <a:gd name="T4" fmla="*/ 230 w 1122"/>
              <a:gd name="T5" fmla="*/ 926 h 999"/>
              <a:gd name="T6" fmla="*/ 26 w 1122"/>
              <a:gd name="T7" fmla="*/ 573 h 999"/>
              <a:gd name="T8" fmla="*/ 26 w 1122"/>
              <a:gd name="T9" fmla="*/ 426 h 999"/>
              <a:gd name="T10" fmla="*/ 230 w 1122"/>
              <a:gd name="T11" fmla="*/ 73 h 999"/>
              <a:gd name="T12" fmla="*/ 357 w 1122"/>
              <a:gd name="T13" fmla="*/ 0 h 999"/>
              <a:gd name="T14" fmla="*/ 765 w 1122"/>
              <a:gd name="T15" fmla="*/ 0 h 999"/>
              <a:gd name="T16" fmla="*/ 892 w 1122"/>
              <a:gd name="T17" fmla="*/ 73 h 999"/>
              <a:gd name="T18" fmla="*/ 1096 w 1122"/>
              <a:gd name="T19" fmla="*/ 426 h 999"/>
              <a:gd name="T20" fmla="*/ 1096 w 1122"/>
              <a:gd name="T21" fmla="*/ 573 h 999"/>
              <a:gd name="T22" fmla="*/ 892 w 1122"/>
              <a:gd name="T23" fmla="*/ 926 h 999"/>
              <a:gd name="T24" fmla="*/ 765 w 1122"/>
              <a:gd name="T25" fmla="*/ 999 h 999"/>
              <a:gd name="T26" fmla="*/ 357 w 1122"/>
              <a:gd name="T27" fmla="*/ 24 h 999"/>
              <a:gd name="T28" fmla="*/ 251 w 1122"/>
              <a:gd name="T29" fmla="*/ 85 h 999"/>
              <a:gd name="T30" fmla="*/ 47 w 1122"/>
              <a:gd name="T31" fmla="*/ 438 h 999"/>
              <a:gd name="T32" fmla="*/ 47 w 1122"/>
              <a:gd name="T33" fmla="*/ 561 h 999"/>
              <a:gd name="T34" fmla="*/ 251 w 1122"/>
              <a:gd name="T35" fmla="*/ 914 h 999"/>
              <a:gd name="T36" fmla="*/ 357 w 1122"/>
              <a:gd name="T37" fmla="*/ 975 h 999"/>
              <a:gd name="T38" fmla="*/ 765 w 1122"/>
              <a:gd name="T39" fmla="*/ 975 h 999"/>
              <a:gd name="T40" fmla="*/ 871 w 1122"/>
              <a:gd name="T41" fmla="*/ 914 h 999"/>
              <a:gd name="T42" fmla="*/ 1075 w 1122"/>
              <a:gd name="T43" fmla="*/ 561 h 999"/>
              <a:gd name="T44" fmla="*/ 1075 w 1122"/>
              <a:gd name="T45" fmla="*/ 438 h 999"/>
              <a:gd name="T46" fmla="*/ 871 w 1122"/>
              <a:gd name="T47" fmla="*/ 85 h 999"/>
              <a:gd name="T48" fmla="*/ 765 w 1122"/>
              <a:gd name="T49" fmla="*/ 24 h 999"/>
              <a:gd name="T50" fmla="*/ 357 w 1122"/>
              <a:gd name="T51" fmla="*/ 24 h 9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22" h="999">
                <a:moveTo>
                  <a:pt x="765" y="999"/>
                </a:moveTo>
                <a:cubicBezTo>
                  <a:pt x="357" y="999"/>
                  <a:pt x="357" y="999"/>
                  <a:pt x="357" y="999"/>
                </a:cubicBezTo>
                <a:cubicBezTo>
                  <a:pt x="305" y="999"/>
                  <a:pt x="256" y="971"/>
                  <a:pt x="230" y="926"/>
                </a:cubicBezTo>
                <a:cubicBezTo>
                  <a:pt x="26" y="573"/>
                  <a:pt x="26" y="573"/>
                  <a:pt x="26" y="573"/>
                </a:cubicBezTo>
                <a:cubicBezTo>
                  <a:pt x="0" y="528"/>
                  <a:pt x="0" y="471"/>
                  <a:pt x="26" y="426"/>
                </a:cubicBezTo>
                <a:cubicBezTo>
                  <a:pt x="230" y="73"/>
                  <a:pt x="230" y="73"/>
                  <a:pt x="230" y="73"/>
                </a:cubicBezTo>
                <a:cubicBezTo>
                  <a:pt x="256" y="28"/>
                  <a:pt x="305" y="0"/>
                  <a:pt x="357" y="0"/>
                </a:cubicBezTo>
                <a:cubicBezTo>
                  <a:pt x="765" y="0"/>
                  <a:pt x="765" y="0"/>
                  <a:pt x="765" y="0"/>
                </a:cubicBezTo>
                <a:cubicBezTo>
                  <a:pt x="817" y="0"/>
                  <a:pt x="866" y="28"/>
                  <a:pt x="892" y="73"/>
                </a:cubicBezTo>
                <a:cubicBezTo>
                  <a:pt x="1096" y="426"/>
                  <a:pt x="1096" y="426"/>
                  <a:pt x="1096" y="426"/>
                </a:cubicBezTo>
                <a:cubicBezTo>
                  <a:pt x="1122" y="471"/>
                  <a:pt x="1122" y="528"/>
                  <a:pt x="1096" y="573"/>
                </a:cubicBezTo>
                <a:cubicBezTo>
                  <a:pt x="892" y="926"/>
                  <a:pt x="892" y="926"/>
                  <a:pt x="892" y="926"/>
                </a:cubicBezTo>
                <a:cubicBezTo>
                  <a:pt x="866" y="971"/>
                  <a:pt x="817" y="999"/>
                  <a:pt x="765" y="999"/>
                </a:cubicBezTo>
                <a:close/>
                <a:moveTo>
                  <a:pt x="357" y="24"/>
                </a:moveTo>
                <a:cubicBezTo>
                  <a:pt x="314" y="24"/>
                  <a:pt x="273" y="47"/>
                  <a:pt x="251" y="85"/>
                </a:cubicBezTo>
                <a:cubicBezTo>
                  <a:pt x="47" y="438"/>
                  <a:pt x="47" y="438"/>
                  <a:pt x="47" y="438"/>
                </a:cubicBezTo>
                <a:cubicBezTo>
                  <a:pt x="25" y="476"/>
                  <a:pt x="25" y="523"/>
                  <a:pt x="47" y="561"/>
                </a:cubicBezTo>
                <a:cubicBezTo>
                  <a:pt x="251" y="914"/>
                  <a:pt x="251" y="914"/>
                  <a:pt x="251" y="914"/>
                </a:cubicBezTo>
                <a:cubicBezTo>
                  <a:pt x="273" y="952"/>
                  <a:pt x="314" y="975"/>
                  <a:pt x="357" y="975"/>
                </a:cubicBezTo>
                <a:cubicBezTo>
                  <a:pt x="765" y="975"/>
                  <a:pt x="765" y="975"/>
                  <a:pt x="765" y="975"/>
                </a:cubicBezTo>
                <a:cubicBezTo>
                  <a:pt x="808" y="975"/>
                  <a:pt x="849" y="952"/>
                  <a:pt x="871" y="914"/>
                </a:cubicBezTo>
                <a:cubicBezTo>
                  <a:pt x="1075" y="561"/>
                  <a:pt x="1075" y="561"/>
                  <a:pt x="1075" y="561"/>
                </a:cubicBezTo>
                <a:cubicBezTo>
                  <a:pt x="1097" y="523"/>
                  <a:pt x="1097" y="476"/>
                  <a:pt x="1075" y="438"/>
                </a:cubicBezTo>
                <a:cubicBezTo>
                  <a:pt x="871" y="85"/>
                  <a:pt x="871" y="85"/>
                  <a:pt x="871" y="85"/>
                </a:cubicBezTo>
                <a:cubicBezTo>
                  <a:pt x="849" y="47"/>
                  <a:pt x="808" y="24"/>
                  <a:pt x="765" y="24"/>
                </a:cubicBezTo>
                <a:lnTo>
                  <a:pt x="357" y="2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Line 812"/>
          <p:cNvSpPr>
            <a:spLocks noChangeShapeType="1"/>
          </p:cNvSpPr>
          <p:nvPr/>
        </p:nvSpPr>
        <p:spPr bwMode="auto">
          <a:xfrm>
            <a:off x="2166059" y="2754286"/>
            <a:ext cx="1290638" cy="0"/>
          </a:xfrm>
          <a:prstGeom prst="line">
            <a:avLst/>
          </a:prstGeom>
          <a:noFill/>
          <a:ln w="3175" cap="flat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Line 813"/>
          <p:cNvSpPr>
            <a:spLocks noChangeShapeType="1"/>
          </p:cNvSpPr>
          <p:nvPr/>
        </p:nvSpPr>
        <p:spPr bwMode="auto">
          <a:xfrm flipH="1">
            <a:off x="5641097" y="2754286"/>
            <a:ext cx="1290638" cy="0"/>
          </a:xfrm>
          <a:prstGeom prst="line">
            <a:avLst/>
          </a:prstGeom>
          <a:noFill/>
          <a:ln w="3175" cap="flat">
            <a:solidFill>
              <a:schemeClr val="accent4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Line 814"/>
          <p:cNvSpPr>
            <a:spLocks noChangeShapeType="1"/>
          </p:cNvSpPr>
          <p:nvPr/>
        </p:nvSpPr>
        <p:spPr bwMode="auto">
          <a:xfrm>
            <a:off x="2160272" y="4184102"/>
            <a:ext cx="468313" cy="0"/>
          </a:xfrm>
          <a:prstGeom prst="line">
            <a:avLst/>
          </a:prstGeom>
          <a:noFill/>
          <a:ln w="3175" cap="flat">
            <a:solidFill>
              <a:schemeClr val="accent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Line 815"/>
          <p:cNvSpPr>
            <a:spLocks noChangeShapeType="1"/>
          </p:cNvSpPr>
          <p:nvPr/>
        </p:nvSpPr>
        <p:spPr bwMode="auto">
          <a:xfrm flipH="1">
            <a:off x="6463422" y="4184102"/>
            <a:ext cx="468313" cy="0"/>
          </a:xfrm>
          <a:prstGeom prst="line">
            <a:avLst/>
          </a:prstGeom>
          <a:noFill/>
          <a:ln w="3175" cap="flat">
            <a:solidFill>
              <a:schemeClr val="accent6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Line 816"/>
          <p:cNvSpPr>
            <a:spLocks noChangeShapeType="1"/>
          </p:cNvSpPr>
          <p:nvPr/>
        </p:nvSpPr>
        <p:spPr bwMode="auto">
          <a:xfrm>
            <a:off x="2166059" y="5608132"/>
            <a:ext cx="1290638" cy="0"/>
          </a:xfrm>
          <a:prstGeom prst="line">
            <a:avLst/>
          </a:prstGeom>
          <a:noFill/>
          <a:ln w="3175" cap="flat">
            <a:solidFill>
              <a:schemeClr val="accent3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Line 817"/>
          <p:cNvSpPr>
            <a:spLocks noChangeShapeType="1"/>
          </p:cNvSpPr>
          <p:nvPr/>
        </p:nvSpPr>
        <p:spPr bwMode="auto">
          <a:xfrm flipH="1" flipV="1">
            <a:off x="5641097" y="5608132"/>
            <a:ext cx="965200" cy="5786"/>
          </a:xfrm>
          <a:prstGeom prst="line">
            <a:avLst/>
          </a:prstGeom>
          <a:noFill/>
          <a:ln w="3175" cap="flat">
            <a:solidFill>
              <a:schemeClr val="accent5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811"/>
          <p:cNvSpPr>
            <a:spLocks noEditPoints="1"/>
          </p:cNvSpPr>
          <p:nvPr/>
        </p:nvSpPr>
        <p:spPr bwMode="auto">
          <a:xfrm>
            <a:off x="3650372" y="3279130"/>
            <a:ext cx="1797050" cy="1800225"/>
          </a:xfrm>
          <a:custGeom>
            <a:avLst/>
            <a:gdLst>
              <a:gd name="T0" fmla="*/ 283 w 566"/>
              <a:gd name="T1" fmla="*/ 567 h 567"/>
              <a:gd name="T2" fmla="*/ 21 w 566"/>
              <a:gd name="T3" fmla="*/ 283 h 567"/>
              <a:gd name="T4" fmla="*/ 64 w 566"/>
              <a:gd name="T5" fmla="*/ 173 h 567"/>
              <a:gd name="T6" fmla="*/ 67 w 566"/>
              <a:gd name="T7" fmla="*/ 233 h 567"/>
              <a:gd name="T8" fmla="*/ 91 w 566"/>
              <a:gd name="T9" fmla="*/ 262 h 567"/>
              <a:gd name="T10" fmla="*/ 134 w 566"/>
              <a:gd name="T11" fmla="*/ 304 h 567"/>
              <a:gd name="T12" fmla="*/ 182 w 566"/>
              <a:gd name="T13" fmla="*/ 334 h 567"/>
              <a:gd name="T14" fmla="*/ 195 w 566"/>
              <a:gd name="T15" fmla="*/ 361 h 567"/>
              <a:gd name="T16" fmla="*/ 219 w 566"/>
              <a:gd name="T17" fmla="*/ 463 h 567"/>
              <a:gd name="T18" fmla="*/ 223 w 566"/>
              <a:gd name="T19" fmla="*/ 528 h 567"/>
              <a:gd name="T20" fmla="*/ 21 w 566"/>
              <a:gd name="T21" fmla="*/ 283 h 567"/>
              <a:gd name="T22" fmla="*/ 493 w 566"/>
              <a:gd name="T23" fmla="*/ 440 h 567"/>
              <a:gd name="T24" fmla="*/ 256 w 566"/>
              <a:gd name="T25" fmla="*/ 544 h 567"/>
              <a:gd name="T26" fmla="*/ 286 w 566"/>
              <a:gd name="T27" fmla="*/ 509 h 567"/>
              <a:gd name="T28" fmla="*/ 344 w 566"/>
              <a:gd name="T29" fmla="*/ 467 h 567"/>
              <a:gd name="T30" fmla="*/ 365 w 566"/>
              <a:gd name="T31" fmla="*/ 433 h 567"/>
              <a:gd name="T32" fmla="*/ 326 w 566"/>
              <a:gd name="T33" fmla="*/ 391 h 567"/>
              <a:gd name="T34" fmla="*/ 281 w 566"/>
              <a:gd name="T35" fmla="*/ 359 h 567"/>
              <a:gd name="T36" fmla="*/ 225 w 566"/>
              <a:gd name="T37" fmla="*/ 343 h 567"/>
              <a:gd name="T38" fmla="*/ 193 w 566"/>
              <a:gd name="T39" fmla="*/ 313 h 567"/>
              <a:gd name="T40" fmla="*/ 169 w 566"/>
              <a:gd name="T41" fmla="*/ 283 h 567"/>
              <a:gd name="T42" fmla="*/ 138 w 566"/>
              <a:gd name="T43" fmla="*/ 275 h 567"/>
              <a:gd name="T44" fmla="*/ 186 w 566"/>
              <a:gd name="T45" fmla="*/ 255 h 567"/>
              <a:gd name="T46" fmla="*/ 202 w 566"/>
              <a:gd name="T47" fmla="*/ 249 h 567"/>
              <a:gd name="T48" fmla="*/ 235 w 566"/>
              <a:gd name="T49" fmla="*/ 195 h 567"/>
              <a:gd name="T50" fmla="*/ 260 w 566"/>
              <a:gd name="T51" fmla="*/ 175 h 567"/>
              <a:gd name="T52" fmla="*/ 275 w 566"/>
              <a:gd name="T53" fmla="*/ 190 h 567"/>
              <a:gd name="T54" fmla="*/ 295 w 566"/>
              <a:gd name="T55" fmla="*/ 166 h 567"/>
              <a:gd name="T56" fmla="*/ 306 w 566"/>
              <a:gd name="T57" fmla="*/ 149 h 567"/>
              <a:gd name="T58" fmla="*/ 315 w 566"/>
              <a:gd name="T59" fmla="*/ 165 h 567"/>
              <a:gd name="T60" fmla="*/ 292 w 566"/>
              <a:gd name="T61" fmla="*/ 121 h 567"/>
              <a:gd name="T62" fmla="*/ 286 w 566"/>
              <a:gd name="T63" fmla="*/ 103 h 567"/>
              <a:gd name="T64" fmla="*/ 254 w 566"/>
              <a:gd name="T65" fmla="*/ 92 h 567"/>
              <a:gd name="T66" fmla="*/ 215 w 566"/>
              <a:gd name="T67" fmla="*/ 134 h 567"/>
              <a:gd name="T68" fmla="*/ 183 w 566"/>
              <a:gd name="T69" fmla="*/ 120 h 567"/>
              <a:gd name="T70" fmla="*/ 167 w 566"/>
              <a:gd name="T71" fmla="*/ 104 h 567"/>
              <a:gd name="T72" fmla="*/ 195 w 566"/>
              <a:gd name="T73" fmla="*/ 74 h 567"/>
              <a:gd name="T74" fmla="*/ 168 w 566"/>
              <a:gd name="T75" fmla="*/ 55 h 567"/>
              <a:gd name="T76" fmla="*/ 146 w 566"/>
              <a:gd name="T77" fmla="*/ 71 h 567"/>
              <a:gd name="T78" fmla="*/ 283 w 566"/>
              <a:gd name="T79" fmla="*/ 21 h 567"/>
              <a:gd name="T80" fmla="*/ 346 w 566"/>
              <a:gd name="T81" fmla="*/ 92 h 567"/>
              <a:gd name="T82" fmla="*/ 399 w 566"/>
              <a:gd name="T83" fmla="*/ 57 h 567"/>
              <a:gd name="T84" fmla="*/ 491 w 566"/>
              <a:gd name="T85" fmla="*/ 124 h 567"/>
              <a:gd name="T86" fmla="*/ 460 w 566"/>
              <a:gd name="T87" fmla="*/ 150 h 567"/>
              <a:gd name="T88" fmla="*/ 454 w 566"/>
              <a:gd name="T89" fmla="*/ 166 h 567"/>
              <a:gd name="T90" fmla="*/ 467 w 566"/>
              <a:gd name="T91" fmla="*/ 189 h 567"/>
              <a:gd name="T92" fmla="*/ 453 w 566"/>
              <a:gd name="T93" fmla="*/ 211 h 567"/>
              <a:gd name="T94" fmla="*/ 473 w 566"/>
              <a:gd name="T95" fmla="*/ 329 h 567"/>
              <a:gd name="T96" fmla="*/ 529 w 566"/>
              <a:gd name="T97" fmla="*/ 220 h 567"/>
              <a:gd name="T98" fmla="*/ 489 w 566"/>
              <a:gd name="T99" fmla="*/ 194 h 567"/>
              <a:gd name="T100" fmla="*/ 497 w 566"/>
              <a:gd name="T101" fmla="*/ 176 h 567"/>
              <a:gd name="T102" fmla="*/ 529 w 566"/>
              <a:gd name="T103" fmla="*/ 220 h 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66" h="567">
                <a:moveTo>
                  <a:pt x="283" y="0"/>
                </a:moveTo>
                <a:cubicBezTo>
                  <a:pt x="126" y="0"/>
                  <a:pt x="0" y="127"/>
                  <a:pt x="0" y="283"/>
                </a:cubicBezTo>
                <a:cubicBezTo>
                  <a:pt x="0" y="440"/>
                  <a:pt x="126" y="567"/>
                  <a:pt x="283" y="567"/>
                </a:cubicBezTo>
                <a:cubicBezTo>
                  <a:pt x="440" y="567"/>
                  <a:pt x="566" y="440"/>
                  <a:pt x="566" y="283"/>
                </a:cubicBezTo>
                <a:cubicBezTo>
                  <a:pt x="566" y="127"/>
                  <a:pt x="440" y="0"/>
                  <a:pt x="283" y="0"/>
                </a:cubicBezTo>
                <a:close/>
                <a:moveTo>
                  <a:pt x="21" y="283"/>
                </a:moveTo>
                <a:cubicBezTo>
                  <a:pt x="21" y="238"/>
                  <a:pt x="32" y="196"/>
                  <a:pt x="52" y="158"/>
                </a:cubicBezTo>
                <a:cubicBezTo>
                  <a:pt x="54" y="159"/>
                  <a:pt x="56" y="160"/>
                  <a:pt x="57" y="160"/>
                </a:cubicBezTo>
                <a:cubicBezTo>
                  <a:pt x="59" y="161"/>
                  <a:pt x="65" y="167"/>
                  <a:pt x="64" y="173"/>
                </a:cubicBezTo>
                <a:cubicBezTo>
                  <a:pt x="64" y="173"/>
                  <a:pt x="63" y="178"/>
                  <a:pt x="62" y="188"/>
                </a:cubicBezTo>
                <a:cubicBezTo>
                  <a:pt x="61" y="198"/>
                  <a:pt x="60" y="208"/>
                  <a:pt x="59" y="216"/>
                </a:cubicBezTo>
                <a:cubicBezTo>
                  <a:pt x="58" y="230"/>
                  <a:pt x="67" y="233"/>
                  <a:pt x="67" y="233"/>
                </a:cubicBezTo>
                <a:cubicBezTo>
                  <a:pt x="72" y="235"/>
                  <a:pt x="80" y="241"/>
                  <a:pt x="84" y="245"/>
                </a:cubicBezTo>
                <a:cubicBezTo>
                  <a:pt x="84" y="245"/>
                  <a:pt x="86" y="248"/>
                  <a:pt x="89" y="255"/>
                </a:cubicBezTo>
                <a:cubicBezTo>
                  <a:pt x="90" y="257"/>
                  <a:pt x="90" y="260"/>
                  <a:pt x="91" y="262"/>
                </a:cubicBezTo>
                <a:cubicBezTo>
                  <a:pt x="93" y="269"/>
                  <a:pt x="96" y="276"/>
                  <a:pt x="100" y="282"/>
                </a:cubicBezTo>
                <a:cubicBezTo>
                  <a:pt x="106" y="291"/>
                  <a:pt x="118" y="295"/>
                  <a:pt x="118" y="295"/>
                </a:cubicBezTo>
                <a:cubicBezTo>
                  <a:pt x="123" y="296"/>
                  <a:pt x="131" y="301"/>
                  <a:pt x="134" y="304"/>
                </a:cubicBezTo>
                <a:cubicBezTo>
                  <a:pt x="134" y="304"/>
                  <a:pt x="134" y="304"/>
                  <a:pt x="138" y="307"/>
                </a:cubicBezTo>
                <a:cubicBezTo>
                  <a:pt x="146" y="312"/>
                  <a:pt x="155" y="312"/>
                  <a:pt x="163" y="316"/>
                </a:cubicBezTo>
                <a:cubicBezTo>
                  <a:pt x="172" y="320"/>
                  <a:pt x="176" y="327"/>
                  <a:pt x="182" y="334"/>
                </a:cubicBezTo>
                <a:cubicBezTo>
                  <a:pt x="186" y="338"/>
                  <a:pt x="191" y="343"/>
                  <a:pt x="196" y="347"/>
                </a:cubicBezTo>
                <a:cubicBezTo>
                  <a:pt x="197" y="348"/>
                  <a:pt x="200" y="351"/>
                  <a:pt x="200" y="351"/>
                </a:cubicBezTo>
                <a:cubicBezTo>
                  <a:pt x="200" y="351"/>
                  <a:pt x="196" y="360"/>
                  <a:pt x="195" y="361"/>
                </a:cubicBezTo>
                <a:cubicBezTo>
                  <a:pt x="189" y="373"/>
                  <a:pt x="182" y="386"/>
                  <a:pt x="183" y="405"/>
                </a:cubicBezTo>
                <a:cubicBezTo>
                  <a:pt x="185" y="430"/>
                  <a:pt x="210" y="446"/>
                  <a:pt x="210" y="446"/>
                </a:cubicBezTo>
                <a:cubicBezTo>
                  <a:pt x="215" y="450"/>
                  <a:pt x="219" y="457"/>
                  <a:pt x="219" y="463"/>
                </a:cubicBezTo>
                <a:cubicBezTo>
                  <a:pt x="219" y="463"/>
                  <a:pt x="219" y="484"/>
                  <a:pt x="222" y="497"/>
                </a:cubicBezTo>
                <a:cubicBezTo>
                  <a:pt x="223" y="500"/>
                  <a:pt x="225" y="504"/>
                  <a:pt x="225" y="507"/>
                </a:cubicBezTo>
                <a:cubicBezTo>
                  <a:pt x="225" y="514"/>
                  <a:pt x="223" y="521"/>
                  <a:pt x="223" y="528"/>
                </a:cubicBezTo>
                <a:cubicBezTo>
                  <a:pt x="224" y="532"/>
                  <a:pt x="224" y="532"/>
                  <a:pt x="224" y="532"/>
                </a:cubicBezTo>
                <a:cubicBezTo>
                  <a:pt x="225" y="534"/>
                  <a:pt x="225" y="536"/>
                  <a:pt x="225" y="539"/>
                </a:cubicBezTo>
                <a:cubicBezTo>
                  <a:pt x="108" y="513"/>
                  <a:pt x="21" y="409"/>
                  <a:pt x="21" y="283"/>
                </a:cubicBezTo>
                <a:close/>
                <a:moveTo>
                  <a:pt x="507" y="380"/>
                </a:moveTo>
                <a:cubicBezTo>
                  <a:pt x="502" y="398"/>
                  <a:pt x="494" y="412"/>
                  <a:pt x="493" y="430"/>
                </a:cubicBezTo>
                <a:cubicBezTo>
                  <a:pt x="493" y="433"/>
                  <a:pt x="494" y="437"/>
                  <a:pt x="493" y="440"/>
                </a:cubicBezTo>
                <a:cubicBezTo>
                  <a:pt x="494" y="440"/>
                  <a:pt x="494" y="440"/>
                  <a:pt x="494" y="440"/>
                </a:cubicBezTo>
                <a:cubicBezTo>
                  <a:pt x="446" y="504"/>
                  <a:pt x="369" y="546"/>
                  <a:pt x="283" y="546"/>
                </a:cubicBezTo>
                <a:cubicBezTo>
                  <a:pt x="274" y="546"/>
                  <a:pt x="265" y="545"/>
                  <a:pt x="256" y="544"/>
                </a:cubicBezTo>
                <a:cubicBezTo>
                  <a:pt x="258" y="542"/>
                  <a:pt x="260" y="538"/>
                  <a:pt x="262" y="535"/>
                </a:cubicBezTo>
                <a:cubicBezTo>
                  <a:pt x="271" y="523"/>
                  <a:pt x="271" y="523"/>
                  <a:pt x="271" y="523"/>
                </a:cubicBezTo>
                <a:cubicBezTo>
                  <a:pt x="274" y="519"/>
                  <a:pt x="281" y="512"/>
                  <a:pt x="286" y="509"/>
                </a:cubicBezTo>
                <a:cubicBezTo>
                  <a:pt x="320" y="485"/>
                  <a:pt x="320" y="485"/>
                  <a:pt x="320" y="485"/>
                </a:cubicBezTo>
                <a:cubicBezTo>
                  <a:pt x="324" y="481"/>
                  <a:pt x="331" y="476"/>
                  <a:pt x="337" y="474"/>
                </a:cubicBezTo>
                <a:cubicBezTo>
                  <a:pt x="337" y="474"/>
                  <a:pt x="339" y="473"/>
                  <a:pt x="344" y="467"/>
                </a:cubicBezTo>
                <a:cubicBezTo>
                  <a:pt x="348" y="463"/>
                  <a:pt x="348" y="461"/>
                  <a:pt x="348" y="461"/>
                </a:cubicBezTo>
                <a:cubicBezTo>
                  <a:pt x="350" y="456"/>
                  <a:pt x="355" y="447"/>
                  <a:pt x="358" y="443"/>
                </a:cubicBezTo>
                <a:cubicBezTo>
                  <a:pt x="358" y="443"/>
                  <a:pt x="360" y="440"/>
                  <a:pt x="365" y="433"/>
                </a:cubicBezTo>
                <a:cubicBezTo>
                  <a:pt x="369" y="427"/>
                  <a:pt x="375" y="420"/>
                  <a:pt x="376" y="413"/>
                </a:cubicBezTo>
                <a:cubicBezTo>
                  <a:pt x="378" y="394"/>
                  <a:pt x="359" y="398"/>
                  <a:pt x="343" y="397"/>
                </a:cubicBezTo>
                <a:cubicBezTo>
                  <a:pt x="336" y="396"/>
                  <a:pt x="331" y="394"/>
                  <a:pt x="326" y="391"/>
                </a:cubicBezTo>
                <a:cubicBezTo>
                  <a:pt x="321" y="388"/>
                  <a:pt x="316" y="385"/>
                  <a:pt x="312" y="381"/>
                </a:cubicBezTo>
                <a:cubicBezTo>
                  <a:pt x="305" y="374"/>
                  <a:pt x="300" y="367"/>
                  <a:pt x="291" y="362"/>
                </a:cubicBezTo>
                <a:cubicBezTo>
                  <a:pt x="288" y="360"/>
                  <a:pt x="285" y="360"/>
                  <a:pt x="281" y="359"/>
                </a:cubicBezTo>
                <a:cubicBezTo>
                  <a:pt x="279" y="358"/>
                  <a:pt x="278" y="355"/>
                  <a:pt x="276" y="354"/>
                </a:cubicBezTo>
                <a:cubicBezTo>
                  <a:pt x="267" y="348"/>
                  <a:pt x="255" y="344"/>
                  <a:pt x="240" y="343"/>
                </a:cubicBezTo>
                <a:cubicBezTo>
                  <a:pt x="231" y="342"/>
                  <a:pt x="225" y="343"/>
                  <a:pt x="225" y="343"/>
                </a:cubicBezTo>
                <a:cubicBezTo>
                  <a:pt x="219" y="345"/>
                  <a:pt x="205" y="336"/>
                  <a:pt x="201" y="333"/>
                </a:cubicBezTo>
                <a:cubicBezTo>
                  <a:pt x="198" y="330"/>
                  <a:pt x="195" y="322"/>
                  <a:pt x="195" y="316"/>
                </a:cubicBezTo>
                <a:cubicBezTo>
                  <a:pt x="195" y="316"/>
                  <a:pt x="195" y="316"/>
                  <a:pt x="193" y="313"/>
                </a:cubicBezTo>
                <a:cubicBezTo>
                  <a:pt x="189" y="305"/>
                  <a:pt x="177" y="304"/>
                  <a:pt x="175" y="297"/>
                </a:cubicBezTo>
                <a:cubicBezTo>
                  <a:pt x="174" y="294"/>
                  <a:pt x="176" y="292"/>
                  <a:pt x="175" y="289"/>
                </a:cubicBezTo>
                <a:cubicBezTo>
                  <a:pt x="175" y="286"/>
                  <a:pt x="172" y="283"/>
                  <a:pt x="169" y="283"/>
                </a:cubicBezTo>
                <a:cubicBezTo>
                  <a:pt x="166" y="283"/>
                  <a:pt x="162" y="286"/>
                  <a:pt x="159" y="287"/>
                </a:cubicBezTo>
                <a:cubicBezTo>
                  <a:pt x="152" y="291"/>
                  <a:pt x="145" y="289"/>
                  <a:pt x="145" y="289"/>
                </a:cubicBezTo>
                <a:cubicBezTo>
                  <a:pt x="140" y="287"/>
                  <a:pt x="137" y="280"/>
                  <a:pt x="138" y="275"/>
                </a:cubicBezTo>
                <a:cubicBezTo>
                  <a:pt x="138" y="275"/>
                  <a:pt x="139" y="269"/>
                  <a:pt x="142" y="263"/>
                </a:cubicBezTo>
                <a:cubicBezTo>
                  <a:pt x="149" y="248"/>
                  <a:pt x="177" y="248"/>
                  <a:pt x="177" y="248"/>
                </a:cubicBezTo>
                <a:cubicBezTo>
                  <a:pt x="183" y="248"/>
                  <a:pt x="187" y="251"/>
                  <a:pt x="186" y="255"/>
                </a:cubicBezTo>
                <a:cubicBezTo>
                  <a:pt x="186" y="255"/>
                  <a:pt x="186" y="255"/>
                  <a:pt x="186" y="259"/>
                </a:cubicBezTo>
                <a:cubicBezTo>
                  <a:pt x="187" y="268"/>
                  <a:pt x="202" y="267"/>
                  <a:pt x="203" y="258"/>
                </a:cubicBezTo>
                <a:cubicBezTo>
                  <a:pt x="203" y="255"/>
                  <a:pt x="201" y="252"/>
                  <a:pt x="202" y="249"/>
                </a:cubicBezTo>
                <a:cubicBezTo>
                  <a:pt x="202" y="242"/>
                  <a:pt x="211" y="237"/>
                  <a:pt x="217" y="230"/>
                </a:cubicBezTo>
                <a:cubicBezTo>
                  <a:pt x="224" y="224"/>
                  <a:pt x="226" y="213"/>
                  <a:pt x="226" y="213"/>
                </a:cubicBezTo>
                <a:cubicBezTo>
                  <a:pt x="227" y="208"/>
                  <a:pt x="232" y="199"/>
                  <a:pt x="235" y="195"/>
                </a:cubicBezTo>
                <a:cubicBezTo>
                  <a:pt x="235" y="195"/>
                  <a:pt x="237" y="193"/>
                  <a:pt x="242" y="188"/>
                </a:cubicBezTo>
                <a:cubicBezTo>
                  <a:pt x="247" y="184"/>
                  <a:pt x="253" y="180"/>
                  <a:pt x="258" y="176"/>
                </a:cubicBezTo>
                <a:cubicBezTo>
                  <a:pt x="260" y="175"/>
                  <a:pt x="260" y="175"/>
                  <a:pt x="260" y="175"/>
                </a:cubicBezTo>
                <a:cubicBezTo>
                  <a:pt x="261" y="172"/>
                  <a:pt x="264" y="174"/>
                  <a:pt x="266" y="175"/>
                </a:cubicBezTo>
                <a:cubicBezTo>
                  <a:pt x="267" y="176"/>
                  <a:pt x="268" y="181"/>
                  <a:pt x="268" y="187"/>
                </a:cubicBezTo>
                <a:cubicBezTo>
                  <a:pt x="268" y="187"/>
                  <a:pt x="268" y="190"/>
                  <a:pt x="275" y="190"/>
                </a:cubicBezTo>
                <a:cubicBezTo>
                  <a:pt x="279" y="190"/>
                  <a:pt x="282" y="185"/>
                  <a:pt x="286" y="182"/>
                </a:cubicBezTo>
                <a:cubicBezTo>
                  <a:pt x="290" y="178"/>
                  <a:pt x="296" y="176"/>
                  <a:pt x="296" y="172"/>
                </a:cubicBezTo>
                <a:cubicBezTo>
                  <a:pt x="296" y="166"/>
                  <a:pt x="295" y="166"/>
                  <a:pt x="295" y="166"/>
                </a:cubicBezTo>
                <a:cubicBezTo>
                  <a:pt x="290" y="166"/>
                  <a:pt x="283" y="156"/>
                  <a:pt x="280" y="155"/>
                </a:cubicBezTo>
                <a:cubicBezTo>
                  <a:pt x="277" y="153"/>
                  <a:pt x="285" y="150"/>
                  <a:pt x="289" y="148"/>
                </a:cubicBezTo>
                <a:cubicBezTo>
                  <a:pt x="293" y="147"/>
                  <a:pt x="303" y="148"/>
                  <a:pt x="306" y="149"/>
                </a:cubicBezTo>
                <a:cubicBezTo>
                  <a:pt x="308" y="150"/>
                  <a:pt x="308" y="153"/>
                  <a:pt x="307" y="156"/>
                </a:cubicBezTo>
                <a:cubicBezTo>
                  <a:pt x="307" y="156"/>
                  <a:pt x="307" y="156"/>
                  <a:pt x="307" y="159"/>
                </a:cubicBezTo>
                <a:cubicBezTo>
                  <a:pt x="307" y="162"/>
                  <a:pt x="311" y="165"/>
                  <a:pt x="315" y="165"/>
                </a:cubicBezTo>
                <a:cubicBezTo>
                  <a:pt x="323" y="165"/>
                  <a:pt x="326" y="151"/>
                  <a:pt x="322" y="143"/>
                </a:cubicBezTo>
                <a:cubicBezTo>
                  <a:pt x="318" y="134"/>
                  <a:pt x="306" y="129"/>
                  <a:pt x="306" y="129"/>
                </a:cubicBezTo>
                <a:cubicBezTo>
                  <a:pt x="300" y="128"/>
                  <a:pt x="294" y="124"/>
                  <a:pt x="292" y="121"/>
                </a:cubicBezTo>
                <a:cubicBezTo>
                  <a:pt x="292" y="121"/>
                  <a:pt x="292" y="121"/>
                  <a:pt x="291" y="118"/>
                </a:cubicBezTo>
                <a:cubicBezTo>
                  <a:pt x="290" y="116"/>
                  <a:pt x="288" y="113"/>
                  <a:pt x="287" y="110"/>
                </a:cubicBezTo>
                <a:cubicBezTo>
                  <a:pt x="286" y="108"/>
                  <a:pt x="287" y="106"/>
                  <a:pt x="286" y="103"/>
                </a:cubicBezTo>
                <a:cubicBezTo>
                  <a:pt x="285" y="101"/>
                  <a:pt x="283" y="99"/>
                  <a:pt x="281" y="98"/>
                </a:cubicBezTo>
                <a:cubicBezTo>
                  <a:pt x="278" y="96"/>
                  <a:pt x="274" y="97"/>
                  <a:pt x="269" y="96"/>
                </a:cubicBezTo>
                <a:cubicBezTo>
                  <a:pt x="264" y="95"/>
                  <a:pt x="259" y="93"/>
                  <a:pt x="254" y="92"/>
                </a:cubicBezTo>
                <a:cubicBezTo>
                  <a:pt x="245" y="89"/>
                  <a:pt x="230" y="82"/>
                  <a:pt x="225" y="93"/>
                </a:cubicBezTo>
                <a:cubicBezTo>
                  <a:pt x="220" y="103"/>
                  <a:pt x="223" y="122"/>
                  <a:pt x="223" y="122"/>
                </a:cubicBezTo>
                <a:cubicBezTo>
                  <a:pt x="224" y="127"/>
                  <a:pt x="220" y="133"/>
                  <a:pt x="215" y="134"/>
                </a:cubicBezTo>
                <a:cubicBezTo>
                  <a:pt x="215" y="134"/>
                  <a:pt x="208" y="135"/>
                  <a:pt x="202" y="131"/>
                </a:cubicBezTo>
                <a:cubicBezTo>
                  <a:pt x="198" y="129"/>
                  <a:pt x="196" y="125"/>
                  <a:pt x="193" y="123"/>
                </a:cubicBezTo>
                <a:cubicBezTo>
                  <a:pt x="190" y="122"/>
                  <a:pt x="186" y="121"/>
                  <a:pt x="183" y="120"/>
                </a:cubicBezTo>
                <a:cubicBezTo>
                  <a:pt x="179" y="120"/>
                  <a:pt x="175" y="120"/>
                  <a:pt x="171" y="119"/>
                </a:cubicBezTo>
                <a:cubicBezTo>
                  <a:pt x="168" y="117"/>
                  <a:pt x="168" y="117"/>
                  <a:pt x="168" y="117"/>
                </a:cubicBezTo>
                <a:cubicBezTo>
                  <a:pt x="167" y="113"/>
                  <a:pt x="166" y="107"/>
                  <a:pt x="167" y="104"/>
                </a:cubicBezTo>
                <a:cubicBezTo>
                  <a:pt x="167" y="104"/>
                  <a:pt x="167" y="104"/>
                  <a:pt x="168" y="100"/>
                </a:cubicBezTo>
                <a:cubicBezTo>
                  <a:pt x="172" y="91"/>
                  <a:pt x="188" y="89"/>
                  <a:pt x="193" y="81"/>
                </a:cubicBezTo>
                <a:cubicBezTo>
                  <a:pt x="194" y="79"/>
                  <a:pt x="195" y="76"/>
                  <a:pt x="195" y="74"/>
                </a:cubicBezTo>
                <a:cubicBezTo>
                  <a:pt x="194" y="69"/>
                  <a:pt x="188" y="68"/>
                  <a:pt x="185" y="66"/>
                </a:cubicBezTo>
                <a:cubicBezTo>
                  <a:pt x="182" y="63"/>
                  <a:pt x="182" y="55"/>
                  <a:pt x="179" y="53"/>
                </a:cubicBezTo>
                <a:cubicBezTo>
                  <a:pt x="176" y="50"/>
                  <a:pt x="170" y="52"/>
                  <a:pt x="168" y="55"/>
                </a:cubicBezTo>
                <a:cubicBezTo>
                  <a:pt x="167" y="57"/>
                  <a:pt x="167" y="61"/>
                  <a:pt x="167" y="64"/>
                </a:cubicBezTo>
                <a:cubicBezTo>
                  <a:pt x="164" y="77"/>
                  <a:pt x="148" y="78"/>
                  <a:pt x="148" y="78"/>
                </a:cubicBezTo>
                <a:cubicBezTo>
                  <a:pt x="143" y="78"/>
                  <a:pt x="142" y="75"/>
                  <a:pt x="146" y="71"/>
                </a:cubicBezTo>
                <a:cubicBezTo>
                  <a:pt x="154" y="59"/>
                  <a:pt x="154" y="59"/>
                  <a:pt x="154" y="59"/>
                </a:cubicBezTo>
                <a:cubicBezTo>
                  <a:pt x="155" y="58"/>
                  <a:pt x="156" y="56"/>
                  <a:pt x="157" y="53"/>
                </a:cubicBezTo>
                <a:cubicBezTo>
                  <a:pt x="194" y="33"/>
                  <a:pt x="237" y="21"/>
                  <a:pt x="283" y="21"/>
                </a:cubicBezTo>
                <a:cubicBezTo>
                  <a:pt x="288" y="21"/>
                  <a:pt x="293" y="21"/>
                  <a:pt x="298" y="22"/>
                </a:cubicBezTo>
                <a:cubicBezTo>
                  <a:pt x="297" y="25"/>
                  <a:pt x="297" y="28"/>
                  <a:pt x="298" y="31"/>
                </a:cubicBezTo>
                <a:cubicBezTo>
                  <a:pt x="298" y="31"/>
                  <a:pt x="318" y="79"/>
                  <a:pt x="346" y="92"/>
                </a:cubicBezTo>
                <a:cubicBezTo>
                  <a:pt x="352" y="95"/>
                  <a:pt x="364" y="100"/>
                  <a:pt x="365" y="91"/>
                </a:cubicBezTo>
                <a:cubicBezTo>
                  <a:pt x="365" y="86"/>
                  <a:pt x="361" y="80"/>
                  <a:pt x="362" y="73"/>
                </a:cubicBezTo>
                <a:cubicBezTo>
                  <a:pt x="364" y="60"/>
                  <a:pt x="388" y="63"/>
                  <a:pt x="399" y="57"/>
                </a:cubicBezTo>
                <a:cubicBezTo>
                  <a:pt x="401" y="56"/>
                  <a:pt x="401" y="56"/>
                  <a:pt x="401" y="56"/>
                </a:cubicBezTo>
                <a:cubicBezTo>
                  <a:pt x="402" y="55"/>
                  <a:pt x="404" y="53"/>
                  <a:pt x="406" y="52"/>
                </a:cubicBezTo>
                <a:cubicBezTo>
                  <a:pt x="440" y="70"/>
                  <a:pt x="468" y="94"/>
                  <a:pt x="491" y="124"/>
                </a:cubicBezTo>
                <a:cubicBezTo>
                  <a:pt x="490" y="125"/>
                  <a:pt x="490" y="127"/>
                  <a:pt x="491" y="128"/>
                </a:cubicBezTo>
                <a:cubicBezTo>
                  <a:pt x="491" y="128"/>
                  <a:pt x="491" y="128"/>
                  <a:pt x="490" y="133"/>
                </a:cubicBezTo>
                <a:cubicBezTo>
                  <a:pt x="490" y="142"/>
                  <a:pt x="465" y="142"/>
                  <a:pt x="460" y="150"/>
                </a:cubicBezTo>
                <a:cubicBezTo>
                  <a:pt x="458" y="153"/>
                  <a:pt x="458" y="153"/>
                  <a:pt x="458" y="153"/>
                </a:cubicBezTo>
                <a:cubicBezTo>
                  <a:pt x="458" y="158"/>
                  <a:pt x="457" y="163"/>
                  <a:pt x="455" y="164"/>
                </a:cubicBezTo>
                <a:cubicBezTo>
                  <a:pt x="455" y="164"/>
                  <a:pt x="455" y="164"/>
                  <a:pt x="454" y="166"/>
                </a:cubicBezTo>
                <a:cubicBezTo>
                  <a:pt x="453" y="172"/>
                  <a:pt x="454" y="185"/>
                  <a:pt x="457" y="187"/>
                </a:cubicBezTo>
                <a:cubicBezTo>
                  <a:pt x="459" y="187"/>
                  <a:pt x="461" y="187"/>
                  <a:pt x="463" y="187"/>
                </a:cubicBezTo>
                <a:cubicBezTo>
                  <a:pt x="466" y="189"/>
                  <a:pt x="467" y="189"/>
                  <a:pt x="467" y="189"/>
                </a:cubicBezTo>
                <a:cubicBezTo>
                  <a:pt x="472" y="192"/>
                  <a:pt x="477" y="194"/>
                  <a:pt x="476" y="195"/>
                </a:cubicBezTo>
                <a:cubicBezTo>
                  <a:pt x="475" y="197"/>
                  <a:pt x="469" y="200"/>
                  <a:pt x="464" y="202"/>
                </a:cubicBezTo>
                <a:cubicBezTo>
                  <a:pt x="464" y="202"/>
                  <a:pt x="459" y="204"/>
                  <a:pt x="453" y="211"/>
                </a:cubicBezTo>
                <a:cubicBezTo>
                  <a:pt x="443" y="224"/>
                  <a:pt x="428" y="237"/>
                  <a:pt x="428" y="259"/>
                </a:cubicBezTo>
                <a:cubicBezTo>
                  <a:pt x="428" y="270"/>
                  <a:pt x="431" y="280"/>
                  <a:pt x="434" y="290"/>
                </a:cubicBezTo>
                <a:cubicBezTo>
                  <a:pt x="440" y="309"/>
                  <a:pt x="451" y="327"/>
                  <a:pt x="473" y="329"/>
                </a:cubicBezTo>
                <a:cubicBezTo>
                  <a:pt x="483" y="330"/>
                  <a:pt x="495" y="321"/>
                  <a:pt x="502" y="327"/>
                </a:cubicBezTo>
                <a:cubicBezTo>
                  <a:pt x="512" y="336"/>
                  <a:pt x="510" y="366"/>
                  <a:pt x="507" y="380"/>
                </a:cubicBezTo>
                <a:close/>
                <a:moveTo>
                  <a:pt x="529" y="220"/>
                </a:moveTo>
                <a:cubicBezTo>
                  <a:pt x="529" y="220"/>
                  <a:pt x="529" y="220"/>
                  <a:pt x="524" y="218"/>
                </a:cubicBezTo>
                <a:cubicBezTo>
                  <a:pt x="516" y="214"/>
                  <a:pt x="510" y="207"/>
                  <a:pt x="503" y="201"/>
                </a:cubicBezTo>
                <a:cubicBezTo>
                  <a:pt x="497" y="195"/>
                  <a:pt x="489" y="194"/>
                  <a:pt x="489" y="194"/>
                </a:cubicBezTo>
                <a:cubicBezTo>
                  <a:pt x="483" y="193"/>
                  <a:pt x="478" y="188"/>
                  <a:pt x="478" y="182"/>
                </a:cubicBezTo>
                <a:cubicBezTo>
                  <a:pt x="478" y="182"/>
                  <a:pt x="478" y="175"/>
                  <a:pt x="484" y="172"/>
                </a:cubicBezTo>
                <a:cubicBezTo>
                  <a:pt x="488" y="171"/>
                  <a:pt x="494" y="174"/>
                  <a:pt x="497" y="176"/>
                </a:cubicBezTo>
                <a:cubicBezTo>
                  <a:pt x="512" y="184"/>
                  <a:pt x="518" y="200"/>
                  <a:pt x="530" y="213"/>
                </a:cubicBezTo>
                <a:cubicBezTo>
                  <a:pt x="533" y="217"/>
                  <a:pt x="533" y="217"/>
                  <a:pt x="533" y="217"/>
                </a:cubicBezTo>
                <a:cubicBezTo>
                  <a:pt x="536" y="220"/>
                  <a:pt x="534" y="221"/>
                  <a:pt x="529" y="2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818"/>
          <p:cNvSpPr>
            <a:spLocks/>
          </p:cNvSpPr>
          <p:nvPr/>
        </p:nvSpPr>
        <p:spPr bwMode="auto">
          <a:xfrm>
            <a:off x="2504197" y="3822055"/>
            <a:ext cx="803275" cy="714375"/>
          </a:xfrm>
          <a:custGeom>
            <a:avLst/>
            <a:gdLst>
              <a:gd name="T0" fmla="*/ 81 w 253"/>
              <a:gd name="T1" fmla="*/ 225 h 225"/>
              <a:gd name="T2" fmla="*/ 51 w 253"/>
              <a:gd name="T3" fmla="*/ 208 h 225"/>
              <a:gd name="T4" fmla="*/ 6 w 253"/>
              <a:gd name="T5" fmla="*/ 129 h 225"/>
              <a:gd name="T6" fmla="*/ 6 w 253"/>
              <a:gd name="T7" fmla="*/ 95 h 225"/>
              <a:gd name="T8" fmla="*/ 51 w 253"/>
              <a:gd name="T9" fmla="*/ 17 h 225"/>
              <a:gd name="T10" fmla="*/ 81 w 253"/>
              <a:gd name="T11" fmla="*/ 0 h 225"/>
              <a:gd name="T12" fmla="*/ 172 w 253"/>
              <a:gd name="T13" fmla="*/ 0 h 225"/>
              <a:gd name="T14" fmla="*/ 201 w 253"/>
              <a:gd name="T15" fmla="*/ 17 h 225"/>
              <a:gd name="T16" fmla="*/ 247 w 253"/>
              <a:gd name="T17" fmla="*/ 95 h 225"/>
              <a:gd name="T18" fmla="*/ 247 w 253"/>
              <a:gd name="T19" fmla="*/ 129 h 225"/>
              <a:gd name="T20" fmla="*/ 201 w 253"/>
              <a:gd name="T21" fmla="*/ 208 h 225"/>
              <a:gd name="T22" fmla="*/ 172 w 253"/>
              <a:gd name="T23" fmla="*/ 225 h 225"/>
              <a:gd name="T24" fmla="*/ 81 w 253"/>
              <a:gd name="T2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5">
                <a:moveTo>
                  <a:pt x="81" y="225"/>
                </a:moveTo>
                <a:cubicBezTo>
                  <a:pt x="69" y="225"/>
                  <a:pt x="57" y="219"/>
                  <a:pt x="51" y="208"/>
                </a:cubicBezTo>
                <a:cubicBezTo>
                  <a:pt x="6" y="129"/>
                  <a:pt x="6" y="129"/>
                  <a:pt x="6" y="129"/>
                </a:cubicBezTo>
                <a:cubicBezTo>
                  <a:pt x="0" y="119"/>
                  <a:pt x="0" y="106"/>
                  <a:pt x="6" y="95"/>
                </a:cubicBezTo>
                <a:cubicBezTo>
                  <a:pt x="51" y="17"/>
                  <a:pt x="51" y="17"/>
                  <a:pt x="51" y="17"/>
                </a:cubicBezTo>
                <a:cubicBezTo>
                  <a:pt x="57" y="6"/>
                  <a:pt x="69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4" y="0"/>
                  <a:pt x="195" y="6"/>
                  <a:pt x="201" y="17"/>
                </a:cubicBezTo>
                <a:cubicBezTo>
                  <a:pt x="247" y="95"/>
                  <a:pt x="247" y="95"/>
                  <a:pt x="247" y="95"/>
                </a:cubicBezTo>
                <a:cubicBezTo>
                  <a:pt x="253" y="106"/>
                  <a:pt x="253" y="119"/>
                  <a:pt x="247" y="129"/>
                </a:cubicBezTo>
                <a:cubicBezTo>
                  <a:pt x="201" y="208"/>
                  <a:pt x="201" y="208"/>
                  <a:pt x="201" y="208"/>
                </a:cubicBezTo>
                <a:cubicBezTo>
                  <a:pt x="195" y="219"/>
                  <a:pt x="184" y="225"/>
                  <a:pt x="172" y="225"/>
                </a:cubicBezTo>
                <a:lnTo>
                  <a:pt x="81" y="2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819"/>
          <p:cNvSpPr>
            <a:spLocks noEditPoints="1"/>
          </p:cNvSpPr>
          <p:nvPr/>
        </p:nvSpPr>
        <p:spPr bwMode="auto">
          <a:xfrm>
            <a:off x="2491497" y="3809355"/>
            <a:ext cx="828675" cy="739775"/>
          </a:xfrm>
          <a:custGeom>
            <a:avLst/>
            <a:gdLst>
              <a:gd name="T0" fmla="*/ 176 w 261"/>
              <a:gd name="T1" fmla="*/ 233 h 233"/>
              <a:gd name="T2" fmla="*/ 85 w 261"/>
              <a:gd name="T3" fmla="*/ 233 h 233"/>
              <a:gd name="T4" fmla="*/ 52 w 261"/>
              <a:gd name="T5" fmla="*/ 214 h 233"/>
              <a:gd name="T6" fmla="*/ 6 w 261"/>
              <a:gd name="T7" fmla="*/ 135 h 233"/>
              <a:gd name="T8" fmla="*/ 6 w 261"/>
              <a:gd name="T9" fmla="*/ 97 h 233"/>
              <a:gd name="T10" fmla="*/ 52 w 261"/>
              <a:gd name="T11" fmla="*/ 19 h 233"/>
              <a:gd name="T12" fmla="*/ 85 w 261"/>
              <a:gd name="T13" fmla="*/ 0 h 233"/>
              <a:gd name="T14" fmla="*/ 176 w 261"/>
              <a:gd name="T15" fmla="*/ 0 h 233"/>
              <a:gd name="T16" fmla="*/ 209 w 261"/>
              <a:gd name="T17" fmla="*/ 19 h 233"/>
              <a:gd name="T18" fmla="*/ 254 w 261"/>
              <a:gd name="T19" fmla="*/ 97 h 233"/>
              <a:gd name="T20" fmla="*/ 254 w 261"/>
              <a:gd name="T21" fmla="*/ 135 h 233"/>
              <a:gd name="T22" fmla="*/ 209 w 261"/>
              <a:gd name="T23" fmla="*/ 214 h 233"/>
              <a:gd name="T24" fmla="*/ 176 w 261"/>
              <a:gd name="T25" fmla="*/ 233 h 233"/>
              <a:gd name="T26" fmla="*/ 85 w 261"/>
              <a:gd name="T27" fmla="*/ 8 h 233"/>
              <a:gd name="T28" fmla="*/ 59 w 261"/>
              <a:gd name="T29" fmla="*/ 23 h 233"/>
              <a:gd name="T30" fmla="*/ 13 w 261"/>
              <a:gd name="T31" fmla="*/ 101 h 233"/>
              <a:gd name="T32" fmla="*/ 13 w 261"/>
              <a:gd name="T33" fmla="*/ 131 h 233"/>
              <a:gd name="T34" fmla="*/ 59 w 261"/>
              <a:gd name="T35" fmla="*/ 210 h 233"/>
              <a:gd name="T36" fmla="*/ 85 w 261"/>
              <a:gd name="T37" fmla="*/ 225 h 233"/>
              <a:gd name="T38" fmla="*/ 176 w 261"/>
              <a:gd name="T39" fmla="*/ 225 h 233"/>
              <a:gd name="T40" fmla="*/ 202 w 261"/>
              <a:gd name="T41" fmla="*/ 210 h 233"/>
              <a:gd name="T42" fmla="*/ 247 w 261"/>
              <a:gd name="T43" fmla="*/ 131 h 233"/>
              <a:gd name="T44" fmla="*/ 247 w 261"/>
              <a:gd name="T45" fmla="*/ 101 h 233"/>
              <a:gd name="T46" fmla="*/ 202 w 261"/>
              <a:gd name="T47" fmla="*/ 23 h 233"/>
              <a:gd name="T48" fmla="*/ 176 w 261"/>
              <a:gd name="T49" fmla="*/ 8 h 233"/>
              <a:gd name="T50" fmla="*/ 85 w 261"/>
              <a:gd name="T51" fmla="*/ 8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1" h="233">
                <a:moveTo>
                  <a:pt x="176" y="233"/>
                </a:moveTo>
                <a:cubicBezTo>
                  <a:pt x="85" y="233"/>
                  <a:pt x="85" y="233"/>
                  <a:pt x="85" y="233"/>
                </a:cubicBezTo>
                <a:cubicBezTo>
                  <a:pt x="71" y="233"/>
                  <a:pt x="59" y="226"/>
                  <a:pt x="52" y="214"/>
                </a:cubicBezTo>
                <a:cubicBezTo>
                  <a:pt x="6" y="135"/>
                  <a:pt x="6" y="135"/>
                  <a:pt x="6" y="135"/>
                </a:cubicBezTo>
                <a:cubicBezTo>
                  <a:pt x="0" y="124"/>
                  <a:pt x="0" y="109"/>
                  <a:pt x="6" y="97"/>
                </a:cubicBezTo>
                <a:cubicBezTo>
                  <a:pt x="52" y="19"/>
                  <a:pt x="52" y="19"/>
                  <a:pt x="52" y="19"/>
                </a:cubicBezTo>
                <a:cubicBezTo>
                  <a:pt x="59" y="7"/>
                  <a:pt x="71" y="0"/>
                  <a:pt x="85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89" y="0"/>
                  <a:pt x="202" y="7"/>
                  <a:pt x="209" y="19"/>
                </a:cubicBezTo>
                <a:cubicBezTo>
                  <a:pt x="254" y="97"/>
                  <a:pt x="254" y="97"/>
                  <a:pt x="254" y="97"/>
                </a:cubicBezTo>
                <a:cubicBezTo>
                  <a:pt x="261" y="109"/>
                  <a:pt x="261" y="124"/>
                  <a:pt x="254" y="135"/>
                </a:cubicBezTo>
                <a:cubicBezTo>
                  <a:pt x="209" y="214"/>
                  <a:pt x="209" y="214"/>
                  <a:pt x="209" y="214"/>
                </a:cubicBezTo>
                <a:cubicBezTo>
                  <a:pt x="202" y="226"/>
                  <a:pt x="189" y="233"/>
                  <a:pt x="176" y="233"/>
                </a:cubicBezTo>
                <a:close/>
                <a:moveTo>
                  <a:pt x="85" y="8"/>
                </a:moveTo>
                <a:cubicBezTo>
                  <a:pt x="74" y="8"/>
                  <a:pt x="64" y="13"/>
                  <a:pt x="59" y="23"/>
                </a:cubicBezTo>
                <a:cubicBezTo>
                  <a:pt x="13" y="101"/>
                  <a:pt x="13" y="101"/>
                  <a:pt x="13" y="101"/>
                </a:cubicBezTo>
                <a:cubicBezTo>
                  <a:pt x="8" y="111"/>
                  <a:pt x="8" y="122"/>
                  <a:pt x="13" y="131"/>
                </a:cubicBezTo>
                <a:cubicBezTo>
                  <a:pt x="59" y="210"/>
                  <a:pt x="59" y="210"/>
                  <a:pt x="59" y="210"/>
                </a:cubicBezTo>
                <a:cubicBezTo>
                  <a:pt x="64" y="220"/>
                  <a:pt x="74" y="225"/>
                  <a:pt x="85" y="225"/>
                </a:cubicBezTo>
                <a:cubicBezTo>
                  <a:pt x="176" y="225"/>
                  <a:pt x="176" y="225"/>
                  <a:pt x="176" y="225"/>
                </a:cubicBezTo>
                <a:cubicBezTo>
                  <a:pt x="187" y="225"/>
                  <a:pt x="197" y="220"/>
                  <a:pt x="202" y="210"/>
                </a:cubicBezTo>
                <a:cubicBezTo>
                  <a:pt x="247" y="131"/>
                  <a:pt x="247" y="131"/>
                  <a:pt x="247" y="131"/>
                </a:cubicBezTo>
                <a:cubicBezTo>
                  <a:pt x="253" y="122"/>
                  <a:pt x="253" y="111"/>
                  <a:pt x="247" y="101"/>
                </a:cubicBezTo>
                <a:cubicBezTo>
                  <a:pt x="202" y="23"/>
                  <a:pt x="202" y="23"/>
                  <a:pt x="202" y="23"/>
                </a:cubicBezTo>
                <a:cubicBezTo>
                  <a:pt x="197" y="13"/>
                  <a:pt x="187" y="8"/>
                  <a:pt x="176" y="8"/>
                </a:cubicBezTo>
                <a:lnTo>
                  <a:pt x="85" y="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820"/>
          <p:cNvSpPr>
            <a:spLocks/>
          </p:cNvSpPr>
          <p:nvPr/>
        </p:nvSpPr>
        <p:spPr bwMode="auto">
          <a:xfrm>
            <a:off x="5790322" y="3822055"/>
            <a:ext cx="803275" cy="714375"/>
          </a:xfrm>
          <a:custGeom>
            <a:avLst/>
            <a:gdLst>
              <a:gd name="T0" fmla="*/ 81 w 253"/>
              <a:gd name="T1" fmla="*/ 225 h 225"/>
              <a:gd name="T2" fmla="*/ 52 w 253"/>
              <a:gd name="T3" fmla="*/ 208 h 225"/>
              <a:gd name="T4" fmla="*/ 6 w 253"/>
              <a:gd name="T5" fmla="*/ 129 h 225"/>
              <a:gd name="T6" fmla="*/ 6 w 253"/>
              <a:gd name="T7" fmla="*/ 95 h 225"/>
              <a:gd name="T8" fmla="*/ 52 w 253"/>
              <a:gd name="T9" fmla="*/ 17 h 225"/>
              <a:gd name="T10" fmla="*/ 81 w 253"/>
              <a:gd name="T11" fmla="*/ 0 h 225"/>
              <a:gd name="T12" fmla="*/ 172 w 253"/>
              <a:gd name="T13" fmla="*/ 0 h 225"/>
              <a:gd name="T14" fmla="*/ 202 w 253"/>
              <a:gd name="T15" fmla="*/ 17 h 225"/>
              <a:gd name="T16" fmla="*/ 247 w 253"/>
              <a:gd name="T17" fmla="*/ 95 h 225"/>
              <a:gd name="T18" fmla="*/ 247 w 253"/>
              <a:gd name="T19" fmla="*/ 129 h 225"/>
              <a:gd name="T20" fmla="*/ 202 w 253"/>
              <a:gd name="T21" fmla="*/ 208 h 225"/>
              <a:gd name="T22" fmla="*/ 172 w 253"/>
              <a:gd name="T23" fmla="*/ 225 h 225"/>
              <a:gd name="T24" fmla="*/ 81 w 253"/>
              <a:gd name="T2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5">
                <a:moveTo>
                  <a:pt x="81" y="225"/>
                </a:moveTo>
                <a:cubicBezTo>
                  <a:pt x="69" y="225"/>
                  <a:pt x="58" y="219"/>
                  <a:pt x="52" y="208"/>
                </a:cubicBezTo>
                <a:cubicBezTo>
                  <a:pt x="6" y="129"/>
                  <a:pt x="6" y="129"/>
                  <a:pt x="6" y="129"/>
                </a:cubicBezTo>
                <a:cubicBezTo>
                  <a:pt x="0" y="119"/>
                  <a:pt x="0" y="106"/>
                  <a:pt x="6" y="95"/>
                </a:cubicBezTo>
                <a:cubicBezTo>
                  <a:pt x="52" y="17"/>
                  <a:pt x="52" y="17"/>
                  <a:pt x="52" y="17"/>
                </a:cubicBezTo>
                <a:cubicBezTo>
                  <a:pt x="58" y="6"/>
                  <a:pt x="69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4" y="0"/>
                  <a:pt x="196" y="6"/>
                  <a:pt x="202" y="17"/>
                </a:cubicBezTo>
                <a:cubicBezTo>
                  <a:pt x="247" y="95"/>
                  <a:pt x="247" y="95"/>
                  <a:pt x="247" y="95"/>
                </a:cubicBezTo>
                <a:cubicBezTo>
                  <a:pt x="253" y="106"/>
                  <a:pt x="253" y="119"/>
                  <a:pt x="247" y="129"/>
                </a:cubicBezTo>
                <a:cubicBezTo>
                  <a:pt x="202" y="208"/>
                  <a:pt x="202" y="208"/>
                  <a:pt x="202" y="208"/>
                </a:cubicBezTo>
                <a:cubicBezTo>
                  <a:pt x="196" y="219"/>
                  <a:pt x="184" y="225"/>
                  <a:pt x="172" y="225"/>
                </a:cubicBezTo>
                <a:lnTo>
                  <a:pt x="81" y="22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821"/>
          <p:cNvSpPr>
            <a:spLocks noEditPoints="1"/>
          </p:cNvSpPr>
          <p:nvPr/>
        </p:nvSpPr>
        <p:spPr bwMode="auto">
          <a:xfrm>
            <a:off x="5777622" y="3809355"/>
            <a:ext cx="828675" cy="739775"/>
          </a:xfrm>
          <a:custGeom>
            <a:avLst/>
            <a:gdLst>
              <a:gd name="T0" fmla="*/ 176 w 261"/>
              <a:gd name="T1" fmla="*/ 233 h 233"/>
              <a:gd name="T2" fmla="*/ 85 w 261"/>
              <a:gd name="T3" fmla="*/ 233 h 233"/>
              <a:gd name="T4" fmla="*/ 52 w 261"/>
              <a:gd name="T5" fmla="*/ 214 h 233"/>
              <a:gd name="T6" fmla="*/ 7 w 261"/>
              <a:gd name="T7" fmla="*/ 135 h 233"/>
              <a:gd name="T8" fmla="*/ 7 w 261"/>
              <a:gd name="T9" fmla="*/ 97 h 233"/>
              <a:gd name="T10" fmla="*/ 52 w 261"/>
              <a:gd name="T11" fmla="*/ 19 h 233"/>
              <a:gd name="T12" fmla="*/ 85 w 261"/>
              <a:gd name="T13" fmla="*/ 0 h 233"/>
              <a:gd name="T14" fmla="*/ 176 w 261"/>
              <a:gd name="T15" fmla="*/ 0 h 233"/>
              <a:gd name="T16" fmla="*/ 209 w 261"/>
              <a:gd name="T17" fmla="*/ 19 h 233"/>
              <a:gd name="T18" fmla="*/ 255 w 261"/>
              <a:gd name="T19" fmla="*/ 97 h 233"/>
              <a:gd name="T20" fmla="*/ 255 w 261"/>
              <a:gd name="T21" fmla="*/ 135 h 233"/>
              <a:gd name="T22" fmla="*/ 209 w 261"/>
              <a:gd name="T23" fmla="*/ 214 h 233"/>
              <a:gd name="T24" fmla="*/ 176 w 261"/>
              <a:gd name="T25" fmla="*/ 233 h 233"/>
              <a:gd name="T26" fmla="*/ 85 w 261"/>
              <a:gd name="T27" fmla="*/ 8 h 233"/>
              <a:gd name="T28" fmla="*/ 59 w 261"/>
              <a:gd name="T29" fmla="*/ 23 h 233"/>
              <a:gd name="T30" fmla="*/ 14 w 261"/>
              <a:gd name="T31" fmla="*/ 101 h 233"/>
              <a:gd name="T32" fmla="*/ 14 w 261"/>
              <a:gd name="T33" fmla="*/ 131 h 233"/>
              <a:gd name="T34" fmla="*/ 59 w 261"/>
              <a:gd name="T35" fmla="*/ 210 h 233"/>
              <a:gd name="T36" fmla="*/ 85 w 261"/>
              <a:gd name="T37" fmla="*/ 225 h 233"/>
              <a:gd name="T38" fmla="*/ 176 w 261"/>
              <a:gd name="T39" fmla="*/ 225 h 233"/>
              <a:gd name="T40" fmla="*/ 202 w 261"/>
              <a:gd name="T41" fmla="*/ 210 h 233"/>
              <a:gd name="T42" fmla="*/ 248 w 261"/>
              <a:gd name="T43" fmla="*/ 131 h 233"/>
              <a:gd name="T44" fmla="*/ 248 w 261"/>
              <a:gd name="T45" fmla="*/ 101 h 233"/>
              <a:gd name="T46" fmla="*/ 202 w 261"/>
              <a:gd name="T47" fmla="*/ 23 h 233"/>
              <a:gd name="T48" fmla="*/ 176 w 261"/>
              <a:gd name="T49" fmla="*/ 8 h 233"/>
              <a:gd name="T50" fmla="*/ 85 w 261"/>
              <a:gd name="T51" fmla="*/ 8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1" h="233">
                <a:moveTo>
                  <a:pt x="176" y="233"/>
                </a:moveTo>
                <a:cubicBezTo>
                  <a:pt x="85" y="233"/>
                  <a:pt x="85" y="233"/>
                  <a:pt x="85" y="233"/>
                </a:cubicBezTo>
                <a:cubicBezTo>
                  <a:pt x="72" y="233"/>
                  <a:pt x="59" y="226"/>
                  <a:pt x="52" y="214"/>
                </a:cubicBezTo>
                <a:cubicBezTo>
                  <a:pt x="7" y="135"/>
                  <a:pt x="7" y="135"/>
                  <a:pt x="7" y="135"/>
                </a:cubicBezTo>
                <a:cubicBezTo>
                  <a:pt x="0" y="124"/>
                  <a:pt x="0" y="109"/>
                  <a:pt x="7" y="97"/>
                </a:cubicBezTo>
                <a:cubicBezTo>
                  <a:pt x="52" y="19"/>
                  <a:pt x="52" y="19"/>
                  <a:pt x="52" y="19"/>
                </a:cubicBezTo>
                <a:cubicBezTo>
                  <a:pt x="59" y="7"/>
                  <a:pt x="72" y="0"/>
                  <a:pt x="85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90" y="0"/>
                  <a:pt x="202" y="7"/>
                  <a:pt x="209" y="19"/>
                </a:cubicBezTo>
                <a:cubicBezTo>
                  <a:pt x="255" y="97"/>
                  <a:pt x="255" y="97"/>
                  <a:pt x="255" y="97"/>
                </a:cubicBezTo>
                <a:cubicBezTo>
                  <a:pt x="261" y="109"/>
                  <a:pt x="261" y="124"/>
                  <a:pt x="255" y="135"/>
                </a:cubicBezTo>
                <a:cubicBezTo>
                  <a:pt x="209" y="214"/>
                  <a:pt x="209" y="214"/>
                  <a:pt x="209" y="214"/>
                </a:cubicBezTo>
                <a:cubicBezTo>
                  <a:pt x="202" y="226"/>
                  <a:pt x="190" y="233"/>
                  <a:pt x="176" y="233"/>
                </a:cubicBezTo>
                <a:close/>
                <a:moveTo>
                  <a:pt x="85" y="8"/>
                </a:moveTo>
                <a:cubicBezTo>
                  <a:pt x="74" y="8"/>
                  <a:pt x="64" y="13"/>
                  <a:pt x="59" y="23"/>
                </a:cubicBezTo>
                <a:cubicBezTo>
                  <a:pt x="14" y="101"/>
                  <a:pt x="14" y="101"/>
                  <a:pt x="14" y="101"/>
                </a:cubicBezTo>
                <a:cubicBezTo>
                  <a:pt x="8" y="111"/>
                  <a:pt x="8" y="122"/>
                  <a:pt x="14" y="131"/>
                </a:cubicBezTo>
                <a:cubicBezTo>
                  <a:pt x="59" y="210"/>
                  <a:pt x="59" y="210"/>
                  <a:pt x="59" y="210"/>
                </a:cubicBezTo>
                <a:cubicBezTo>
                  <a:pt x="64" y="220"/>
                  <a:pt x="74" y="225"/>
                  <a:pt x="85" y="225"/>
                </a:cubicBezTo>
                <a:cubicBezTo>
                  <a:pt x="176" y="225"/>
                  <a:pt x="176" y="225"/>
                  <a:pt x="176" y="225"/>
                </a:cubicBezTo>
                <a:cubicBezTo>
                  <a:pt x="187" y="225"/>
                  <a:pt x="197" y="220"/>
                  <a:pt x="202" y="210"/>
                </a:cubicBezTo>
                <a:cubicBezTo>
                  <a:pt x="248" y="131"/>
                  <a:pt x="248" y="131"/>
                  <a:pt x="248" y="131"/>
                </a:cubicBezTo>
                <a:cubicBezTo>
                  <a:pt x="253" y="122"/>
                  <a:pt x="253" y="111"/>
                  <a:pt x="248" y="101"/>
                </a:cubicBezTo>
                <a:cubicBezTo>
                  <a:pt x="202" y="23"/>
                  <a:pt x="202" y="23"/>
                  <a:pt x="202" y="23"/>
                </a:cubicBezTo>
                <a:cubicBezTo>
                  <a:pt x="197" y="13"/>
                  <a:pt x="187" y="8"/>
                  <a:pt x="176" y="8"/>
                </a:cubicBezTo>
                <a:lnTo>
                  <a:pt x="85" y="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822"/>
          <p:cNvSpPr>
            <a:spLocks/>
          </p:cNvSpPr>
          <p:nvPr/>
        </p:nvSpPr>
        <p:spPr bwMode="auto">
          <a:xfrm>
            <a:off x="4967997" y="5244455"/>
            <a:ext cx="803275" cy="717550"/>
          </a:xfrm>
          <a:custGeom>
            <a:avLst/>
            <a:gdLst>
              <a:gd name="T0" fmla="*/ 81 w 253"/>
              <a:gd name="T1" fmla="*/ 226 h 226"/>
              <a:gd name="T2" fmla="*/ 52 w 253"/>
              <a:gd name="T3" fmla="*/ 209 h 226"/>
              <a:gd name="T4" fmla="*/ 6 w 253"/>
              <a:gd name="T5" fmla="*/ 130 h 226"/>
              <a:gd name="T6" fmla="*/ 6 w 253"/>
              <a:gd name="T7" fmla="*/ 96 h 226"/>
              <a:gd name="T8" fmla="*/ 52 w 253"/>
              <a:gd name="T9" fmla="*/ 17 h 226"/>
              <a:gd name="T10" fmla="*/ 81 w 253"/>
              <a:gd name="T11" fmla="*/ 0 h 226"/>
              <a:gd name="T12" fmla="*/ 172 w 253"/>
              <a:gd name="T13" fmla="*/ 0 h 226"/>
              <a:gd name="T14" fmla="*/ 202 w 253"/>
              <a:gd name="T15" fmla="*/ 17 h 226"/>
              <a:gd name="T16" fmla="*/ 247 w 253"/>
              <a:gd name="T17" fmla="*/ 96 h 226"/>
              <a:gd name="T18" fmla="*/ 247 w 253"/>
              <a:gd name="T19" fmla="*/ 130 h 226"/>
              <a:gd name="T20" fmla="*/ 202 w 253"/>
              <a:gd name="T21" fmla="*/ 209 h 226"/>
              <a:gd name="T22" fmla="*/ 172 w 253"/>
              <a:gd name="T23" fmla="*/ 226 h 226"/>
              <a:gd name="T24" fmla="*/ 81 w 253"/>
              <a:gd name="T25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6">
                <a:moveTo>
                  <a:pt x="81" y="226"/>
                </a:moveTo>
                <a:cubicBezTo>
                  <a:pt x="69" y="226"/>
                  <a:pt x="58" y="219"/>
                  <a:pt x="52" y="209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19"/>
                  <a:pt x="0" y="106"/>
                  <a:pt x="6" y="96"/>
                </a:cubicBezTo>
                <a:cubicBezTo>
                  <a:pt x="52" y="17"/>
                  <a:pt x="52" y="17"/>
                  <a:pt x="52" y="17"/>
                </a:cubicBezTo>
                <a:cubicBezTo>
                  <a:pt x="58" y="6"/>
                  <a:pt x="69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5" y="0"/>
                  <a:pt x="196" y="6"/>
                  <a:pt x="202" y="17"/>
                </a:cubicBezTo>
                <a:cubicBezTo>
                  <a:pt x="247" y="96"/>
                  <a:pt x="247" y="96"/>
                  <a:pt x="247" y="96"/>
                </a:cubicBezTo>
                <a:cubicBezTo>
                  <a:pt x="253" y="106"/>
                  <a:pt x="253" y="119"/>
                  <a:pt x="247" y="130"/>
                </a:cubicBezTo>
                <a:cubicBezTo>
                  <a:pt x="202" y="209"/>
                  <a:pt x="202" y="209"/>
                  <a:pt x="202" y="209"/>
                </a:cubicBezTo>
                <a:cubicBezTo>
                  <a:pt x="196" y="219"/>
                  <a:pt x="185" y="226"/>
                  <a:pt x="172" y="226"/>
                </a:cubicBezTo>
                <a:lnTo>
                  <a:pt x="81" y="2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823"/>
          <p:cNvSpPr>
            <a:spLocks noEditPoints="1"/>
          </p:cNvSpPr>
          <p:nvPr/>
        </p:nvSpPr>
        <p:spPr bwMode="auto">
          <a:xfrm>
            <a:off x="4955297" y="5231755"/>
            <a:ext cx="831850" cy="742950"/>
          </a:xfrm>
          <a:custGeom>
            <a:avLst/>
            <a:gdLst>
              <a:gd name="T0" fmla="*/ 176 w 262"/>
              <a:gd name="T1" fmla="*/ 234 h 234"/>
              <a:gd name="T2" fmla="*/ 85 w 262"/>
              <a:gd name="T3" fmla="*/ 234 h 234"/>
              <a:gd name="T4" fmla="*/ 52 w 262"/>
              <a:gd name="T5" fmla="*/ 215 h 234"/>
              <a:gd name="T6" fmla="*/ 7 w 262"/>
              <a:gd name="T7" fmla="*/ 136 h 234"/>
              <a:gd name="T8" fmla="*/ 7 w 262"/>
              <a:gd name="T9" fmla="*/ 98 h 234"/>
              <a:gd name="T10" fmla="*/ 52 w 262"/>
              <a:gd name="T11" fmla="*/ 19 h 234"/>
              <a:gd name="T12" fmla="*/ 85 w 262"/>
              <a:gd name="T13" fmla="*/ 0 h 234"/>
              <a:gd name="T14" fmla="*/ 176 w 262"/>
              <a:gd name="T15" fmla="*/ 0 h 234"/>
              <a:gd name="T16" fmla="*/ 209 w 262"/>
              <a:gd name="T17" fmla="*/ 19 h 234"/>
              <a:gd name="T18" fmla="*/ 255 w 262"/>
              <a:gd name="T19" fmla="*/ 98 h 234"/>
              <a:gd name="T20" fmla="*/ 255 w 262"/>
              <a:gd name="T21" fmla="*/ 136 h 234"/>
              <a:gd name="T22" fmla="*/ 209 w 262"/>
              <a:gd name="T23" fmla="*/ 215 h 234"/>
              <a:gd name="T24" fmla="*/ 176 w 262"/>
              <a:gd name="T25" fmla="*/ 234 h 234"/>
              <a:gd name="T26" fmla="*/ 85 w 262"/>
              <a:gd name="T27" fmla="*/ 8 h 234"/>
              <a:gd name="T28" fmla="*/ 59 w 262"/>
              <a:gd name="T29" fmla="*/ 23 h 234"/>
              <a:gd name="T30" fmla="*/ 14 w 262"/>
              <a:gd name="T31" fmla="*/ 102 h 234"/>
              <a:gd name="T32" fmla="*/ 14 w 262"/>
              <a:gd name="T33" fmla="*/ 132 h 234"/>
              <a:gd name="T34" fmla="*/ 59 w 262"/>
              <a:gd name="T35" fmla="*/ 211 h 234"/>
              <a:gd name="T36" fmla="*/ 85 w 262"/>
              <a:gd name="T37" fmla="*/ 226 h 234"/>
              <a:gd name="T38" fmla="*/ 176 w 262"/>
              <a:gd name="T39" fmla="*/ 226 h 234"/>
              <a:gd name="T40" fmla="*/ 202 w 262"/>
              <a:gd name="T41" fmla="*/ 211 h 234"/>
              <a:gd name="T42" fmla="*/ 248 w 262"/>
              <a:gd name="T43" fmla="*/ 132 h 234"/>
              <a:gd name="T44" fmla="*/ 248 w 262"/>
              <a:gd name="T45" fmla="*/ 102 h 234"/>
              <a:gd name="T46" fmla="*/ 202 w 262"/>
              <a:gd name="T47" fmla="*/ 23 h 234"/>
              <a:gd name="T48" fmla="*/ 176 w 262"/>
              <a:gd name="T49" fmla="*/ 8 h 234"/>
              <a:gd name="T50" fmla="*/ 85 w 262"/>
              <a:gd name="T51" fmla="*/ 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2" h="234">
                <a:moveTo>
                  <a:pt x="176" y="234"/>
                </a:moveTo>
                <a:cubicBezTo>
                  <a:pt x="85" y="234"/>
                  <a:pt x="85" y="234"/>
                  <a:pt x="85" y="234"/>
                </a:cubicBezTo>
                <a:cubicBezTo>
                  <a:pt x="72" y="234"/>
                  <a:pt x="59" y="226"/>
                  <a:pt x="52" y="215"/>
                </a:cubicBezTo>
                <a:cubicBezTo>
                  <a:pt x="7" y="136"/>
                  <a:pt x="7" y="136"/>
                  <a:pt x="7" y="136"/>
                </a:cubicBezTo>
                <a:cubicBezTo>
                  <a:pt x="0" y="124"/>
                  <a:pt x="0" y="109"/>
                  <a:pt x="7" y="98"/>
                </a:cubicBezTo>
                <a:cubicBezTo>
                  <a:pt x="52" y="19"/>
                  <a:pt x="52" y="19"/>
                  <a:pt x="52" y="19"/>
                </a:cubicBezTo>
                <a:cubicBezTo>
                  <a:pt x="59" y="7"/>
                  <a:pt x="72" y="0"/>
                  <a:pt x="85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90" y="0"/>
                  <a:pt x="203" y="7"/>
                  <a:pt x="209" y="19"/>
                </a:cubicBezTo>
                <a:cubicBezTo>
                  <a:pt x="255" y="98"/>
                  <a:pt x="255" y="98"/>
                  <a:pt x="255" y="98"/>
                </a:cubicBezTo>
                <a:cubicBezTo>
                  <a:pt x="262" y="109"/>
                  <a:pt x="262" y="124"/>
                  <a:pt x="255" y="136"/>
                </a:cubicBezTo>
                <a:cubicBezTo>
                  <a:pt x="209" y="215"/>
                  <a:pt x="209" y="215"/>
                  <a:pt x="209" y="215"/>
                </a:cubicBezTo>
                <a:cubicBezTo>
                  <a:pt x="203" y="226"/>
                  <a:pt x="190" y="234"/>
                  <a:pt x="176" y="234"/>
                </a:cubicBezTo>
                <a:close/>
                <a:moveTo>
                  <a:pt x="85" y="8"/>
                </a:moveTo>
                <a:cubicBezTo>
                  <a:pt x="75" y="8"/>
                  <a:pt x="65" y="14"/>
                  <a:pt x="59" y="23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8" y="111"/>
                  <a:pt x="8" y="122"/>
                  <a:pt x="14" y="132"/>
                </a:cubicBezTo>
                <a:cubicBezTo>
                  <a:pt x="59" y="211"/>
                  <a:pt x="59" y="211"/>
                  <a:pt x="59" y="211"/>
                </a:cubicBezTo>
                <a:cubicBezTo>
                  <a:pt x="65" y="220"/>
                  <a:pt x="75" y="226"/>
                  <a:pt x="85" y="226"/>
                </a:cubicBezTo>
                <a:cubicBezTo>
                  <a:pt x="176" y="226"/>
                  <a:pt x="176" y="226"/>
                  <a:pt x="176" y="226"/>
                </a:cubicBezTo>
                <a:cubicBezTo>
                  <a:pt x="187" y="226"/>
                  <a:pt x="197" y="220"/>
                  <a:pt x="202" y="211"/>
                </a:cubicBezTo>
                <a:cubicBezTo>
                  <a:pt x="248" y="132"/>
                  <a:pt x="248" y="132"/>
                  <a:pt x="248" y="132"/>
                </a:cubicBezTo>
                <a:cubicBezTo>
                  <a:pt x="253" y="122"/>
                  <a:pt x="253" y="111"/>
                  <a:pt x="248" y="102"/>
                </a:cubicBezTo>
                <a:cubicBezTo>
                  <a:pt x="202" y="23"/>
                  <a:pt x="202" y="23"/>
                  <a:pt x="202" y="23"/>
                </a:cubicBezTo>
                <a:cubicBezTo>
                  <a:pt x="197" y="14"/>
                  <a:pt x="187" y="8"/>
                  <a:pt x="176" y="8"/>
                </a:cubicBezTo>
                <a:lnTo>
                  <a:pt x="85" y="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824"/>
          <p:cNvSpPr>
            <a:spLocks/>
          </p:cNvSpPr>
          <p:nvPr/>
        </p:nvSpPr>
        <p:spPr bwMode="auto">
          <a:xfrm>
            <a:off x="3326522" y="5244455"/>
            <a:ext cx="803275" cy="717550"/>
          </a:xfrm>
          <a:custGeom>
            <a:avLst/>
            <a:gdLst>
              <a:gd name="T0" fmla="*/ 81 w 253"/>
              <a:gd name="T1" fmla="*/ 226 h 226"/>
              <a:gd name="T2" fmla="*/ 51 w 253"/>
              <a:gd name="T3" fmla="*/ 209 h 226"/>
              <a:gd name="T4" fmla="*/ 6 w 253"/>
              <a:gd name="T5" fmla="*/ 130 h 226"/>
              <a:gd name="T6" fmla="*/ 6 w 253"/>
              <a:gd name="T7" fmla="*/ 96 h 226"/>
              <a:gd name="T8" fmla="*/ 51 w 253"/>
              <a:gd name="T9" fmla="*/ 17 h 226"/>
              <a:gd name="T10" fmla="*/ 81 w 253"/>
              <a:gd name="T11" fmla="*/ 0 h 226"/>
              <a:gd name="T12" fmla="*/ 172 w 253"/>
              <a:gd name="T13" fmla="*/ 0 h 226"/>
              <a:gd name="T14" fmla="*/ 201 w 253"/>
              <a:gd name="T15" fmla="*/ 17 h 226"/>
              <a:gd name="T16" fmla="*/ 247 w 253"/>
              <a:gd name="T17" fmla="*/ 96 h 226"/>
              <a:gd name="T18" fmla="*/ 247 w 253"/>
              <a:gd name="T19" fmla="*/ 130 h 226"/>
              <a:gd name="T20" fmla="*/ 201 w 253"/>
              <a:gd name="T21" fmla="*/ 209 h 226"/>
              <a:gd name="T22" fmla="*/ 172 w 253"/>
              <a:gd name="T23" fmla="*/ 226 h 226"/>
              <a:gd name="T24" fmla="*/ 81 w 253"/>
              <a:gd name="T25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6">
                <a:moveTo>
                  <a:pt x="81" y="226"/>
                </a:moveTo>
                <a:cubicBezTo>
                  <a:pt x="68" y="226"/>
                  <a:pt x="57" y="219"/>
                  <a:pt x="51" y="209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19"/>
                  <a:pt x="0" y="106"/>
                  <a:pt x="6" y="96"/>
                </a:cubicBezTo>
                <a:cubicBezTo>
                  <a:pt x="51" y="17"/>
                  <a:pt x="51" y="17"/>
                  <a:pt x="51" y="17"/>
                </a:cubicBezTo>
                <a:cubicBezTo>
                  <a:pt x="57" y="6"/>
                  <a:pt x="68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4" y="0"/>
                  <a:pt x="195" y="6"/>
                  <a:pt x="201" y="17"/>
                </a:cubicBezTo>
                <a:cubicBezTo>
                  <a:pt x="247" y="96"/>
                  <a:pt x="247" y="96"/>
                  <a:pt x="247" y="96"/>
                </a:cubicBezTo>
                <a:cubicBezTo>
                  <a:pt x="253" y="106"/>
                  <a:pt x="253" y="119"/>
                  <a:pt x="247" y="130"/>
                </a:cubicBezTo>
                <a:cubicBezTo>
                  <a:pt x="201" y="209"/>
                  <a:pt x="201" y="209"/>
                  <a:pt x="201" y="209"/>
                </a:cubicBezTo>
                <a:cubicBezTo>
                  <a:pt x="195" y="219"/>
                  <a:pt x="184" y="226"/>
                  <a:pt x="172" y="226"/>
                </a:cubicBezTo>
                <a:lnTo>
                  <a:pt x="81" y="2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825"/>
          <p:cNvSpPr>
            <a:spLocks noEditPoints="1"/>
          </p:cNvSpPr>
          <p:nvPr/>
        </p:nvSpPr>
        <p:spPr bwMode="auto">
          <a:xfrm>
            <a:off x="3310647" y="5231755"/>
            <a:ext cx="831850" cy="742950"/>
          </a:xfrm>
          <a:custGeom>
            <a:avLst/>
            <a:gdLst>
              <a:gd name="T0" fmla="*/ 177 w 262"/>
              <a:gd name="T1" fmla="*/ 234 h 234"/>
              <a:gd name="T2" fmla="*/ 86 w 262"/>
              <a:gd name="T3" fmla="*/ 234 h 234"/>
              <a:gd name="T4" fmla="*/ 53 w 262"/>
              <a:gd name="T5" fmla="*/ 215 h 234"/>
              <a:gd name="T6" fmla="*/ 7 w 262"/>
              <a:gd name="T7" fmla="*/ 136 h 234"/>
              <a:gd name="T8" fmla="*/ 7 w 262"/>
              <a:gd name="T9" fmla="*/ 98 h 234"/>
              <a:gd name="T10" fmla="*/ 53 w 262"/>
              <a:gd name="T11" fmla="*/ 19 h 234"/>
              <a:gd name="T12" fmla="*/ 86 w 262"/>
              <a:gd name="T13" fmla="*/ 0 h 234"/>
              <a:gd name="T14" fmla="*/ 177 w 262"/>
              <a:gd name="T15" fmla="*/ 0 h 234"/>
              <a:gd name="T16" fmla="*/ 210 w 262"/>
              <a:gd name="T17" fmla="*/ 19 h 234"/>
              <a:gd name="T18" fmla="*/ 255 w 262"/>
              <a:gd name="T19" fmla="*/ 98 h 234"/>
              <a:gd name="T20" fmla="*/ 255 w 262"/>
              <a:gd name="T21" fmla="*/ 136 h 234"/>
              <a:gd name="T22" fmla="*/ 210 w 262"/>
              <a:gd name="T23" fmla="*/ 215 h 234"/>
              <a:gd name="T24" fmla="*/ 177 w 262"/>
              <a:gd name="T25" fmla="*/ 234 h 234"/>
              <a:gd name="T26" fmla="*/ 86 w 262"/>
              <a:gd name="T27" fmla="*/ 8 h 234"/>
              <a:gd name="T28" fmla="*/ 60 w 262"/>
              <a:gd name="T29" fmla="*/ 23 h 234"/>
              <a:gd name="T30" fmla="*/ 14 w 262"/>
              <a:gd name="T31" fmla="*/ 102 h 234"/>
              <a:gd name="T32" fmla="*/ 14 w 262"/>
              <a:gd name="T33" fmla="*/ 132 h 234"/>
              <a:gd name="T34" fmla="*/ 60 w 262"/>
              <a:gd name="T35" fmla="*/ 211 h 234"/>
              <a:gd name="T36" fmla="*/ 86 w 262"/>
              <a:gd name="T37" fmla="*/ 226 h 234"/>
              <a:gd name="T38" fmla="*/ 177 w 262"/>
              <a:gd name="T39" fmla="*/ 226 h 234"/>
              <a:gd name="T40" fmla="*/ 203 w 262"/>
              <a:gd name="T41" fmla="*/ 211 h 234"/>
              <a:gd name="T42" fmla="*/ 248 w 262"/>
              <a:gd name="T43" fmla="*/ 132 h 234"/>
              <a:gd name="T44" fmla="*/ 248 w 262"/>
              <a:gd name="T45" fmla="*/ 102 h 234"/>
              <a:gd name="T46" fmla="*/ 203 w 262"/>
              <a:gd name="T47" fmla="*/ 23 h 234"/>
              <a:gd name="T48" fmla="*/ 177 w 262"/>
              <a:gd name="T49" fmla="*/ 8 h 234"/>
              <a:gd name="T50" fmla="*/ 86 w 262"/>
              <a:gd name="T51" fmla="*/ 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2" h="234">
                <a:moveTo>
                  <a:pt x="177" y="234"/>
                </a:moveTo>
                <a:cubicBezTo>
                  <a:pt x="86" y="234"/>
                  <a:pt x="86" y="234"/>
                  <a:pt x="86" y="234"/>
                </a:cubicBezTo>
                <a:cubicBezTo>
                  <a:pt x="72" y="234"/>
                  <a:pt x="59" y="226"/>
                  <a:pt x="53" y="215"/>
                </a:cubicBezTo>
                <a:cubicBezTo>
                  <a:pt x="7" y="136"/>
                  <a:pt x="7" y="136"/>
                  <a:pt x="7" y="136"/>
                </a:cubicBezTo>
                <a:cubicBezTo>
                  <a:pt x="0" y="124"/>
                  <a:pt x="0" y="109"/>
                  <a:pt x="7" y="98"/>
                </a:cubicBezTo>
                <a:cubicBezTo>
                  <a:pt x="53" y="19"/>
                  <a:pt x="53" y="19"/>
                  <a:pt x="53" y="19"/>
                </a:cubicBezTo>
                <a:cubicBezTo>
                  <a:pt x="59" y="7"/>
                  <a:pt x="72" y="0"/>
                  <a:pt x="86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90" y="0"/>
                  <a:pt x="203" y="7"/>
                  <a:pt x="210" y="19"/>
                </a:cubicBezTo>
                <a:cubicBezTo>
                  <a:pt x="255" y="98"/>
                  <a:pt x="255" y="98"/>
                  <a:pt x="255" y="98"/>
                </a:cubicBezTo>
                <a:cubicBezTo>
                  <a:pt x="262" y="109"/>
                  <a:pt x="262" y="124"/>
                  <a:pt x="255" y="136"/>
                </a:cubicBezTo>
                <a:cubicBezTo>
                  <a:pt x="210" y="215"/>
                  <a:pt x="210" y="215"/>
                  <a:pt x="210" y="215"/>
                </a:cubicBezTo>
                <a:cubicBezTo>
                  <a:pt x="203" y="226"/>
                  <a:pt x="190" y="234"/>
                  <a:pt x="177" y="234"/>
                </a:cubicBezTo>
                <a:close/>
                <a:moveTo>
                  <a:pt x="86" y="8"/>
                </a:moveTo>
                <a:cubicBezTo>
                  <a:pt x="75" y="8"/>
                  <a:pt x="65" y="14"/>
                  <a:pt x="60" y="23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9" y="111"/>
                  <a:pt x="9" y="122"/>
                  <a:pt x="14" y="132"/>
                </a:cubicBezTo>
                <a:cubicBezTo>
                  <a:pt x="60" y="211"/>
                  <a:pt x="60" y="211"/>
                  <a:pt x="60" y="211"/>
                </a:cubicBezTo>
                <a:cubicBezTo>
                  <a:pt x="65" y="220"/>
                  <a:pt x="75" y="226"/>
                  <a:pt x="86" y="226"/>
                </a:cubicBezTo>
                <a:cubicBezTo>
                  <a:pt x="177" y="226"/>
                  <a:pt x="177" y="226"/>
                  <a:pt x="177" y="226"/>
                </a:cubicBezTo>
                <a:cubicBezTo>
                  <a:pt x="187" y="226"/>
                  <a:pt x="197" y="220"/>
                  <a:pt x="203" y="211"/>
                </a:cubicBezTo>
                <a:cubicBezTo>
                  <a:pt x="248" y="132"/>
                  <a:pt x="248" y="132"/>
                  <a:pt x="248" y="132"/>
                </a:cubicBezTo>
                <a:cubicBezTo>
                  <a:pt x="254" y="122"/>
                  <a:pt x="254" y="111"/>
                  <a:pt x="248" y="102"/>
                </a:cubicBezTo>
                <a:cubicBezTo>
                  <a:pt x="203" y="23"/>
                  <a:pt x="203" y="23"/>
                  <a:pt x="203" y="23"/>
                </a:cubicBezTo>
                <a:cubicBezTo>
                  <a:pt x="197" y="14"/>
                  <a:pt x="187" y="8"/>
                  <a:pt x="177" y="8"/>
                </a:cubicBezTo>
                <a:lnTo>
                  <a:pt x="86" y="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826"/>
          <p:cNvSpPr>
            <a:spLocks/>
          </p:cNvSpPr>
          <p:nvPr/>
        </p:nvSpPr>
        <p:spPr bwMode="auto">
          <a:xfrm>
            <a:off x="4967997" y="2396480"/>
            <a:ext cx="803275" cy="717550"/>
          </a:xfrm>
          <a:custGeom>
            <a:avLst/>
            <a:gdLst>
              <a:gd name="T0" fmla="*/ 81 w 253"/>
              <a:gd name="T1" fmla="*/ 226 h 226"/>
              <a:gd name="T2" fmla="*/ 52 w 253"/>
              <a:gd name="T3" fmla="*/ 209 h 226"/>
              <a:gd name="T4" fmla="*/ 6 w 253"/>
              <a:gd name="T5" fmla="*/ 130 h 226"/>
              <a:gd name="T6" fmla="*/ 6 w 253"/>
              <a:gd name="T7" fmla="*/ 96 h 226"/>
              <a:gd name="T8" fmla="*/ 52 w 253"/>
              <a:gd name="T9" fmla="*/ 17 h 226"/>
              <a:gd name="T10" fmla="*/ 81 w 253"/>
              <a:gd name="T11" fmla="*/ 0 h 226"/>
              <a:gd name="T12" fmla="*/ 172 w 253"/>
              <a:gd name="T13" fmla="*/ 0 h 226"/>
              <a:gd name="T14" fmla="*/ 202 w 253"/>
              <a:gd name="T15" fmla="*/ 17 h 226"/>
              <a:gd name="T16" fmla="*/ 247 w 253"/>
              <a:gd name="T17" fmla="*/ 96 h 226"/>
              <a:gd name="T18" fmla="*/ 247 w 253"/>
              <a:gd name="T19" fmla="*/ 130 h 226"/>
              <a:gd name="T20" fmla="*/ 202 w 253"/>
              <a:gd name="T21" fmla="*/ 209 h 226"/>
              <a:gd name="T22" fmla="*/ 172 w 253"/>
              <a:gd name="T23" fmla="*/ 226 h 226"/>
              <a:gd name="T24" fmla="*/ 81 w 253"/>
              <a:gd name="T25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6">
                <a:moveTo>
                  <a:pt x="81" y="226"/>
                </a:moveTo>
                <a:cubicBezTo>
                  <a:pt x="69" y="226"/>
                  <a:pt x="58" y="220"/>
                  <a:pt x="52" y="209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20"/>
                  <a:pt x="0" y="107"/>
                  <a:pt x="6" y="96"/>
                </a:cubicBezTo>
                <a:cubicBezTo>
                  <a:pt x="52" y="17"/>
                  <a:pt x="52" y="17"/>
                  <a:pt x="52" y="17"/>
                </a:cubicBezTo>
                <a:cubicBezTo>
                  <a:pt x="58" y="7"/>
                  <a:pt x="69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5" y="0"/>
                  <a:pt x="196" y="7"/>
                  <a:pt x="202" y="17"/>
                </a:cubicBezTo>
                <a:cubicBezTo>
                  <a:pt x="247" y="96"/>
                  <a:pt x="247" y="96"/>
                  <a:pt x="247" y="96"/>
                </a:cubicBezTo>
                <a:cubicBezTo>
                  <a:pt x="253" y="107"/>
                  <a:pt x="253" y="120"/>
                  <a:pt x="247" y="130"/>
                </a:cubicBezTo>
                <a:cubicBezTo>
                  <a:pt x="202" y="209"/>
                  <a:pt x="202" y="209"/>
                  <a:pt x="202" y="209"/>
                </a:cubicBezTo>
                <a:cubicBezTo>
                  <a:pt x="196" y="220"/>
                  <a:pt x="185" y="226"/>
                  <a:pt x="172" y="226"/>
                </a:cubicBezTo>
                <a:lnTo>
                  <a:pt x="81" y="2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Freeform 827"/>
          <p:cNvSpPr>
            <a:spLocks noEditPoints="1"/>
          </p:cNvSpPr>
          <p:nvPr/>
        </p:nvSpPr>
        <p:spPr bwMode="auto">
          <a:xfrm>
            <a:off x="4955297" y="2383780"/>
            <a:ext cx="831850" cy="742950"/>
          </a:xfrm>
          <a:custGeom>
            <a:avLst/>
            <a:gdLst>
              <a:gd name="T0" fmla="*/ 176 w 262"/>
              <a:gd name="T1" fmla="*/ 234 h 234"/>
              <a:gd name="T2" fmla="*/ 85 w 262"/>
              <a:gd name="T3" fmla="*/ 234 h 234"/>
              <a:gd name="T4" fmla="*/ 52 w 262"/>
              <a:gd name="T5" fmla="*/ 215 h 234"/>
              <a:gd name="T6" fmla="*/ 7 w 262"/>
              <a:gd name="T7" fmla="*/ 136 h 234"/>
              <a:gd name="T8" fmla="*/ 7 w 262"/>
              <a:gd name="T9" fmla="*/ 98 h 234"/>
              <a:gd name="T10" fmla="*/ 52 w 262"/>
              <a:gd name="T11" fmla="*/ 19 h 234"/>
              <a:gd name="T12" fmla="*/ 85 w 262"/>
              <a:gd name="T13" fmla="*/ 0 h 234"/>
              <a:gd name="T14" fmla="*/ 176 w 262"/>
              <a:gd name="T15" fmla="*/ 0 h 234"/>
              <a:gd name="T16" fmla="*/ 209 w 262"/>
              <a:gd name="T17" fmla="*/ 19 h 234"/>
              <a:gd name="T18" fmla="*/ 255 w 262"/>
              <a:gd name="T19" fmla="*/ 98 h 234"/>
              <a:gd name="T20" fmla="*/ 255 w 262"/>
              <a:gd name="T21" fmla="*/ 136 h 234"/>
              <a:gd name="T22" fmla="*/ 209 w 262"/>
              <a:gd name="T23" fmla="*/ 215 h 234"/>
              <a:gd name="T24" fmla="*/ 176 w 262"/>
              <a:gd name="T25" fmla="*/ 234 h 234"/>
              <a:gd name="T26" fmla="*/ 85 w 262"/>
              <a:gd name="T27" fmla="*/ 8 h 234"/>
              <a:gd name="T28" fmla="*/ 59 w 262"/>
              <a:gd name="T29" fmla="*/ 23 h 234"/>
              <a:gd name="T30" fmla="*/ 14 w 262"/>
              <a:gd name="T31" fmla="*/ 102 h 234"/>
              <a:gd name="T32" fmla="*/ 14 w 262"/>
              <a:gd name="T33" fmla="*/ 132 h 234"/>
              <a:gd name="T34" fmla="*/ 59 w 262"/>
              <a:gd name="T35" fmla="*/ 211 h 234"/>
              <a:gd name="T36" fmla="*/ 85 w 262"/>
              <a:gd name="T37" fmla="*/ 226 h 234"/>
              <a:gd name="T38" fmla="*/ 176 w 262"/>
              <a:gd name="T39" fmla="*/ 226 h 234"/>
              <a:gd name="T40" fmla="*/ 202 w 262"/>
              <a:gd name="T41" fmla="*/ 211 h 234"/>
              <a:gd name="T42" fmla="*/ 248 w 262"/>
              <a:gd name="T43" fmla="*/ 132 h 234"/>
              <a:gd name="T44" fmla="*/ 248 w 262"/>
              <a:gd name="T45" fmla="*/ 102 h 234"/>
              <a:gd name="T46" fmla="*/ 202 w 262"/>
              <a:gd name="T47" fmla="*/ 23 h 234"/>
              <a:gd name="T48" fmla="*/ 176 w 262"/>
              <a:gd name="T49" fmla="*/ 8 h 234"/>
              <a:gd name="T50" fmla="*/ 85 w 262"/>
              <a:gd name="T51" fmla="*/ 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2" h="234">
                <a:moveTo>
                  <a:pt x="176" y="234"/>
                </a:moveTo>
                <a:cubicBezTo>
                  <a:pt x="85" y="234"/>
                  <a:pt x="85" y="234"/>
                  <a:pt x="85" y="234"/>
                </a:cubicBezTo>
                <a:cubicBezTo>
                  <a:pt x="72" y="234"/>
                  <a:pt x="59" y="227"/>
                  <a:pt x="52" y="215"/>
                </a:cubicBezTo>
                <a:cubicBezTo>
                  <a:pt x="7" y="136"/>
                  <a:pt x="7" y="136"/>
                  <a:pt x="7" y="136"/>
                </a:cubicBezTo>
                <a:cubicBezTo>
                  <a:pt x="0" y="124"/>
                  <a:pt x="0" y="110"/>
                  <a:pt x="7" y="98"/>
                </a:cubicBezTo>
                <a:cubicBezTo>
                  <a:pt x="52" y="19"/>
                  <a:pt x="52" y="19"/>
                  <a:pt x="52" y="19"/>
                </a:cubicBezTo>
                <a:cubicBezTo>
                  <a:pt x="59" y="8"/>
                  <a:pt x="72" y="0"/>
                  <a:pt x="85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90" y="0"/>
                  <a:pt x="203" y="8"/>
                  <a:pt x="209" y="19"/>
                </a:cubicBezTo>
                <a:cubicBezTo>
                  <a:pt x="255" y="98"/>
                  <a:pt x="255" y="98"/>
                  <a:pt x="255" y="98"/>
                </a:cubicBezTo>
                <a:cubicBezTo>
                  <a:pt x="262" y="110"/>
                  <a:pt x="262" y="124"/>
                  <a:pt x="255" y="136"/>
                </a:cubicBezTo>
                <a:cubicBezTo>
                  <a:pt x="209" y="215"/>
                  <a:pt x="209" y="215"/>
                  <a:pt x="209" y="215"/>
                </a:cubicBezTo>
                <a:cubicBezTo>
                  <a:pt x="203" y="227"/>
                  <a:pt x="190" y="234"/>
                  <a:pt x="176" y="234"/>
                </a:cubicBezTo>
                <a:close/>
                <a:moveTo>
                  <a:pt x="85" y="8"/>
                </a:moveTo>
                <a:cubicBezTo>
                  <a:pt x="75" y="8"/>
                  <a:pt x="65" y="14"/>
                  <a:pt x="59" y="23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8" y="111"/>
                  <a:pt x="8" y="123"/>
                  <a:pt x="14" y="132"/>
                </a:cubicBezTo>
                <a:cubicBezTo>
                  <a:pt x="59" y="211"/>
                  <a:pt x="59" y="211"/>
                  <a:pt x="59" y="211"/>
                </a:cubicBezTo>
                <a:cubicBezTo>
                  <a:pt x="65" y="220"/>
                  <a:pt x="75" y="226"/>
                  <a:pt x="85" y="226"/>
                </a:cubicBezTo>
                <a:cubicBezTo>
                  <a:pt x="176" y="226"/>
                  <a:pt x="176" y="226"/>
                  <a:pt x="176" y="226"/>
                </a:cubicBezTo>
                <a:cubicBezTo>
                  <a:pt x="187" y="226"/>
                  <a:pt x="197" y="220"/>
                  <a:pt x="202" y="211"/>
                </a:cubicBezTo>
                <a:cubicBezTo>
                  <a:pt x="248" y="132"/>
                  <a:pt x="248" y="132"/>
                  <a:pt x="248" y="132"/>
                </a:cubicBezTo>
                <a:cubicBezTo>
                  <a:pt x="253" y="123"/>
                  <a:pt x="253" y="111"/>
                  <a:pt x="248" y="102"/>
                </a:cubicBezTo>
                <a:cubicBezTo>
                  <a:pt x="202" y="23"/>
                  <a:pt x="202" y="23"/>
                  <a:pt x="202" y="23"/>
                </a:cubicBezTo>
                <a:cubicBezTo>
                  <a:pt x="197" y="14"/>
                  <a:pt x="187" y="8"/>
                  <a:pt x="176" y="8"/>
                </a:cubicBezTo>
                <a:lnTo>
                  <a:pt x="85" y="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828"/>
          <p:cNvSpPr>
            <a:spLocks/>
          </p:cNvSpPr>
          <p:nvPr/>
        </p:nvSpPr>
        <p:spPr bwMode="auto">
          <a:xfrm>
            <a:off x="3326522" y="2396480"/>
            <a:ext cx="803275" cy="717550"/>
          </a:xfrm>
          <a:custGeom>
            <a:avLst/>
            <a:gdLst>
              <a:gd name="T0" fmla="*/ 81 w 253"/>
              <a:gd name="T1" fmla="*/ 226 h 226"/>
              <a:gd name="T2" fmla="*/ 51 w 253"/>
              <a:gd name="T3" fmla="*/ 209 h 226"/>
              <a:gd name="T4" fmla="*/ 6 w 253"/>
              <a:gd name="T5" fmla="*/ 130 h 226"/>
              <a:gd name="T6" fmla="*/ 6 w 253"/>
              <a:gd name="T7" fmla="*/ 96 h 226"/>
              <a:gd name="T8" fmla="*/ 51 w 253"/>
              <a:gd name="T9" fmla="*/ 17 h 226"/>
              <a:gd name="T10" fmla="*/ 81 w 253"/>
              <a:gd name="T11" fmla="*/ 0 h 226"/>
              <a:gd name="T12" fmla="*/ 172 w 253"/>
              <a:gd name="T13" fmla="*/ 0 h 226"/>
              <a:gd name="T14" fmla="*/ 201 w 253"/>
              <a:gd name="T15" fmla="*/ 17 h 226"/>
              <a:gd name="T16" fmla="*/ 247 w 253"/>
              <a:gd name="T17" fmla="*/ 96 h 226"/>
              <a:gd name="T18" fmla="*/ 247 w 253"/>
              <a:gd name="T19" fmla="*/ 130 h 226"/>
              <a:gd name="T20" fmla="*/ 201 w 253"/>
              <a:gd name="T21" fmla="*/ 209 h 226"/>
              <a:gd name="T22" fmla="*/ 172 w 253"/>
              <a:gd name="T23" fmla="*/ 226 h 226"/>
              <a:gd name="T24" fmla="*/ 81 w 253"/>
              <a:gd name="T25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3" h="226">
                <a:moveTo>
                  <a:pt x="81" y="226"/>
                </a:moveTo>
                <a:cubicBezTo>
                  <a:pt x="68" y="226"/>
                  <a:pt x="57" y="220"/>
                  <a:pt x="51" y="209"/>
                </a:cubicBezTo>
                <a:cubicBezTo>
                  <a:pt x="6" y="130"/>
                  <a:pt x="6" y="130"/>
                  <a:pt x="6" y="130"/>
                </a:cubicBezTo>
                <a:cubicBezTo>
                  <a:pt x="0" y="120"/>
                  <a:pt x="0" y="107"/>
                  <a:pt x="6" y="96"/>
                </a:cubicBezTo>
                <a:cubicBezTo>
                  <a:pt x="51" y="17"/>
                  <a:pt x="51" y="17"/>
                  <a:pt x="51" y="17"/>
                </a:cubicBezTo>
                <a:cubicBezTo>
                  <a:pt x="57" y="7"/>
                  <a:pt x="68" y="0"/>
                  <a:pt x="81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84" y="0"/>
                  <a:pt x="195" y="7"/>
                  <a:pt x="201" y="17"/>
                </a:cubicBezTo>
                <a:cubicBezTo>
                  <a:pt x="247" y="96"/>
                  <a:pt x="247" y="96"/>
                  <a:pt x="247" y="96"/>
                </a:cubicBezTo>
                <a:cubicBezTo>
                  <a:pt x="253" y="107"/>
                  <a:pt x="253" y="120"/>
                  <a:pt x="247" y="130"/>
                </a:cubicBezTo>
                <a:cubicBezTo>
                  <a:pt x="201" y="209"/>
                  <a:pt x="201" y="209"/>
                  <a:pt x="201" y="209"/>
                </a:cubicBezTo>
                <a:cubicBezTo>
                  <a:pt x="195" y="220"/>
                  <a:pt x="184" y="226"/>
                  <a:pt x="172" y="226"/>
                </a:cubicBezTo>
                <a:lnTo>
                  <a:pt x="81" y="2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Freeform 829"/>
          <p:cNvSpPr>
            <a:spLocks noEditPoints="1"/>
          </p:cNvSpPr>
          <p:nvPr/>
        </p:nvSpPr>
        <p:spPr bwMode="auto">
          <a:xfrm>
            <a:off x="3310647" y="2383780"/>
            <a:ext cx="831850" cy="742950"/>
          </a:xfrm>
          <a:custGeom>
            <a:avLst/>
            <a:gdLst>
              <a:gd name="T0" fmla="*/ 177 w 262"/>
              <a:gd name="T1" fmla="*/ 234 h 234"/>
              <a:gd name="T2" fmla="*/ 86 w 262"/>
              <a:gd name="T3" fmla="*/ 234 h 234"/>
              <a:gd name="T4" fmla="*/ 53 w 262"/>
              <a:gd name="T5" fmla="*/ 215 h 234"/>
              <a:gd name="T6" fmla="*/ 7 w 262"/>
              <a:gd name="T7" fmla="*/ 136 h 234"/>
              <a:gd name="T8" fmla="*/ 7 w 262"/>
              <a:gd name="T9" fmla="*/ 98 h 234"/>
              <a:gd name="T10" fmla="*/ 53 w 262"/>
              <a:gd name="T11" fmla="*/ 19 h 234"/>
              <a:gd name="T12" fmla="*/ 86 w 262"/>
              <a:gd name="T13" fmla="*/ 0 h 234"/>
              <a:gd name="T14" fmla="*/ 177 w 262"/>
              <a:gd name="T15" fmla="*/ 0 h 234"/>
              <a:gd name="T16" fmla="*/ 210 w 262"/>
              <a:gd name="T17" fmla="*/ 19 h 234"/>
              <a:gd name="T18" fmla="*/ 255 w 262"/>
              <a:gd name="T19" fmla="*/ 98 h 234"/>
              <a:gd name="T20" fmla="*/ 255 w 262"/>
              <a:gd name="T21" fmla="*/ 136 h 234"/>
              <a:gd name="T22" fmla="*/ 210 w 262"/>
              <a:gd name="T23" fmla="*/ 215 h 234"/>
              <a:gd name="T24" fmla="*/ 177 w 262"/>
              <a:gd name="T25" fmla="*/ 234 h 234"/>
              <a:gd name="T26" fmla="*/ 86 w 262"/>
              <a:gd name="T27" fmla="*/ 8 h 234"/>
              <a:gd name="T28" fmla="*/ 60 w 262"/>
              <a:gd name="T29" fmla="*/ 23 h 234"/>
              <a:gd name="T30" fmla="*/ 14 w 262"/>
              <a:gd name="T31" fmla="*/ 102 h 234"/>
              <a:gd name="T32" fmla="*/ 14 w 262"/>
              <a:gd name="T33" fmla="*/ 132 h 234"/>
              <a:gd name="T34" fmla="*/ 60 w 262"/>
              <a:gd name="T35" fmla="*/ 211 h 234"/>
              <a:gd name="T36" fmla="*/ 86 w 262"/>
              <a:gd name="T37" fmla="*/ 226 h 234"/>
              <a:gd name="T38" fmla="*/ 177 w 262"/>
              <a:gd name="T39" fmla="*/ 226 h 234"/>
              <a:gd name="T40" fmla="*/ 203 w 262"/>
              <a:gd name="T41" fmla="*/ 211 h 234"/>
              <a:gd name="T42" fmla="*/ 248 w 262"/>
              <a:gd name="T43" fmla="*/ 132 h 234"/>
              <a:gd name="T44" fmla="*/ 248 w 262"/>
              <a:gd name="T45" fmla="*/ 102 h 234"/>
              <a:gd name="T46" fmla="*/ 203 w 262"/>
              <a:gd name="T47" fmla="*/ 23 h 234"/>
              <a:gd name="T48" fmla="*/ 177 w 262"/>
              <a:gd name="T49" fmla="*/ 8 h 234"/>
              <a:gd name="T50" fmla="*/ 86 w 262"/>
              <a:gd name="T51" fmla="*/ 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2" h="234">
                <a:moveTo>
                  <a:pt x="177" y="234"/>
                </a:moveTo>
                <a:cubicBezTo>
                  <a:pt x="86" y="234"/>
                  <a:pt x="86" y="234"/>
                  <a:pt x="86" y="234"/>
                </a:cubicBezTo>
                <a:cubicBezTo>
                  <a:pt x="72" y="234"/>
                  <a:pt x="59" y="227"/>
                  <a:pt x="53" y="215"/>
                </a:cubicBezTo>
                <a:cubicBezTo>
                  <a:pt x="7" y="136"/>
                  <a:pt x="7" y="136"/>
                  <a:pt x="7" y="136"/>
                </a:cubicBezTo>
                <a:cubicBezTo>
                  <a:pt x="0" y="124"/>
                  <a:pt x="0" y="110"/>
                  <a:pt x="7" y="98"/>
                </a:cubicBezTo>
                <a:cubicBezTo>
                  <a:pt x="53" y="19"/>
                  <a:pt x="53" y="19"/>
                  <a:pt x="53" y="19"/>
                </a:cubicBezTo>
                <a:cubicBezTo>
                  <a:pt x="59" y="8"/>
                  <a:pt x="72" y="0"/>
                  <a:pt x="86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90" y="0"/>
                  <a:pt x="203" y="8"/>
                  <a:pt x="210" y="19"/>
                </a:cubicBezTo>
                <a:cubicBezTo>
                  <a:pt x="255" y="98"/>
                  <a:pt x="255" y="98"/>
                  <a:pt x="255" y="98"/>
                </a:cubicBezTo>
                <a:cubicBezTo>
                  <a:pt x="262" y="110"/>
                  <a:pt x="262" y="124"/>
                  <a:pt x="255" y="136"/>
                </a:cubicBezTo>
                <a:cubicBezTo>
                  <a:pt x="210" y="215"/>
                  <a:pt x="210" y="215"/>
                  <a:pt x="210" y="215"/>
                </a:cubicBezTo>
                <a:cubicBezTo>
                  <a:pt x="203" y="227"/>
                  <a:pt x="190" y="234"/>
                  <a:pt x="177" y="234"/>
                </a:cubicBezTo>
                <a:close/>
                <a:moveTo>
                  <a:pt x="86" y="8"/>
                </a:moveTo>
                <a:cubicBezTo>
                  <a:pt x="75" y="8"/>
                  <a:pt x="65" y="14"/>
                  <a:pt x="60" y="23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9" y="111"/>
                  <a:pt x="9" y="123"/>
                  <a:pt x="14" y="132"/>
                </a:cubicBezTo>
                <a:cubicBezTo>
                  <a:pt x="60" y="211"/>
                  <a:pt x="60" y="211"/>
                  <a:pt x="60" y="211"/>
                </a:cubicBezTo>
                <a:cubicBezTo>
                  <a:pt x="65" y="220"/>
                  <a:pt x="75" y="226"/>
                  <a:pt x="86" y="226"/>
                </a:cubicBezTo>
                <a:cubicBezTo>
                  <a:pt x="177" y="226"/>
                  <a:pt x="177" y="226"/>
                  <a:pt x="177" y="226"/>
                </a:cubicBezTo>
                <a:cubicBezTo>
                  <a:pt x="187" y="226"/>
                  <a:pt x="197" y="220"/>
                  <a:pt x="203" y="211"/>
                </a:cubicBezTo>
                <a:cubicBezTo>
                  <a:pt x="248" y="132"/>
                  <a:pt x="248" y="132"/>
                  <a:pt x="248" y="132"/>
                </a:cubicBezTo>
                <a:cubicBezTo>
                  <a:pt x="254" y="123"/>
                  <a:pt x="254" y="111"/>
                  <a:pt x="248" y="102"/>
                </a:cubicBezTo>
                <a:cubicBezTo>
                  <a:pt x="203" y="23"/>
                  <a:pt x="203" y="23"/>
                  <a:pt x="203" y="23"/>
                </a:cubicBezTo>
                <a:cubicBezTo>
                  <a:pt x="197" y="14"/>
                  <a:pt x="187" y="8"/>
                  <a:pt x="177" y="8"/>
                </a:cubicBezTo>
                <a:lnTo>
                  <a:pt x="86" y="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830"/>
          <p:cNvSpPr>
            <a:spLocks noEditPoints="1"/>
          </p:cNvSpPr>
          <p:nvPr/>
        </p:nvSpPr>
        <p:spPr bwMode="auto">
          <a:xfrm>
            <a:off x="3574172" y="2539355"/>
            <a:ext cx="298450" cy="434975"/>
          </a:xfrm>
          <a:custGeom>
            <a:avLst/>
            <a:gdLst>
              <a:gd name="T0" fmla="*/ 47 w 94"/>
              <a:gd name="T1" fmla="*/ 19 h 137"/>
              <a:gd name="T2" fmla="*/ 49 w 94"/>
              <a:gd name="T3" fmla="*/ 17 h 137"/>
              <a:gd name="T4" fmla="*/ 47 w 94"/>
              <a:gd name="T5" fmla="*/ 14 h 137"/>
              <a:gd name="T6" fmla="*/ 14 w 94"/>
              <a:gd name="T7" fmla="*/ 47 h 137"/>
              <a:gd name="T8" fmla="*/ 17 w 94"/>
              <a:gd name="T9" fmla="*/ 49 h 137"/>
              <a:gd name="T10" fmla="*/ 19 w 94"/>
              <a:gd name="T11" fmla="*/ 47 h 137"/>
              <a:gd name="T12" fmla="*/ 47 w 94"/>
              <a:gd name="T13" fmla="*/ 19 h 137"/>
              <a:gd name="T14" fmla="*/ 27 w 94"/>
              <a:gd name="T15" fmla="*/ 118 h 137"/>
              <a:gd name="T16" fmla="*/ 28 w 94"/>
              <a:gd name="T17" fmla="*/ 126 h 137"/>
              <a:gd name="T18" fmla="*/ 35 w 94"/>
              <a:gd name="T19" fmla="*/ 129 h 137"/>
              <a:gd name="T20" fmla="*/ 35 w 94"/>
              <a:gd name="T21" fmla="*/ 133 h 137"/>
              <a:gd name="T22" fmla="*/ 47 w 94"/>
              <a:gd name="T23" fmla="*/ 137 h 137"/>
              <a:gd name="T24" fmla="*/ 59 w 94"/>
              <a:gd name="T25" fmla="*/ 133 h 137"/>
              <a:gd name="T26" fmla="*/ 59 w 94"/>
              <a:gd name="T27" fmla="*/ 129 h 137"/>
              <a:gd name="T28" fmla="*/ 66 w 94"/>
              <a:gd name="T29" fmla="*/ 126 h 137"/>
              <a:gd name="T30" fmla="*/ 67 w 94"/>
              <a:gd name="T31" fmla="*/ 118 h 137"/>
              <a:gd name="T32" fmla="*/ 47 w 94"/>
              <a:gd name="T33" fmla="*/ 122 h 137"/>
              <a:gd name="T34" fmla="*/ 27 w 94"/>
              <a:gd name="T35" fmla="*/ 118 h 137"/>
              <a:gd name="T36" fmla="*/ 25 w 94"/>
              <a:gd name="T37" fmla="*/ 105 h 137"/>
              <a:gd name="T38" fmla="*/ 26 w 94"/>
              <a:gd name="T39" fmla="*/ 112 h 137"/>
              <a:gd name="T40" fmla="*/ 47 w 94"/>
              <a:gd name="T41" fmla="*/ 116 h 137"/>
              <a:gd name="T42" fmla="*/ 68 w 94"/>
              <a:gd name="T43" fmla="*/ 112 h 137"/>
              <a:gd name="T44" fmla="*/ 69 w 94"/>
              <a:gd name="T45" fmla="*/ 105 h 137"/>
              <a:gd name="T46" fmla="*/ 47 w 94"/>
              <a:gd name="T47" fmla="*/ 109 h 137"/>
              <a:gd name="T48" fmla="*/ 25 w 94"/>
              <a:gd name="T49" fmla="*/ 105 h 137"/>
              <a:gd name="T50" fmla="*/ 58 w 94"/>
              <a:gd name="T51" fmla="*/ 64 h 137"/>
              <a:gd name="T52" fmla="*/ 47 w 94"/>
              <a:gd name="T53" fmla="*/ 45 h 137"/>
              <a:gd name="T54" fmla="*/ 37 w 94"/>
              <a:gd name="T55" fmla="*/ 64 h 137"/>
              <a:gd name="T56" fmla="*/ 32 w 94"/>
              <a:gd name="T57" fmla="*/ 55 h 137"/>
              <a:gd name="T58" fmla="*/ 25 w 94"/>
              <a:gd name="T59" fmla="*/ 58 h 137"/>
              <a:gd name="T60" fmla="*/ 36 w 94"/>
              <a:gd name="T61" fmla="*/ 80 h 137"/>
              <a:gd name="T62" fmla="*/ 47 w 94"/>
              <a:gd name="T63" fmla="*/ 60 h 137"/>
              <a:gd name="T64" fmla="*/ 58 w 94"/>
              <a:gd name="T65" fmla="*/ 80 h 137"/>
              <a:gd name="T66" fmla="*/ 69 w 94"/>
              <a:gd name="T67" fmla="*/ 58 h 137"/>
              <a:gd name="T68" fmla="*/ 62 w 94"/>
              <a:gd name="T69" fmla="*/ 55 h 137"/>
              <a:gd name="T70" fmla="*/ 58 w 94"/>
              <a:gd name="T71" fmla="*/ 64 h 137"/>
              <a:gd name="T72" fmla="*/ 47 w 94"/>
              <a:gd name="T73" fmla="*/ 0 h 137"/>
              <a:gd name="T74" fmla="*/ 0 w 94"/>
              <a:gd name="T75" fmla="*/ 47 h 137"/>
              <a:gd name="T76" fmla="*/ 23 w 94"/>
              <a:gd name="T77" fmla="*/ 87 h 137"/>
              <a:gd name="T78" fmla="*/ 24 w 94"/>
              <a:gd name="T79" fmla="*/ 99 h 137"/>
              <a:gd name="T80" fmla="*/ 47 w 94"/>
              <a:gd name="T81" fmla="*/ 103 h 137"/>
              <a:gd name="T82" fmla="*/ 70 w 94"/>
              <a:gd name="T83" fmla="*/ 99 h 137"/>
              <a:gd name="T84" fmla="*/ 71 w 94"/>
              <a:gd name="T85" fmla="*/ 87 h 137"/>
              <a:gd name="T86" fmla="*/ 94 w 94"/>
              <a:gd name="T87" fmla="*/ 47 h 137"/>
              <a:gd name="T88" fmla="*/ 47 w 94"/>
              <a:gd name="T89" fmla="*/ 0 h 137"/>
              <a:gd name="T90" fmla="*/ 64 w 94"/>
              <a:gd name="T91" fmla="*/ 81 h 137"/>
              <a:gd name="T92" fmla="*/ 63 w 94"/>
              <a:gd name="T93" fmla="*/ 93 h 137"/>
              <a:gd name="T94" fmla="*/ 47 w 94"/>
              <a:gd name="T95" fmla="*/ 95 h 137"/>
              <a:gd name="T96" fmla="*/ 31 w 94"/>
              <a:gd name="T97" fmla="*/ 93 h 137"/>
              <a:gd name="T98" fmla="*/ 30 w 94"/>
              <a:gd name="T99" fmla="*/ 81 h 137"/>
              <a:gd name="T100" fmla="*/ 8 w 94"/>
              <a:gd name="T101" fmla="*/ 47 h 137"/>
              <a:gd name="T102" fmla="*/ 47 w 94"/>
              <a:gd name="T103" fmla="*/ 8 h 137"/>
              <a:gd name="T104" fmla="*/ 86 w 94"/>
              <a:gd name="T105" fmla="*/ 47 h 137"/>
              <a:gd name="T106" fmla="*/ 64 w 94"/>
              <a:gd name="T107" fmla="*/ 8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4" h="137">
                <a:moveTo>
                  <a:pt x="47" y="19"/>
                </a:moveTo>
                <a:cubicBezTo>
                  <a:pt x="48" y="19"/>
                  <a:pt x="49" y="18"/>
                  <a:pt x="49" y="17"/>
                </a:cubicBezTo>
                <a:cubicBezTo>
                  <a:pt x="49" y="15"/>
                  <a:pt x="48" y="14"/>
                  <a:pt x="47" y="14"/>
                </a:cubicBezTo>
                <a:cubicBezTo>
                  <a:pt x="29" y="14"/>
                  <a:pt x="14" y="29"/>
                  <a:pt x="14" y="47"/>
                </a:cubicBezTo>
                <a:cubicBezTo>
                  <a:pt x="14" y="48"/>
                  <a:pt x="15" y="49"/>
                  <a:pt x="17" y="49"/>
                </a:cubicBezTo>
                <a:cubicBezTo>
                  <a:pt x="18" y="49"/>
                  <a:pt x="19" y="48"/>
                  <a:pt x="19" y="47"/>
                </a:cubicBezTo>
                <a:cubicBezTo>
                  <a:pt x="19" y="31"/>
                  <a:pt x="32" y="19"/>
                  <a:pt x="47" y="19"/>
                </a:cubicBezTo>
                <a:close/>
                <a:moveTo>
                  <a:pt x="27" y="118"/>
                </a:moveTo>
                <a:cubicBezTo>
                  <a:pt x="28" y="126"/>
                  <a:pt x="28" y="126"/>
                  <a:pt x="28" y="126"/>
                </a:cubicBezTo>
                <a:cubicBezTo>
                  <a:pt x="28" y="126"/>
                  <a:pt x="30" y="128"/>
                  <a:pt x="35" y="129"/>
                </a:cubicBezTo>
                <a:cubicBezTo>
                  <a:pt x="35" y="133"/>
                  <a:pt x="35" y="133"/>
                  <a:pt x="35" y="133"/>
                </a:cubicBezTo>
                <a:cubicBezTo>
                  <a:pt x="35" y="133"/>
                  <a:pt x="38" y="137"/>
                  <a:pt x="47" y="137"/>
                </a:cubicBezTo>
                <a:cubicBezTo>
                  <a:pt x="56" y="137"/>
                  <a:pt x="59" y="133"/>
                  <a:pt x="59" y="133"/>
                </a:cubicBezTo>
                <a:cubicBezTo>
                  <a:pt x="59" y="129"/>
                  <a:pt x="59" y="129"/>
                  <a:pt x="59" y="129"/>
                </a:cubicBezTo>
                <a:cubicBezTo>
                  <a:pt x="64" y="128"/>
                  <a:pt x="66" y="126"/>
                  <a:pt x="66" y="126"/>
                </a:cubicBezTo>
                <a:cubicBezTo>
                  <a:pt x="67" y="118"/>
                  <a:pt x="67" y="118"/>
                  <a:pt x="67" y="118"/>
                </a:cubicBezTo>
                <a:cubicBezTo>
                  <a:pt x="61" y="120"/>
                  <a:pt x="54" y="122"/>
                  <a:pt x="47" y="122"/>
                </a:cubicBezTo>
                <a:cubicBezTo>
                  <a:pt x="40" y="122"/>
                  <a:pt x="33" y="120"/>
                  <a:pt x="27" y="118"/>
                </a:cubicBezTo>
                <a:close/>
                <a:moveTo>
                  <a:pt x="25" y="105"/>
                </a:moveTo>
                <a:cubicBezTo>
                  <a:pt x="26" y="112"/>
                  <a:pt x="26" y="112"/>
                  <a:pt x="26" y="112"/>
                </a:cubicBezTo>
                <a:cubicBezTo>
                  <a:pt x="32" y="115"/>
                  <a:pt x="39" y="116"/>
                  <a:pt x="47" y="116"/>
                </a:cubicBezTo>
                <a:cubicBezTo>
                  <a:pt x="55" y="116"/>
                  <a:pt x="62" y="115"/>
                  <a:pt x="68" y="112"/>
                </a:cubicBezTo>
                <a:cubicBezTo>
                  <a:pt x="69" y="105"/>
                  <a:pt x="69" y="105"/>
                  <a:pt x="69" y="105"/>
                </a:cubicBezTo>
                <a:cubicBezTo>
                  <a:pt x="62" y="108"/>
                  <a:pt x="55" y="109"/>
                  <a:pt x="47" y="109"/>
                </a:cubicBezTo>
                <a:cubicBezTo>
                  <a:pt x="39" y="109"/>
                  <a:pt x="32" y="108"/>
                  <a:pt x="25" y="105"/>
                </a:cubicBezTo>
                <a:close/>
                <a:moveTo>
                  <a:pt x="58" y="64"/>
                </a:moveTo>
                <a:cubicBezTo>
                  <a:pt x="47" y="45"/>
                  <a:pt x="47" y="45"/>
                  <a:pt x="47" y="45"/>
                </a:cubicBezTo>
                <a:cubicBezTo>
                  <a:pt x="37" y="64"/>
                  <a:pt x="37" y="64"/>
                  <a:pt x="37" y="64"/>
                </a:cubicBezTo>
                <a:cubicBezTo>
                  <a:pt x="32" y="55"/>
                  <a:pt x="32" y="55"/>
                  <a:pt x="32" y="55"/>
                </a:cubicBezTo>
                <a:cubicBezTo>
                  <a:pt x="25" y="58"/>
                  <a:pt x="25" y="58"/>
                  <a:pt x="25" y="58"/>
                </a:cubicBezTo>
                <a:cubicBezTo>
                  <a:pt x="36" y="80"/>
                  <a:pt x="36" y="80"/>
                  <a:pt x="36" y="80"/>
                </a:cubicBezTo>
                <a:cubicBezTo>
                  <a:pt x="47" y="60"/>
                  <a:pt x="47" y="60"/>
                  <a:pt x="47" y="60"/>
                </a:cubicBezTo>
                <a:cubicBezTo>
                  <a:pt x="58" y="80"/>
                  <a:pt x="58" y="80"/>
                  <a:pt x="58" y="80"/>
                </a:cubicBezTo>
                <a:cubicBezTo>
                  <a:pt x="69" y="58"/>
                  <a:pt x="69" y="58"/>
                  <a:pt x="69" y="58"/>
                </a:cubicBezTo>
                <a:cubicBezTo>
                  <a:pt x="62" y="55"/>
                  <a:pt x="62" y="55"/>
                  <a:pt x="62" y="55"/>
                </a:cubicBezTo>
                <a:lnTo>
                  <a:pt x="58" y="64"/>
                </a:lnTo>
                <a:close/>
                <a:moveTo>
                  <a:pt x="47" y="0"/>
                </a:moveTo>
                <a:cubicBezTo>
                  <a:pt x="21" y="0"/>
                  <a:pt x="0" y="21"/>
                  <a:pt x="0" y="47"/>
                </a:cubicBezTo>
                <a:cubicBezTo>
                  <a:pt x="0" y="64"/>
                  <a:pt x="9" y="79"/>
                  <a:pt x="23" y="87"/>
                </a:cubicBezTo>
                <a:cubicBezTo>
                  <a:pt x="24" y="99"/>
                  <a:pt x="24" y="99"/>
                  <a:pt x="24" y="99"/>
                </a:cubicBezTo>
                <a:cubicBezTo>
                  <a:pt x="31" y="102"/>
                  <a:pt x="39" y="103"/>
                  <a:pt x="47" y="103"/>
                </a:cubicBezTo>
                <a:cubicBezTo>
                  <a:pt x="55" y="103"/>
                  <a:pt x="63" y="102"/>
                  <a:pt x="70" y="99"/>
                </a:cubicBezTo>
                <a:cubicBezTo>
                  <a:pt x="71" y="87"/>
                  <a:pt x="71" y="87"/>
                  <a:pt x="71" y="87"/>
                </a:cubicBezTo>
                <a:cubicBezTo>
                  <a:pt x="85" y="79"/>
                  <a:pt x="94" y="64"/>
                  <a:pt x="94" y="47"/>
                </a:cubicBezTo>
                <a:cubicBezTo>
                  <a:pt x="94" y="21"/>
                  <a:pt x="73" y="0"/>
                  <a:pt x="47" y="0"/>
                </a:cubicBezTo>
                <a:close/>
                <a:moveTo>
                  <a:pt x="64" y="81"/>
                </a:moveTo>
                <a:cubicBezTo>
                  <a:pt x="63" y="93"/>
                  <a:pt x="63" y="93"/>
                  <a:pt x="63" y="93"/>
                </a:cubicBezTo>
                <a:cubicBezTo>
                  <a:pt x="63" y="93"/>
                  <a:pt x="59" y="95"/>
                  <a:pt x="47" y="95"/>
                </a:cubicBezTo>
                <a:cubicBezTo>
                  <a:pt x="35" y="95"/>
                  <a:pt x="31" y="93"/>
                  <a:pt x="31" y="93"/>
                </a:cubicBezTo>
                <a:cubicBezTo>
                  <a:pt x="30" y="81"/>
                  <a:pt x="30" y="81"/>
                  <a:pt x="30" y="81"/>
                </a:cubicBezTo>
                <a:cubicBezTo>
                  <a:pt x="17" y="75"/>
                  <a:pt x="8" y="62"/>
                  <a:pt x="8" y="47"/>
                </a:cubicBezTo>
                <a:cubicBezTo>
                  <a:pt x="8" y="25"/>
                  <a:pt x="26" y="8"/>
                  <a:pt x="47" y="8"/>
                </a:cubicBezTo>
                <a:cubicBezTo>
                  <a:pt x="68" y="8"/>
                  <a:pt x="86" y="25"/>
                  <a:pt x="86" y="47"/>
                </a:cubicBezTo>
                <a:cubicBezTo>
                  <a:pt x="86" y="62"/>
                  <a:pt x="77" y="75"/>
                  <a:pt x="64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Freeform 831"/>
          <p:cNvSpPr>
            <a:spLocks noEditPoints="1"/>
          </p:cNvSpPr>
          <p:nvPr/>
        </p:nvSpPr>
        <p:spPr bwMode="auto">
          <a:xfrm>
            <a:off x="2697872" y="4009380"/>
            <a:ext cx="403225" cy="339725"/>
          </a:xfrm>
          <a:custGeom>
            <a:avLst/>
            <a:gdLst>
              <a:gd name="T0" fmla="*/ 6 w 127"/>
              <a:gd name="T1" fmla="*/ 102 h 107"/>
              <a:gd name="T2" fmla="*/ 11 w 127"/>
              <a:gd name="T3" fmla="*/ 107 h 107"/>
              <a:gd name="T4" fmla="*/ 34 w 127"/>
              <a:gd name="T5" fmla="*/ 107 h 107"/>
              <a:gd name="T6" fmla="*/ 34 w 127"/>
              <a:gd name="T7" fmla="*/ 58 h 107"/>
              <a:gd name="T8" fmla="*/ 6 w 127"/>
              <a:gd name="T9" fmla="*/ 86 h 107"/>
              <a:gd name="T10" fmla="*/ 6 w 127"/>
              <a:gd name="T11" fmla="*/ 102 h 107"/>
              <a:gd name="T12" fmla="*/ 46 w 127"/>
              <a:gd name="T13" fmla="*/ 70 h 107"/>
              <a:gd name="T14" fmla="*/ 46 w 127"/>
              <a:gd name="T15" fmla="*/ 107 h 107"/>
              <a:gd name="T16" fmla="*/ 74 w 127"/>
              <a:gd name="T17" fmla="*/ 107 h 107"/>
              <a:gd name="T18" fmla="*/ 74 w 127"/>
              <a:gd name="T19" fmla="*/ 73 h 107"/>
              <a:gd name="T20" fmla="*/ 62 w 127"/>
              <a:gd name="T21" fmla="*/ 86 h 107"/>
              <a:gd name="T22" fmla="*/ 46 w 127"/>
              <a:gd name="T23" fmla="*/ 70 h 107"/>
              <a:gd name="T24" fmla="*/ 85 w 127"/>
              <a:gd name="T25" fmla="*/ 62 h 107"/>
              <a:gd name="T26" fmla="*/ 85 w 127"/>
              <a:gd name="T27" fmla="*/ 107 h 107"/>
              <a:gd name="T28" fmla="*/ 109 w 127"/>
              <a:gd name="T29" fmla="*/ 107 h 107"/>
              <a:gd name="T30" fmla="*/ 113 w 127"/>
              <a:gd name="T31" fmla="*/ 102 h 107"/>
              <a:gd name="T32" fmla="*/ 113 w 127"/>
              <a:gd name="T33" fmla="*/ 34 h 107"/>
              <a:gd name="T34" fmla="*/ 89 w 127"/>
              <a:gd name="T35" fmla="*/ 58 h 107"/>
              <a:gd name="T36" fmla="*/ 85 w 127"/>
              <a:gd name="T37" fmla="*/ 62 h 107"/>
              <a:gd name="T38" fmla="*/ 102 w 127"/>
              <a:gd name="T39" fmla="*/ 2 h 107"/>
              <a:gd name="T40" fmla="*/ 97 w 127"/>
              <a:gd name="T41" fmla="*/ 7 h 107"/>
              <a:gd name="T42" fmla="*/ 103 w 127"/>
              <a:gd name="T43" fmla="*/ 12 h 107"/>
              <a:gd name="T44" fmla="*/ 108 w 127"/>
              <a:gd name="T45" fmla="*/ 11 h 107"/>
              <a:gd name="T46" fmla="*/ 62 w 127"/>
              <a:gd name="T47" fmla="*/ 58 h 107"/>
              <a:gd name="T48" fmla="*/ 34 w 127"/>
              <a:gd name="T49" fmla="*/ 31 h 107"/>
              <a:gd name="T50" fmla="*/ 2 w 127"/>
              <a:gd name="T51" fmla="*/ 63 h 107"/>
              <a:gd name="T52" fmla="*/ 2 w 127"/>
              <a:gd name="T53" fmla="*/ 70 h 107"/>
              <a:gd name="T54" fmla="*/ 10 w 127"/>
              <a:gd name="T55" fmla="*/ 70 h 107"/>
              <a:gd name="T56" fmla="*/ 34 w 127"/>
              <a:gd name="T57" fmla="*/ 45 h 107"/>
              <a:gd name="T58" fmla="*/ 62 w 127"/>
              <a:gd name="T59" fmla="*/ 73 h 107"/>
              <a:gd name="T60" fmla="*/ 116 w 127"/>
              <a:gd name="T61" fmla="*/ 19 h 107"/>
              <a:gd name="T62" fmla="*/ 115 w 127"/>
              <a:gd name="T63" fmla="*/ 24 h 107"/>
              <a:gd name="T64" fmla="*/ 120 w 127"/>
              <a:gd name="T65" fmla="*/ 30 h 107"/>
              <a:gd name="T66" fmla="*/ 120 w 127"/>
              <a:gd name="T67" fmla="*/ 30 h 107"/>
              <a:gd name="T68" fmla="*/ 125 w 127"/>
              <a:gd name="T69" fmla="*/ 25 h 107"/>
              <a:gd name="T70" fmla="*/ 127 w 127"/>
              <a:gd name="T71" fmla="*/ 0 h 107"/>
              <a:gd name="T72" fmla="*/ 102 w 127"/>
              <a:gd name="T73" fmla="*/ 2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" h="107">
                <a:moveTo>
                  <a:pt x="6" y="102"/>
                </a:moveTo>
                <a:cubicBezTo>
                  <a:pt x="6" y="105"/>
                  <a:pt x="8" y="107"/>
                  <a:pt x="11" y="107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34" y="58"/>
                  <a:pt x="34" y="58"/>
                  <a:pt x="34" y="58"/>
                </a:cubicBezTo>
                <a:cubicBezTo>
                  <a:pt x="6" y="86"/>
                  <a:pt x="6" y="86"/>
                  <a:pt x="6" y="86"/>
                </a:cubicBezTo>
                <a:lnTo>
                  <a:pt x="6" y="102"/>
                </a:lnTo>
                <a:close/>
                <a:moveTo>
                  <a:pt x="46" y="70"/>
                </a:moveTo>
                <a:cubicBezTo>
                  <a:pt x="46" y="107"/>
                  <a:pt x="46" y="107"/>
                  <a:pt x="46" y="107"/>
                </a:cubicBezTo>
                <a:cubicBezTo>
                  <a:pt x="74" y="107"/>
                  <a:pt x="74" y="107"/>
                  <a:pt x="74" y="107"/>
                </a:cubicBezTo>
                <a:cubicBezTo>
                  <a:pt x="74" y="73"/>
                  <a:pt x="74" y="73"/>
                  <a:pt x="74" y="73"/>
                </a:cubicBezTo>
                <a:cubicBezTo>
                  <a:pt x="62" y="86"/>
                  <a:pt x="62" y="86"/>
                  <a:pt x="62" y="86"/>
                </a:cubicBezTo>
                <a:lnTo>
                  <a:pt x="46" y="70"/>
                </a:lnTo>
                <a:close/>
                <a:moveTo>
                  <a:pt x="85" y="62"/>
                </a:moveTo>
                <a:cubicBezTo>
                  <a:pt x="85" y="107"/>
                  <a:pt x="85" y="107"/>
                  <a:pt x="85" y="107"/>
                </a:cubicBezTo>
                <a:cubicBezTo>
                  <a:pt x="109" y="107"/>
                  <a:pt x="109" y="107"/>
                  <a:pt x="109" y="107"/>
                </a:cubicBezTo>
                <a:cubicBezTo>
                  <a:pt x="111" y="107"/>
                  <a:pt x="113" y="105"/>
                  <a:pt x="113" y="102"/>
                </a:cubicBezTo>
                <a:cubicBezTo>
                  <a:pt x="113" y="34"/>
                  <a:pt x="113" y="34"/>
                  <a:pt x="113" y="34"/>
                </a:cubicBezTo>
                <a:cubicBezTo>
                  <a:pt x="89" y="58"/>
                  <a:pt x="89" y="58"/>
                  <a:pt x="89" y="58"/>
                </a:cubicBezTo>
                <a:lnTo>
                  <a:pt x="85" y="62"/>
                </a:lnTo>
                <a:close/>
                <a:moveTo>
                  <a:pt x="102" y="2"/>
                </a:moveTo>
                <a:cubicBezTo>
                  <a:pt x="99" y="2"/>
                  <a:pt x="97" y="5"/>
                  <a:pt x="97" y="7"/>
                </a:cubicBezTo>
                <a:cubicBezTo>
                  <a:pt x="98" y="10"/>
                  <a:pt x="100" y="12"/>
                  <a:pt x="103" y="12"/>
                </a:cubicBezTo>
                <a:cubicBezTo>
                  <a:pt x="108" y="11"/>
                  <a:pt x="108" y="11"/>
                  <a:pt x="108" y="11"/>
                </a:cubicBezTo>
                <a:cubicBezTo>
                  <a:pt x="62" y="58"/>
                  <a:pt x="62" y="58"/>
                  <a:pt x="62" y="58"/>
                </a:cubicBezTo>
                <a:cubicBezTo>
                  <a:pt x="34" y="31"/>
                  <a:pt x="34" y="31"/>
                  <a:pt x="34" y="31"/>
                </a:cubicBezTo>
                <a:cubicBezTo>
                  <a:pt x="2" y="63"/>
                  <a:pt x="2" y="63"/>
                  <a:pt x="2" y="63"/>
                </a:cubicBezTo>
                <a:cubicBezTo>
                  <a:pt x="0" y="65"/>
                  <a:pt x="0" y="68"/>
                  <a:pt x="2" y="70"/>
                </a:cubicBezTo>
                <a:cubicBezTo>
                  <a:pt x="4" y="72"/>
                  <a:pt x="8" y="72"/>
                  <a:pt x="10" y="70"/>
                </a:cubicBezTo>
                <a:cubicBezTo>
                  <a:pt x="34" y="45"/>
                  <a:pt x="34" y="45"/>
                  <a:pt x="34" y="45"/>
                </a:cubicBezTo>
                <a:cubicBezTo>
                  <a:pt x="62" y="73"/>
                  <a:pt x="62" y="73"/>
                  <a:pt x="62" y="73"/>
                </a:cubicBezTo>
                <a:cubicBezTo>
                  <a:pt x="116" y="19"/>
                  <a:pt x="116" y="19"/>
                  <a:pt x="116" y="19"/>
                </a:cubicBezTo>
                <a:cubicBezTo>
                  <a:pt x="115" y="24"/>
                  <a:pt x="115" y="24"/>
                  <a:pt x="115" y="24"/>
                </a:cubicBezTo>
                <a:cubicBezTo>
                  <a:pt x="115" y="27"/>
                  <a:pt x="117" y="29"/>
                  <a:pt x="120" y="30"/>
                </a:cubicBezTo>
                <a:cubicBezTo>
                  <a:pt x="120" y="30"/>
                  <a:pt x="120" y="30"/>
                  <a:pt x="120" y="30"/>
                </a:cubicBezTo>
                <a:cubicBezTo>
                  <a:pt x="123" y="30"/>
                  <a:pt x="125" y="28"/>
                  <a:pt x="125" y="25"/>
                </a:cubicBezTo>
                <a:cubicBezTo>
                  <a:pt x="127" y="0"/>
                  <a:pt x="127" y="0"/>
                  <a:pt x="127" y="0"/>
                </a:cubicBezTo>
                <a:lnTo>
                  <a:pt x="102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Freeform 832"/>
          <p:cNvSpPr>
            <a:spLocks noEditPoints="1"/>
          </p:cNvSpPr>
          <p:nvPr/>
        </p:nvSpPr>
        <p:spPr bwMode="auto">
          <a:xfrm>
            <a:off x="5174372" y="2539355"/>
            <a:ext cx="396875" cy="441325"/>
          </a:xfrm>
          <a:custGeom>
            <a:avLst/>
            <a:gdLst>
              <a:gd name="T0" fmla="*/ 68 w 125"/>
              <a:gd name="T1" fmla="*/ 77 h 139"/>
              <a:gd name="T2" fmla="*/ 68 w 125"/>
              <a:gd name="T3" fmla="*/ 77 h 139"/>
              <a:gd name="T4" fmla="*/ 68 w 125"/>
              <a:gd name="T5" fmla="*/ 48 h 139"/>
              <a:gd name="T6" fmla="*/ 63 w 125"/>
              <a:gd name="T7" fmla="*/ 43 h 139"/>
              <a:gd name="T8" fmla="*/ 57 w 125"/>
              <a:gd name="T9" fmla="*/ 48 h 139"/>
              <a:gd name="T10" fmla="*/ 57 w 125"/>
              <a:gd name="T11" fmla="*/ 77 h 139"/>
              <a:gd name="T12" fmla="*/ 63 w 125"/>
              <a:gd name="T13" fmla="*/ 82 h 139"/>
              <a:gd name="T14" fmla="*/ 63 w 125"/>
              <a:gd name="T15" fmla="*/ 82 h 139"/>
              <a:gd name="T16" fmla="*/ 88 w 125"/>
              <a:gd name="T17" fmla="*/ 107 h 139"/>
              <a:gd name="T18" fmla="*/ 91 w 125"/>
              <a:gd name="T19" fmla="*/ 108 h 139"/>
              <a:gd name="T20" fmla="*/ 93 w 125"/>
              <a:gd name="T21" fmla="*/ 107 h 139"/>
              <a:gd name="T22" fmla="*/ 93 w 125"/>
              <a:gd name="T23" fmla="*/ 102 h 139"/>
              <a:gd name="T24" fmla="*/ 68 w 125"/>
              <a:gd name="T25" fmla="*/ 77 h 139"/>
              <a:gd name="T26" fmla="*/ 101 w 125"/>
              <a:gd name="T27" fmla="*/ 28 h 139"/>
              <a:gd name="T28" fmla="*/ 105 w 125"/>
              <a:gd name="T29" fmla="*/ 21 h 139"/>
              <a:gd name="T30" fmla="*/ 106 w 125"/>
              <a:gd name="T31" fmla="*/ 22 h 139"/>
              <a:gd name="T32" fmla="*/ 109 w 125"/>
              <a:gd name="T33" fmla="*/ 23 h 139"/>
              <a:gd name="T34" fmla="*/ 112 w 125"/>
              <a:gd name="T35" fmla="*/ 21 h 139"/>
              <a:gd name="T36" fmla="*/ 114 w 125"/>
              <a:gd name="T37" fmla="*/ 16 h 139"/>
              <a:gd name="T38" fmla="*/ 113 w 125"/>
              <a:gd name="T39" fmla="*/ 11 h 139"/>
              <a:gd name="T40" fmla="*/ 95 w 125"/>
              <a:gd name="T41" fmla="*/ 1 h 139"/>
              <a:gd name="T42" fmla="*/ 90 w 125"/>
              <a:gd name="T43" fmla="*/ 2 h 139"/>
              <a:gd name="T44" fmla="*/ 88 w 125"/>
              <a:gd name="T45" fmla="*/ 7 h 139"/>
              <a:gd name="T46" fmla="*/ 87 w 125"/>
              <a:gd name="T47" fmla="*/ 10 h 139"/>
              <a:gd name="T48" fmla="*/ 89 w 125"/>
              <a:gd name="T49" fmla="*/ 12 h 139"/>
              <a:gd name="T50" fmla="*/ 90 w 125"/>
              <a:gd name="T51" fmla="*/ 13 h 139"/>
              <a:gd name="T52" fmla="*/ 87 w 125"/>
              <a:gd name="T53" fmla="*/ 19 h 139"/>
              <a:gd name="T54" fmla="*/ 63 w 125"/>
              <a:gd name="T55" fmla="*/ 14 h 139"/>
              <a:gd name="T56" fmla="*/ 39 w 125"/>
              <a:gd name="T57" fmla="*/ 19 h 139"/>
              <a:gd name="T58" fmla="*/ 35 w 125"/>
              <a:gd name="T59" fmla="*/ 13 h 139"/>
              <a:gd name="T60" fmla="*/ 36 w 125"/>
              <a:gd name="T61" fmla="*/ 12 h 139"/>
              <a:gd name="T62" fmla="*/ 38 w 125"/>
              <a:gd name="T63" fmla="*/ 10 h 139"/>
              <a:gd name="T64" fmla="*/ 38 w 125"/>
              <a:gd name="T65" fmla="*/ 7 h 139"/>
              <a:gd name="T66" fmla="*/ 35 w 125"/>
              <a:gd name="T67" fmla="*/ 2 h 139"/>
              <a:gd name="T68" fmla="*/ 30 w 125"/>
              <a:gd name="T69" fmla="*/ 1 h 139"/>
              <a:gd name="T70" fmla="*/ 12 w 125"/>
              <a:gd name="T71" fmla="*/ 11 h 139"/>
              <a:gd name="T72" fmla="*/ 11 w 125"/>
              <a:gd name="T73" fmla="*/ 16 h 139"/>
              <a:gd name="T74" fmla="*/ 14 w 125"/>
              <a:gd name="T75" fmla="*/ 21 h 139"/>
              <a:gd name="T76" fmla="*/ 16 w 125"/>
              <a:gd name="T77" fmla="*/ 23 h 139"/>
              <a:gd name="T78" fmla="*/ 19 w 125"/>
              <a:gd name="T79" fmla="*/ 22 h 139"/>
              <a:gd name="T80" fmla="*/ 20 w 125"/>
              <a:gd name="T81" fmla="*/ 21 h 139"/>
              <a:gd name="T82" fmla="*/ 24 w 125"/>
              <a:gd name="T83" fmla="*/ 28 h 139"/>
              <a:gd name="T84" fmla="*/ 0 w 125"/>
              <a:gd name="T85" fmla="*/ 77 h 139"/>
              <a:gd name="T86" fmla="*/ 63 w 125"/>
              <a:gd name="T87" fmla="*/ 139 h 139"/>
              <a:gd name="T88" fmla="*/ 125 w 125"/>
              <a:gd name="T89" fmla="*/ 77 h 139"/>
              <a:gd name="T90" fmla="*/ 101 w 125"/>
              <a:gd name="T91" fmla="*/ 28 h 139"/>
              <a:gd name="T92" fmla="*/ 63 w 125"/>
              <a:gd name="T93" fmla="*/ 127 h 139"/>
              <a:gd name="T94" fmla="*/ 12 w 125"/>
              <a:gd name="T95" fmla="*/ 77 h 139"/>
              <a:gd name="T96" fmla="*/ 63 w 125"/>
              <a:gd name="T97" fmla="*/ 26 h 139"/>
              <a:gd name="T98" fmla="*/ 113 w 125"/>
              <a:gd name="T99" fmla="*/ 77 h 139"/>
              <a:gd name="T100" fmla="*/ 63 w 125"/>
              <a:gd name="T101" fmla="*/ 127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5" h="139">
                <a:moveTo>
                  <a:pt x="68" y="77"/>
                </a:moveTo>
                <a:cubicBezTo>
                  <a:pt x="68" y="77"/>
                  <a:pt x="68" y="77"/>
                  <a:pt x="68" y="77"/>
                </a:cubicBezTo>
                <a:cubicBezTo>
                  <a:pt x="68" y="48"/>
                  <a:pt x="68" y="48"/>
                  <a:pt x="68" y="48"/>
                </a:cubicBezTo>
                <a:cubicBezTo>
                  <a:pt x="68" y="45"/>
                  <a:pt x="66" y="43"/>
                  <a:pt x="63" y="43"/>
                </a:cubicBezTo>
                <a:cubicBezTo>
                  <a:pt x="60" y="43"/>
                  <a:pt x="57" y="45"/>
                  <a:pt x="57" y="48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80"/>
                  <a:pt x="60" y="82"/>
                  <a:pt x="63" y="82"/>
                </a:cubicBezTo>
                <a:cubicBezTo>
                  <a:pt x="63" y="82"/>
                  <a:pt x="63" y="82"/>
                  <a:pt x="63" y="82"/>
                </a:cubicBezTo>
                <a:cubicBezTo>
                  <a:pt x="88" y="107"/>
                  <a:pt x="88" y="107"/>
                  <a:pt x="88" y="107"/>
                </a:cubicBezTo>
                <a:cubicBezTo>
                  <a:pt x="89" y="108"/>
                  <a:pt x="90" y="108"/>
                  <a:pt x="91" y="108"/>
                </a:cubicBezTo>
                <a:cubicBezTo>
                  <a:pt x="92" y="108"/>
                  <a:pt x="92" y="108"/>
                  <a:pt x="93" y="107"/>
                </a:cubicBezTo>
                <a:cubicBezTo>
                  <a:pt x="94" y="106"/>
                  <a:pt x="94" y="104"/>
                  <a:pt x="93" y="102"/>
                </a:cubicBezTo>
                <a:lnTo>
                  <a:pt x="68" y="77"/>
                </a:lnTo>
                <a:close/>
                <a:moveTo>
                  <a:pt x="101" y="28"/>
                </a:moveTo>
                <a:cubicBezTo>
                  <a:pt x="105" y="21"/>
                  <a:pt x="105" y="21"/>
                  <a:pt x="105" y="21"/>
                </a:cubicBezTo>
                <a:cubicBezTo>
                  <a:pt x="106" y="22"/>
                  <a:pt x="106" y="22"/>
                  <a:pt x="106" y="22"/>
                </a:cubicBezTo>
                <a:cubicBezTo>
                  <a:pt x="107" y="23"/>
                  <a:pt x="108" y="23"/>
                  <a:pt x="109" y="23"/>
                </a:cubicBezTo>
                <a:cubicBezTo>
                  <a:pt x="110" y="22"/>
                  <a:pt x="111" y="22"/>
                  <a:pt x="112" y="21"/>
                </a:cubicBezTo>
                <a:cubicBezTo>
                  <a:pt x="114" y="16"/>
                  <a:pt x="114" y="16"/>
                  <a:pt x="114" y="16"/>
                </a:cubicBezTo>
                <a:cubicBezTo>
                  <a:pt x="115" y="15"/>
                  <a:pt x="115" y="12"/>
                  <a:pt x="113" y="11"/>
                </a:cubicBezTo>
                <a:cubicBezTo>
                  <a:pt x="95" y="1"/>
                  <a:pt x="95" y="1"/>
                  <a:pt x="95" y="1"/>
                </a:cubicBezTo>
                <a:cubicBezTo>
                  <a:pt x="94" y="0"/>
                  <a:pt x="91" y="0"/>
                  <a:pt x="90" y="2"/>
                </a:cubicBezTo>
                <a:cubicBezTo>
                  <a:pt x="88" y="7"/>
                  <a:pt x="88" y="7"/>
                  <a:pt x="88" y="7"/>
                </a:cubicBezTo>
                <a:cubicBezTo>
                  <a:pt x="87" y="7"/>
                  <a:pt x="87" y="9"/>
                  <a:pt x="87" y="10"/>
                </a:cubicBezTo>
                <a:cubicBezTo>
                  <a:pt x="87" y="11"/>
                  <a:pt x="88" y="11"/>
                  <a:pt x="89" y="12"/>
                </a:cubicBezTo>
                <a:cubicBezTo>
                  <a:pt x="90" y="13"/>
                  <a:pt x="90" y="13"/>
                  <a:pt x="90" y="13"/>
                </a:cubicBezTo>
                <a:cubicBezTo>
                  <a:pt x="87" y="19"/>
                  <a:pt x="87" y="19"/>
                  <a:pt x="87" y="19"/>
                </a:cubicBezTo>
                <a:cubicBezTo>
                  <a:pt x="79" y="16"/>
                  <a:pt x="71" y="14"/>
                  <a:pt x="63" y="14"/>
                </a:cubicBezTo>
                <a:cubicBezTo>
                  <a:pt x="54" y="14"/>
                  <a:pt x="46" y="16"/>
                  <a:pt x="39" y="19"/>
                </a:cubicBezTo>
                <a:cubicBezTo>
                  <a:pt x="35" y="13"/>
                  <a:pt x="35" y="13"/>
                  <a:pt x="35" y="13"/>
                </a:cubicBezTo>
                <a:cubicBezTo>
                  <a:pt x="36" y="12"/>
                  <a:pt x="36" y="12"/>
                  <a:pt x="36" y="12"/>
                </a:cubicBezTo>
                <a:cubicBezTo>
                  <a:pt x="37" y="11"/>
                  <a:pt x="38" y="11"/>
                  <a:pt x="38" y="10"/>
                </a:cubicBezTo>
                <a:cubicBezTo>
                  <a:pt x="39" y="9"/>
                  <a:pt x="38" y="7"/>
                  <a:pt x="38" y="7"/>
                </a:cubicBezTo>
                <a:cubicBezTo>
                  <a:pt x="35" y="2"/>
                  <a:pt x="35" y="2"/>
                  <a:pt x="35" y="2"/>
                </a:cubicBezTo>
                <a:cubicBezTo>
                  <a:pt x="34" y="0"/>
                  <a:pt x="32" y="0"/>
                  <a:pt x="30" y="1"/>
                </a:cubicBezTo>
                <a:cubicBezTo>
                  <a:pt x="12" y="11"/>
                  <a:pt x="12" y="11"/>
                  <a:pt x="12" y="11"/>
                </a:cubicBezTo>
                <a:cubicBezTo>
                  <a:pt x="11" y="12"/>
                  <a:pt x="10" y="15"/>
                  <a:pt x="11" y="16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2"/>
                  <a:pt x="15" y="22"/>
                  <a:pt x="16" y="23"/>
                </a:cubicBezTo>
                <a:cubicBezTo>
                  <a:pt x="17" y="23"/>
                  <a:pt x="18" y="23"/>
                  <a:pt x="19" y="22"/>
                </a:cubicBezTo>
                <a:cubicBezTo>
                  <a:pt x="20" y="21"/>
                  <a:pt x="20" y="21"/>
                  <a:pt x="20" y="21"/>
                </a:cubicBezTo>
                <a:cubicBezTo>
                  <a:pt x="24" y="28"/>
                  <a:pt x="24" y="28"/>
                  <a:pt x="24" y="28"/>
                </a:cubicBezTo>
                <a:cubicBezTo>
                  <a:pt x="9" y="39"/>
                  <a:pt x="0" y="57"/>
                  <a:pt x="0" y="77"/>
                </a:cubicBezTo>
                <a:cubicBezTo>
                  <a:pt x="0" y="111"/>
                  <a:pt x="28" y="139"/>
                  <a:pt x="63" y="139"/>
                </a:cubicBezTo>
                <a:cubicBezTo>
                  <a:pt x="97" y="139"/>
                  <a:pt x="125" y="111"/>
                  <a:pt x="125" y="77"/>
                </a:cubicBezTo>
                <a:cubicBezTo>
                  <a:pt x="125" y="57"/>
                  <a:pt x="116" y="39"/>
                  <a:pt x="101" y="28"/>
                </a:cubicBezTo>
                <a:close/>
                <a:moveTo>
                  <a:pt x="63" y="127"/>
                </a:moveTo>
                <a:cubicBezTo>
                  <a:pt x="35" y="127"/>
                  <a:pt x="12" y="104"/>
                  <a:pt x="12" y="77"/>
                </a:cubicBezTo>
                <a:cubicBezTo>
                  <a:pt x="12" y="49"/>
                  <a:pt x="35" y="26"/>
                  <a:pt x="63" y="26"/>
                </a:cubicBezTo>
                <a:cubicBezTo>
                  <a:pt x="91" y="26"/>
                  <a:pt x="113" y="49"/>
                  <a:pt x="113" y="77"/>
                </a:cubicBezTo>
                <a:cubicBezTo>
                  <a:pt x="113" y="104"/>
                  <a:pt x="91" y="127"/>
                  <a:pt x="63" y="1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833"/>
          <p:cNvSpPr>
            <a:spLocks noEditPoints="1"/>
          </p:cNvSpPr>
          <p:nvPr/>
        </p:nvSpPr>
        <p:spPr bwMode="auto">
          <a:xfrm>
            <a:off x="5958597" y="4006205"/>
            <a:ext cx="463550" cy="323850"/>
          </a:xfrm>
          <a:custGeom>
            <a:avLst/>
            <a:gdLst>
              <a:gd name="T0" fmla="*/ 131 w 146"/>
              <a:gd name="T1" fmla="*/ 87 h 102"/>
              <a:gd name="T2" fmla="*/ 146 w 146"/>
              <a:gd name="T3" fmla="*/ 62 h 102"/>
              <a:gd name="T4" fmla="*/ 122 w 146"/>
              <a:gd name="T5" fmla="*/ 32 h 102"/>
              <a:gd name="T6" fmla="*/ 124 w 146"/>
              <a:gd name="T7" fmla="*/ 43 h 102"/>
              <a:gd name="T8" fmla="*/ 72 w 146"/>
              <a:gd name="T9" fmla="*/ 90 h 102"/>
              <a:gd name="T10" fmla="*/ 99 w 146"/>
              <a:gd name="T11" fmla="*/ 96 h 102"/>
              <a:gd name="T12" fmla="*/ 113 w 146"/>
              <a:gd name="T13" fmla="*/ 94 h 102"/>
              <a:gd name="T14" fmla="*/ 146 w 146"/>
              <a:gd name="T15" fmla="*/ 96 h 102"/>
              <a:gd name="T16" fmla="*/ 131 w 146"/>
              <a:gd name="T17" fmla="*/ 87 h 102"/>
              <a:gd name="T18" fmla="*/ 118 w 146"/>
              <a:gd name="T19" fmla="*/ 43 h 102"/>
              <a:gd name="T20" fmla="*/ 59 w 146"/>
              <a:gd name="T21" fmla="*/ 0 h 102"/>
              <a:gd name="T22" fmla="*/ 0 w 146"/>
              <a:gd name="T23" fmla="*/ 43 h 102"/>
              <a:gd name="T24" fmla="*/ 19 w 146"/>
              <a:gd name="T25" fmla="*/ 74 h 102"/>
              <a:gd name="T26" fmla="*/ 0 w 146"/>
              <a:gd name="T27" fmla="*/ 86 h 102"/>
              <a:gd name="T28" fmla="*/ 41 w 146"/>
              <a:gd name="T29" fmla="*/ 84 h 102"/>
              <a:gd name="T30" fmla="*/ 59 w 146"/>
              <a:gd name="T31" fmla="*/ 86 h 102"/>
              <a:gd name="T32" fmla="*/ 118 w 146"/>
              <a:gd name="T33" fmla="*/ 43 h 102"/>
              <a:gd name="T34" fmla="*/ 71 w 146"/>
              <a:gd name="T35" fmla="*/ 61 h 102"/>
              <a:gd name="T36" fmla="*/ 32 w 146"/>
              <a:gd name="T37" fmla="*/ 61 h 102"/>
              <a:gd name="T38" fmla="*/ 32 w 146"/>
              <a:gd name="T39" fmla="*/ 56 h 102"/>
              <a:gd name="T40" fmla="*/ 71 w 146"/>
              <a:gd name="T41" fmla="*/ 56 h 102"/>
              <a:gd name="T42" fmla="*/ 71 w 146"/>
              <a:gd name="T43" fmla="*/ 61 h 102"/>
              <a:gd name="T44" fmla="*/ 86 w 146"/>
              <a:gd name="T45" fmla="*/ 46 h 102"/>
              <a:gd name="T46" fmla="*/ 32 w 146"/>
              <a:gd name="T47" fmla="*/ 46 h 102"/>
              <a:gd name="T48" fmla="*/ 32 w 146"/>
              <a:gd name="T49" fmla="*/ 41 h 102"/>
              <a:gd name="T50" fmla="*/ 86 w 146"/>
              <a:gd name="T51" fmla="*/ 41 h 102"/>
              <a:gd name="T52" fmla="*/ 86 w 146"/>
              <a:gd name="T53" fmla="*/ 46 h 102"/>
              <a:gd name="T54" fmla="*/ 86 w 146"/>
              <a:gd name="T55" fmla="*/ 31 h 102"/>
              <a:gd name="T56" fmla="*/ 32 w 146"/>
              <a:gd name="T57" fmla="*/ 31 h 102"/>
              <a:gd name="T58" fmla="*/ 32 w 146"/>
              <a:gd name="T59" fmla="*/ 26 h 102"/>
              <a:gd name="T60" fmla="*/ 86 w 146"/>
              <a:gd name="T61" fmla="*/ 26 h 102"/>
              <a:gd name="T62" fmla="*/ 86 w 146"/>
              <a:gd name="T63" fmla="*/ 31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6" h="102">
                <a:moveTo>
                  <a:pt x="131" y="87"/>
                </a:moveTo>
                <a:cubicBezTo>
                  <a:pt x="140" y="81"/>
                  <a:pt x="146" y="72"/>
                  <a:pt x="146" y="62"/>
                </a:cubicBezTo>
                <a:cubicBezTo>
                  <a:pt x="146" y="49"/>
                  <a:pt x="136" y="38"/>
                  <a:pt x="122" y="32"/>
                </a:cubicBezTo>
                <a:cubicBezTo>
                  <a:pt x="123" y="36"/>
                  <a:pt x="124" y="39"/>
                  <a:pt x="124" y="43"/>
                </a:cubicBezTo>
                <a:cubicBezTo>
                  <a:pt x="124" y="66"/>
                  <a:pt x="102" y="86"/>
                  <a:pt x="72" y="90"/>
                </a:cubicBezTo>
                <a:cubicBezTo>
                  <a:pt x="80" y="94"/>
                  <a:pt x="89" y="96"/>
                  <a:pt x="99" y="96"/>
                </a:cubicBezTo>
                <a:cubicBezTo>
                  <a:pt x="104" y="96"/>
                  <a:pt x="109" y="96"/>
                  <a:pt x="113" y="94"/>
                </a:cubicBezTo>
                <a:cubicBezTo>
                  <a:pt x="127" y="102"/>
                  <a:pt x="146" y="96"/>
                  <a:pt x="146" y="96"/>
                </a:cubicBezTo>
                <a:cubicBezTo>
                  <a:pt x="138" y="95"/>
                  <a:pt x="133" y="91"/>
                  <a:pt x="131" y="87"/>
                </a:cubicBezTo>
                <a:close/>
                <a:moveTo>
                  <a:pt x="118" y="43"/>
                </a:moveTo>
                <a:cubicBezTo>
                  <a:pt x="118" y="19"/>
                  <a:pt x="92" y="0"/>
                  <a:pt x="59" y="0"/>
                </a:cubicBezTo>
                <a:cubicBezTo>
                  <a:pt x="26" y="0"/>
                  <a:pt x="0" y="19"/>
                  <a:pt x="0" y="43"/>
                </a:cubicBezTo>
                <a:cubicBezTo>
                  <a:pt x="0" y="55"/>
                  <a:pt x="7" y="67"/>
                  <a:pt x="19" y="74"/>
                </a:cubicBezTo>
                <a:cubicBezTo>
                  <a:pt x="16" y="79"/>
                  <a:pt x="10" y="85"/>
                  <a:pt x="0" y="86"/>
                </a:cubicBezTo>
                <a:cubicBezTo>
                  <a:pt x="0" y="86"/>
                  <a:pt x="23" y="93"/>
                  <a:pt x="41" y="84"/>
                </a:cubicBezTo>
                <a:cubicBezTo>
                  <a:pt x="46" y="85"/>
                  <a:pt x="53" y="86"/>
                  <a:pt x="59" y="86"/>
                </a:cubicBezTo>
                <a:cubicBezTo>
                  <a:pt x="92" y="86"/>
                  <a:pt x="118" y="67"/>
                  <a:pt x="118" y="43"/>
                </a:cubicBezTo>
                <a:close/>
                <a:moveTo>
                  <a:pt x="71" y="61"/>
                </a:moveTo>
                <a:cubicBezTo>
                  <a:pt x="32" y="61"/>
                  <a:pt x="32" y="61"/>
                  <a:pt x="32" y="61"/>
                </a:cubicBezTo>
                <a:cubicBezTo>
                  <a:pt x="32" y="56"/>
                  <a:pt x="32" y="56"/>
                  <a:pt x="32" y="56"/>
                </a:cubicBezTo>
                <a:cubicBezTo>
                  <a:pt x="71" y="56"/>
                  <a:pt x="71" y="56"/>
                  <a:pt x="71" y="56"/>
                </a:cubicBezTo>
                <a:lnTo>
                  <a:pt x="71" y="61"/>
                </a:lnTo>
                <a:close/>
                <a:moveTo>
                  <a:pt x="86" y="46"/>
                </a:moveTo>
                <a:cubicBezTo>
                  <a:pt x="32" y="46"/>
                  <a:pt x="32" y="46"/>
                  <a:pt x="32" y="46"/>
                </a:cubicBezTo>
                <a:cubicBezTo>
                  <a:pt x="32" y="41"/>
                  <a:pt x="32" y="41"/>
                  <a:pt x="32" y="41"/>
                </a:cubicBezTo>
                <a:cubicBezTo>
                  <a:pt x="86" y="41"/>
                  <a:pt x="86" y="41"/>
                  <a:pt x="86" y="41"/>
                </a:cubicBezTo>
                <a:lnTo>
                  <a:pt x="86" y="46"/>
                </a:lnTo>
                <a:close/>
                <a:moveTo>
                  <a:pt x="86" y="31"/>
                </a:moveTo>
                <a:cubicBezTo>
                  <a:pt x="32" y="31"/>
                  <a:pt x="32" y="31"/>
                  <a:pt x="32" y="31"/>
                </a:cubicBezTo>
                <a:cubicBezTo>
                  <a:pt x="32" y="26"/>
                  <a:pt x="32" y="26"/>
                  <a:pt x="32" y="26"/>
                </a:cubicBezTo>
                <a:cubicBezTo>
                  <a:pt x="86" y="26"/>
                  <a:pt x="86" y="26"/>
                  <a:pt x="86" y="26"/>
                </a:cubicBezTo>
                <a:lnTo>
                  <a:pt x="86" y="3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834"/>
          <p:cNvSpPr>
            <a:spLocks noEditPoints="1"/>
          </p:cNvSpPr>
          <p:nvPr/>
        </p:nvSpPr>
        <p:spPr bwMode="auto">
          <a:xfrm>
            <a:off x="5234697" y="5403205"/>
            <a:ext cx="323850" cy="393700"/>
          </a:xfrm>
          <a:custGeom>
            <a:avLst/>
            <a:gdLst>
              <a:gd name="T0" fmla="*/ 5 w 102"/>
              <a:gd name="T1" fmla="*/ 8 h 124"/>
              <a:gd name="T2" fmla="*/ 0 w 102"/>
              <a:gd name="T3" fmla="*/ 13 h 124"/>
              <a:gd name="T4" fmla="*/ 0 w 102"/>
              <a:gd name="T5" fmla="*/ 119 h 124"/>
              <a:gd name="T6" fmla="*/ 5 w 102"/>
              <a:gd name="T7" fmla="*/ 124 h 124"/>
              <a:gd name="T8" fmla="*/ 10 w 102"/>
              <a:gd name="T9" fmla="*/ 119 h 124"/>
              <a:gd name="T10" fmla="*/ 10 w 102"/>
              <a:gd name="T11" fmla="*/ 13 h 124"/>
              <a:gd name="T12" fmla="*/ 5 w 102"/>
              <a:gd name="T13" fmla="*/ 8 h 124"/>
              <a:gd name="T14" fmla="*/ 58 w 102"/>
              <a:gd name="T15" fmla="*/ 14 h 124"/>
              <a:gd name="T16" fmla="*/ 15 w 102"/>
              <a:gd name="T17" fmla="*/ 15 h 124"/>
              <a:gd name="T18" fmla="*/ 15 w 102"/>
              <a:gd name="T19" fmla="*/ 71 h 124"/>
              <a:gd name="T20" fmla="*/ 58 w 102"/>
              <a:gd name="T21" fmla="*/ 70 h 124"/>
              <a:gd name="T22" fmla="*/ 102 w 102"/>
              <a:gd name="T23" fmla="*/ 67 h 124"/>
              <a:gd name="T24" fmla="*/ 102 w 102"/>
              <a:gd name="T25" fmla="*/ 11 h 124"/>
              <a:gd name="T26" fmla="*/ 58 w 102"/>
              <a:gd name="T27" fmla="*/ 1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2" h="124">
                <a:moveTo>
                  <a:pt x="5" y="8"/>
                </a:moveTo>
                <a:cubicBezTo>
                  <a:pt x="2" y="8"/>
                  <a:pt x="0" y="10"/>
                  <a:pt x="0" y="13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122"/>
                  <a:pt x="2" y="124"/>
                  <a:pt x="5" y="124"/>
                </a:cubicBezTo>
                <a:cubicBezTo>
                  <a:pt x="8" y="124"/>
                  <a:pt x="10" y="122"/>
                  <a:pt x="10" y="119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0"/>
                  <a:pt x="8" y="8"/>
                  <a:pt x="5" y="8"/>
                </a:cubicBezTo>
                <a:close/>
                <a:moveTo>
                  <a:pt x="58" y="14"/>
                </a:moveTo>
                <a:cubicBezTo>
                  <a:pt x="29" y="0"/>
                  <a:pt x="15" y="15"/>
                  <a:pt x="15" y="15"/>
                </a:cubicBezTo>
                <a:cubicBezTo>
                  <a:pt x="15" y="71"/>
                  <a:pt x="15" y="71"/>
                  <a:pt x="15" y="71"/>
                </a:cubicBezTo>
                <a:cubicBezTo>
                  <a:pt x="15" y="71"/>
                  <a:pt x="29" y="55"/>
                  <a:pt x="58" y="70"/>
                </a:cubicBezTo>
                <a:cubicBezTo>
                  <a:pt x="87" y="85"/>
                  <a:pt x="102" y="67"/>
                  <a:pt x="102" y="67"/>
                </a:cubicBezTo>
                <a:cubicBezTo>
                  <a:pt x="102" y="11"/>
                  <a:pt x="102" y="11"/>
                  <a:pt x="102" y="11"/>
                </a:cubicBezTo>
                <a:cubicBezTo>
                  <a:pt x="102" y="11"/>
                  <a:pt x="87" y="29"/>
                  <a:pt x="58" y="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835"/>
          <p:cNvSpPr>
            <a:spLocks noEditPoints="1"/>
          </p:cNvSpPr>
          <p:nvPr/>
        </p:nvSpPr>
        <p:spPr bwMode="auto">
          <a:xfrm>
            <a:off x="3574172" y="5406380"/>
            <a:ext cx="311150" cy="393700"/>
          </a:xfrm>
          <a:custGeom>
            <a:avLst/>
            <a:gdLst>
              <a:gd name="T0" fmla="*/ 140 w 196"/>
              <a:gd name="T1" fmla="*/ 72 h 248"/>
              <a:gd name="T2" fmla="*/ 32 w 196"/>
              <a:gd name="T3" fmla="*/ 72 h 248"/>
              <a:gd name="T4" fmla="*/ 32 w 196"/>
              <a:gd name="T5" fmla="*/ 88 h 248"/>
              <a:gd name="T6" fmla="*/ 140 w 196"/>
              <a:gd name="T7" fmla="*/ 88 h 248"/>
              <a:gd name="T8" fmla="*/ 140 w 196"/>
              <a:gd name="T9" fmla="*/ 72 h 248"/>
              <a:gd name="T10" fmla="*/ 140 w 196"/>
              <a:gd name="T11" fmla="*/ 42 h 248"/>
              <a:gd name="T12" fmla="*/ 32 w 196"/>
              <a:gd name="T13" fmla="*/ 42 h 248"/>
              <a:gd name="T14" fmla="*/ 32 w 196"/>
              <a:gd name="T15" fmla="*/ 56 h 248"/>
              <a:gd name="T16" fmla="*/ 140 w 196"/>
              <a:gd name="T17" fmla="*/ 56 h 248"/>
              <a:gd name="T18" fmla="*/ 140 w 196"/>
              <a:gd name="T19" fmla="*/ 42 h 248"/>
              <a:gd name="T20" fmla="*/ 140 w 196"/>
              <a:gd name="T21" fmla="*/ 102 h 248"/>
              <a:gd name="T22" fmla="*/ 32 w 196"/>
              <a:gd name="T23" fmla="*/ 102 h 248"/>
              <a:gd name="T24" fmla="*/ 32 w 196"/>
              <a:gd name="T25" fmla="*/ 118 h 248"/>
              <a:gd name="T26" fmla="*/ 140 w 196"/>
              <a:gd name="T27" fmla="*/ 118 h 248"/>
              <a:gd name="T28" fmla="*/ 140 w 196"/>
              <a:gd name="T29" fmla="*/ 102 h 248"/>
              <a:gd name="T30" fmla="*/ 174 w 196"/>
              <a:gd name="T31" fmla="*/ 22 h 248"/>
              <a:gd name="T32" fmla="*/ 174 w 196"/>
              <a:gd name="T33" fmla="*/ 0 h 248"/>
              <a:gd name="T34" fmla="*/ 0 w 196"/>
              <a:gd name="T35" fmla="*/ 0 h 248"/>
              <a:gd name="T36" fmla="*/ 0 w 196"/>
              <a:gd name="T37" fmla="*/ 228 h 248"/>
              <a:gd name="T38" fmla="*/ 20 w 196"/>
              <a:gd name="T39" fmla="*/ 228 h 248"/>
              <a:gd name="T40" fmla="*/ 20 w 196"/>
              <a:gd name="T41" fmla="*/ 248 h 248"/>
              <a:gd name="T42" fmla="*/ 196 w 196"/>
              <a:gd name="T43" fmla="*/ 248 h 248"/>
              <a:gd name="T44" fmla="*/ 196 w 196"/>
              <a:gd name="T45" fmla="*/ 22 h 248"/>
              <a:gd name="T46" fmla="*/ 174 w 196"/>
              <a:gd name="T47" fmla="*/ 22 h 248"/>
              <a:gd name="T48" fmla="*/ 12 w 196"/>
              <a:gd name="T49" fmla="*/ 214 h 248"/>
              <a:gd name="T50" fmla="*/ 12 w 196"/>
              <a:gd name="T51" fmla="*/ 12 h 248"/>
              <a:gd name="T52" fmla="*/ 162 w 196"/>
              <a:gd name="T53" fmla="*/ 12 h 248"/>
              <a:gd name="T54" fmla="*/ 162 w 196"/>
              <a:gd name="T55" fmla="*/ 164 h 248"/>
              <a:gd name="T56" fmla="*/ 110 w 196"/>
              <a:gd name="T57" fmla="*/ 164 h 248"/>
              <a:gd name="T58" fmla="*/ 110 w 196"/>
              <a:gd name="T59" fmla="*/ 214 h 248"/>
              <a:gd name="T60" fmla="*/ 12 w 196"/>
              <a:gd name="T61" fmla="*/ 214 h 248"/>
              <a:gd name="T62" fmla="*/ 184 w 196"/>
              <a:gd name="T63" fmla="*/ 236 h 248"/>
              <a:gd name="T64" fmla="*/ 32 w 196"/>
              <a:gd name="T65" fmla="*/ 236 h 248"/>
              <a:gd name="T66" fmla="*/ 32 w 196"/>
              <a:gd name="T67" fmla="*/ 228 h 248"/>
              <a:gd name="T68" fmla="*/ 116 w 196"/>
              <a:gd name="T69" fmla="*/ 228 h 248"/>
              <a:gd name="T70" fmla="*/ 174 w 196"/>
              <a:gd name="T71" fmla="*/ 170 h 248"/>
              <a:gd name="T72" fmla="*/ 174 w 196"/>
              <a:gd name="T73" fmla="*/ 34 h 248"/>
              <a:gd name="T74" fmla="*/ 184 w 196"/>
              <a:gd name="T75" fmla="*/ 34 h 248"/>
              <a:gd name="T76" fmla="*/ 184 w 196"/>
              <a:gd name="T77" fmla="*/ 236 h 248"/>
              <a:gd name="T78" fmla="*/ 32 w 196"/>
              <a:gd name="T79" fmla="*/ 148 h 248"/>
              <a:gd name="T80" fmla="*/ 86 w 196"/>
              <a:gd name="T81" fmla="*/ 148 h 248"/>
              <a:gd name="T82" fmla="*/ 86 w 196"/>
              <a:gd name="T83" fmla="*/ 132 h 248"/>
              <a:gd name="T84" fmla="*/ 32 w 196"/>
              <a:gd name="T85" fmla="*/ 132 h 248"/>
              <a:gd name="T86" fmla="*/ 32 w 196"/>
              <a:gd name="T87" fmla="*/ 1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6" h="248">
                <a:moveTo>
                  <a:pt x="140" y="72"/>
                </a:moveTo>
                <a:lnTo>
                  <a:pt x="32" y="72"/>
                </a:lnTo>
                <a:lnTo>
                  <a:pt x="32" y="88"/>
                </a:lnTo>
                <a:lnTo>
                  <a:pt x="140" y="88"/>
                </a:lnTo>
                <a:lnTo>
                  <a:pt x="140" y="72"/>
                </a:lnTo>
                <a:close/>
                <a:moveTo>
                  <a:pt x="140" y="42"/>
                </a:moveTo>
                <a:lnTo>
                  <a:pt x="32" y="42"/>
                </a:lnTo>
                <a:lnTo>
                  <a:pt x="32" y="56"/>
                </a:lnTo>
                <a:lnTo>
                  <a:pt x="140" y="56"/>
                </a:lnTo>
                <a:lnTo>
                  <a:pt x="140" y="42"/>
                </a:lnTo>
                <a:close/>
                <a:moveTo>
                  <a:pt x="140" y="102"/>
                </a:moveTo>
                <a:lnTo>
                  <a:pt x="32" y="102"/>
                </a:lnTo>
                <a:lnTo>
                  <a:pt x="32" y="118"/>
                </a:lnTo>
                <a:lnTo>
                  <a:pt x="140" y="118"/>
                </a:lnTo>
                <a:lnTo>
                  <a:pt x="140" y="102"/>
                </a:lnTo>
                <a:close/>
                <a:moveTo>
                  <a:pt x="174" y="22"/>
                </a:moveTo>
                <a:lnTo>
                  <a:pt x="174" y="0"/>
                </a:lnTo>
                <a:lnTo>
                  <a:pt x="0" y="0"/>
                </a:lnTo>
                <a:lnTo>
                  <a:pt x="0" y="228"/>
                </a:lnTo>
                <a:lnTo>
                  <a:pt x="20" y="228"/>
                </a:lnTo>
                <a:lnTo>
                  <a:pt x="20" y="248"/>
                </a:lnTo>
                <a:lnTo>
                  <a:pt x="196" y="248"/>
                </a:lnTo>
                <a:lnTo>
                  <a:pt x="196" y="22"/>
                </a:lnTo>
                <a:lnTo>
                  <a:pt x="174" y="22"/>
                </a:lnTo>
                <a:close/>
                <a:moveTo>
                  <a:pt x="12" y="214"/>
                </a:moveTo>
                <a:lnTo>
                  <a:pt x="12" y="12"/>
                </a:lnTo>
                <a:lnTo>
                  <a:pt x="162" y="12"/>
                </a:lnTo>
                <a:lnTo>
                  <a:pt x="162" y="164"/>
                </a:lnTo>
                <a:lnTo>
                  <a:pt x="110" y="164"/>
                </a:lnTo>
                <a:lnTo>
                  <a:pt x="110" y="214"/>
                </a:lnTo>
                <a:lnTo>
                  <a:pt x="12" y="214"/>
                </a:lnTo>
                <a:close/>
                <a:moveTo>
                  <a:pt x="184" y="236"/>
                </a:moveTo>
                <a:lnTo>
                  <a:pt x="32" y="236"/>
                </a:lnTo>
                <a:lnTo>
                  <a:pt x="32" y="228"/>
                </a:lnTo>
                <a:lnTo>
                  <a:pt x="116" y="228"/>
                </a:lnTo>
                <a:lnTo>
                  <a:pt x="174" y="170"/>
                </a:lnTo>
                <a:lnTo>
                  <a:pt x="174" y="34"/>
                </a:lnTo>
                <a:lnTo>
                  <a:pt x="184" y="34"/>
                </a:lnTo>
                <a:lnTo>
                  <a:pt x="184" y="236"/>
                </a:lnTo>
                <a:close/>
                <a:moveTo>
                  <a:pt x="32" y="148"/>
                </a:moveTo>
                <a:lnTo>
                  <a:pt x="86" y="148"/>
                </a:lnTo>
                <a:lnTo>
                  <a:pt x="86" y="132"/>
                </a:lnTo>
                <a:lnTo>
                  <a:pt x="32" y="132"/>
                </a:lnTo>
                <a:lnTo>
                  <a:pt x="32" y="14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2066027" y="2754286"/>
            <a:ext cx="183191" cy="0"/>
          </a:xfrm>
          <a:prstGeom prst="line">
            <a:avLst/>
          </a:prstGeom>
          <a:ln w="254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2066027" y="4184102"/>
            <a:ext cx="183191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066027" y="5608132"/>
            <a:ext cx="183191" cy="0"/>
          </a:xfrm>
          <a:prstGeom prst="line">
            <a:avLst/>
          </a:prstGeom>
          <a:ln w="25400" cap="rnd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842788" y="2754286"/>
            <a:ext cx="180000" cy="0"/>
          </a:xfrm>
          <a:prstGeom prst="line">
            <a:avLst/>
          </a:prstGeom>
          <a:ln w="254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842788" y="4184102"/>
            <a:ext cx="180000" cy="0"/>
          </a:xfrm>
          <a:prstGeom prst="line">
            <a:avLst/>
          </a:prstGeom>
          <a:ln w="254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630655" y="5608132"/>
            <a:ext cx="180000" cy="0"/>
          </a:xfrm>
          <a:prstGeom prst="line">
            <a:avLst/>
          </a:prstGeom>
          <a:ln w="254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30680" y="3911311"/>
            <a:ext cx="1345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مالتی پلت فرم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286" y="3947329"/>
            <a:ext cx="1019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یکپارچگی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919" y="2507974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سفارشی سازی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6043" y="5378690"/>
            <a:ext cx="1218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قابل مدیریت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95578" y="5370504"/>
            <a:ext cx="16594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امنیت </a:t>
            </a:r>
            <a:endParaRPr lang="fa-IR" dirty="0" smtClean="0">
              <a:solidFill>
                <a:schemeClr val="accent2"/>
              </a:solidFill>
              <a:cs typeface="B Titr" panose="00000700000000000000" pitchFamily="2" charset="-78"/>
            </a:endParaRPr>
          </a:p>
          <a:p>
            <a:pPr algn="ctr" rtl="1"/>
            <a:r>
              <a:rPr lang="en-US" dirty="0" smtClean="0">
                <a:solidFill>
                  <a:schemeClr val="accent2"/>
                </a:solidFill>
                <a:cs typeface="B Titr" panose="00000700000000000000" pitchFamily="2" charset="-78"/>
              </a:rPr>
              <a:t>End </a:t>
            </a:r>
            <a:r>
              <a:rPr lang="en-US" dirty="0">
                <a:solidFill>
                  <a:schemeClr val="accent2"/>
                </a:solidFill>
                <a:cs typeface="B Titr" panose="00000700000000000000" pitchFamily="2" charset="-78"/>
              </a:rPr>
              <a:t>– to - End</a:t>
            </a:r>
            <a:endParaRPr lang="fa-IR" dirty="0">
              <a:solidFill>
                <a:schemeClr val="accent2"/>
              </a:solidFill>
              <a:cs typeface="B Titr" panose="00000700000000000000" pitchFamily="2" charset="-78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931735" y="2569620"/>
            <a:ext cx="1083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قابل اعتماد</a:t>
            </a:r>
          </a:p>
        </p:txBody>
      </p:sp>
    </p:spTree>
    <p:extLst>
      <p:ext uri="{BB962C8B-B14F-4D97-AF65-F5344CB8AC3E}">
        <p14:creationId xmlns:p14="http://schemas.microsoft.com/office/powerpoint/2010/main" val="92473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Title 63"/>
          <p:cNvSpPr txBox="1">
            <a:spLocks/>
          </p:cNvSpPr>
          <p:nvPr/>
        </p:nvSpPr>
        <p:spPr>
          <a:xfrm>
            <a:off x="611189" y="214702"/>
            <a:ext cx="3887788" cy="5936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2000" b="1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 smtClean="0">
                <a:cs typeface="B Titr" panose="00000700000000000000" pitchFamily="2" charset="-78"/>
              </a:rPr>
              <a:t>نمونه های از تست تماس تصویری </a:t>
            </a:r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089592"/>
              </p:ext>
            </p:extLst>
          </p:nvPr>
        </p:nvGraphicFramePr>
        <p:xfrm>
          <a:off x="773738" y="1346661"/>
          <a:ext cx="3195827" cy="2406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Image" r:id="rId3" imgW="9053640" imgH="6818760" progId="Photoshop.Image.18">
                  <p:embed/>
                </p:oleObj>
              </mc:Choice>
              <mc:Fallback>
                <p:oleObj name="Image" r:id="rId3" imgW="9053640" imgH="6818760" progId="Photoshop.Image.18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3738" y="1346661"/>
                        <a:ext cx="3195827" cy="2406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1273" r="32000" b="31818"/>
          <a:stretch/>
        </p:blipFill>
        <p:spPr>
          <a:xfrm>
            <a:off x="519186" y="4069582"/>
            <a:ext cx="3721328" cy="22891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6" t="11777" r="21364" b="20183"/>
          <a:stretch/>
        </p:blipFill>
        <p:spPr>
          <a:xfrm>
            <a:off x="4830977" y="4070698"/>
            <a:ext cx="3845239" cy="2296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977" y="1571104"/>
            <a:ext cx="3833324" cy="226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7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11188" y="4151583"/>
            <a:ext cx="7921625" cy="541438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نیازمندی های فنی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5911850" y="6367463"/>
            <a:ext cx="2803525" cy="490537"/>
          </a:xfrm>
        </p:spPr>
        <p:txBody>
          <a:bodyPr/>
          <a:lstStyle/>
          <a:p>
            <a:r>
              <a:rPr lang="fa-IR" dirty="0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15375" y="6367463"/>
            <a:ext cx="428625" cy="490537"/>
          </a:xfrm>
        </p:spPr>
        <p:txBody>
          <a:bodyPr/>
          <a:lstStyle/>
          <a:p>
            <a:fld id="{8409FBBB-C588-4B8D-A7FF-E25C81CC24C8}" type="slidenum">
              <a:rPr lang="en-US" smtClean="0"/>
              <a:t>23</a:t>
            </a:fld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240124"/>
              </p:ext>
            </p:extLst>
          </p:nvPr>
        </p:nvGraphicFramePr>
        <p:xfrm>
          <a:off x="3571585" y="139766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585" y="139766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408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75658" y="3757351"/>
            <a:ext cx="6792684" cy="540327"/>
          </a:xfrm>
        </p:spPr>
        <p:txBody>
          <a:bodyPr/>
          <a:lstStyle/>
          <a:p>
            <a:pPr marL="457200" indent="-457200" rtl="1"/>
            <a:r>
              <a:rPr lang="fa-IR" dirty="0" smtClean="0">
                <a:cs typeface="B Titr" panose="00000700000000000000" pitchFamily="2" charset="-78"/>
              </a:rPr>
              <a:t>پهنای باند و شبکه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1175658" y="2782926"/>
            <a:ext cx="6792684" cy="540327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ctr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6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rtl="1"/>
            <a:r>
              <a:rPr lang="fa-IR" dirty="0" smtClean="0">
                <a:cs typeface="B Titr" panose="00000700000000000000" pitchFamily="2" charset="-78"/>
              </a:rPr>
              <a:t>بستر سخت افزاری</a:t>
            </a:r>
            <a:endParaRPr lang="fa-IR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993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نیازمندی های فنی – پهنای باند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196" y="1762958"/>
            <a:ext cx="6959253" cy="416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989" y="1886989"/>
            <a:ext cx="1630911" cy="9671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930" y="3635375"/>
            <a:ext cx="904788" cy="590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0" r="31060"/>
          <a:stretch/>
        </p:blipFill>
        <p:spPr>
          <a:xfrm>
            <a:off x="7099300" y="5007116"/>
            <a:ext cx="346076" cy="5905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4765675" y="2232278"/>
            <a:ext cx="330200" cy="2551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149850" y="2232278"/>
            <a:ext cx="330200" cy="2551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18149" y="2232278"/>
            <a:ext cx="346075" cy="2551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4841208" y="2625952"/>
            <a:ext cx="203603" cy="1573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225383" y="2625952"/>
            <a:ext cx="203603" cy="1573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93683" y="2625952"/>
            <a:ext cx="213392" cy="15731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4757737" y="3710380"/>
            <a:ext cx="346075" cy="25513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18149" y="3704030"/>
            <a:ext cx="346075" cy="25513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4841208" y="4104328"/>
            <a:ext cx="203603" cy="1573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225383" y="4104328"/>
            <a:ext cx="203603" cy="1573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98577" y="4104328"/>
            <a:ext cx="203603" cy="1573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4841208" y="5138782"/>
            <a:ext cx="203603" cy="1573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225383" y="5138782"/>
            <a:ext cx="203603" cy="1573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98577" y="5138782"/>
            <a:ext cx="203603" cy="15731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1347390" y="3710654"/>
            <a:ext cx="330200" cy="25513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1731565" y="3710654"/>
            <a:ext cx="330200" cy="25513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2099864" y="3710654"/>
            <a:ext cx="346075" cy="25513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1422923" y="4104328"/>
            <a:ext cx="203603" cy="15731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1807098" y="4104328"/>
            <a:ext cx="203603" cy="15731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2175398" y="4104328"/>
            <a:ext cx="213392" cy="15731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5" t="44304" r="61418" b="41160"/>
          <a:stretch/>
        </p:blipFill>
        <p:spPr>
          <a:xfrm>
            <a:off x="4750796" y="2232278"/>
            <a:ext cx="345079" cy="26724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5086" r="62279" b="57740"/>
          <a:stretch/>
        </p:blipFill>
        <p:spPr>
          <a:xfrm>
            <a:off x="5211350" y="2614878"/>
            <a:ext cx="248856" cy="16838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0" t="29125" r="56004" b="55861"/>
          <a:stretch/>
        </p:blipFill>
        <p:spPr>
          <a:xfrm>
            <a:off x="5119689" y="2225991"/>
            <a:ext cx="360361" cy="27352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44138" r="50794" b="41549"/>
          <a:stretch/>
        </p:blipFill>
        <p:spPr>
          <a:xfrm>
            <a:off x="4840314" y="2627841"/>
            <a:ext cx="199616" cy="15542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5086" r="62279" b="57740"/>
          <a:stretch/>
        </p:blipFill>
        <p:spPr>
          <a:xfrm>
            <a:off x="1803275" y="4104327"/>
            <a:ext cx="232490" cy="15731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2092440" y="3721562"/>
            <a:ext cx="346075" cy="25513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2167974" y="4115236"/>
            <a:ext cx="213392" cy="15731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5" t="44304" r="61418" b="41160"/>
          <a:stretch/>
        </p:blipFill>
        <p:spPr>
          <a:xfrm>
            <a:off x="1325087" y="3721562"/>
            <a:ext cx="345079" cy="26724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5086" r="62279" b="57740"/>
          <a:stretch/>
        </p:blipFill>
        <p:spPr>
          <a:xfrm>
            <a:off x="1785641" y="4104162"/>
            <a:ext cx="248856" cy="16838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0" t="29125" r="56004" b="55861"/>
          <a:stretch/>
        </p:blipFill>
        <p:spPr>
          <a:xfrm>
            <a:off x="1693980" y="3715275"/>
            <a:ext cx="360361" cy="27352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44138" r="50794" b="41549"/>
          <a:stretch/>
        </p:blipFill>
        <p:spPr>
          <a:xfrm>
            <a:off x="1414605" y="4117125"/>
            <a:ext cx="199616" cy="15542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01251" y="3709451"/>
            <a:ext cx="346075" cy="255131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76785" y="4103125"/>
            <a:ext cx="213392" cy="15731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5" t="44304" r="61418" b="41160"/>
          <a:stretch/>
        </p:blipFill>
        <p:spPr>
          <a:xfrm>
            <a:off x="4733898" y="3709451"/>
            <a:ext cx="361469" cy="267242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5086" r="62279" b="57740"/>
          <a:stretch/>
        </p:blipFill>
        <p:spPr>
          <a:xfrm>
            <a:off x="5194452" y="4092051"/>
            <a:ext cx="248856" cy="16838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0" t="29125" r="56004" b="55861"/>
          <a:stretch/>
        </p:blipFill>
        <p:spPr>
          <a:xfrm>
            <a:off x="5118072" y="3703164"/>
            <a:ext cx="360361" cy="273529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44138" r="50794" b="41549"/>
          <a:stretch/>
        </p:blipFill>
        <p:spPr>
          <a:xfrm>
            <a:off x="4823416" y="4105014"/>
            <a:ext cx="232376" cy="15542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" r="7569"/>
          <a:stretch/>
        </p:blipFill>
        <p:spPr>
          <a:xfrm>
            <a:off x="5590309" y="5150155"/>
            <a:ext cx="213392" cy="157315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5086" r="62279" b="57740"/>
          <a:stretch/>
        </p:blipFill>
        <p:spPr>
          <a:xfrm>
            <a:off x="5207976" y="5139081"/>
            <a:ext cx="248856" cy="168389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6" t="44138" r="50794" b="41549"/>
          <a:stretch/>
        </p:blipFill>
        <p:spPr>
          <a:xfrm>
            <a:off x="4836940" y="5152044"/>
            <a:ext cx="232376" cy="15542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5" t="47134" r="61435" b="41160"/>
          <a:stretch/>
        </p:blipFill>
        <p:spPr>
          <a:xfrm>
            <a:off x="6811930" y="3635375"/>
            <a:ext cx="903320" cy="59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4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نیازمندی های فنی – سخت افزار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8" name="Text Placeholder 64"/>
          <p:cNvSpPr txBox="1">
            <a:spLocks noGrp="1"/>
          </p:cNvSpPr>
          <p:nvPr>
            <p:ph type="body" sz="quarter" idx="13"/>
          </p:nvPr>
        </p:nvSpPr>
        <p:spPr>
          <a:xfrm>
            <a:off x="-2726136" y="796208"/>
            <a:ext cx="6184900" cy="3603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583882" y="5367940"/>
            <a:ext cx="2417013" cy="554966"/>
            <a:chOff x="720652" y="1808203"/>
            <a:chExt cx="2417013" cy="554966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1806208" y="2363169"/>
              <a:ext cx="180000" cy="0"/>
            </a:xfrm>
            <a:prstGeom prst="line">
              <a:avLst/>
            </a:prstGeom>
            <a:ln w="254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>
              <a:spLocks/>
            </p:cNvSpPr>
            <p:nvPr/>
          </p:nvSpPr>
          <p:spPr>
            <a:xfrm>
              <a:off x="720652" y="1808203"/>
              <a:ext cx="2417013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1" algn="r" rtl="1"/>
              <a:r>
                <a:rPr lang="fa-IR" sz="2200" dirty="0">
                  <a:solidFill>
                    <a:schemeClr val="accent1"/>
                  </a:solidFill>
                  <a:cs typeface="B Titr" panose="00000700000000000000" pitchFamily="2" charset="-78"/>
                </a:rPr>
                <a:t>کامپیوتر/لپ تاپ</a:t>
              </a:r>
            </a:p>
          </p:txBody>
        </p:sp>
      </p:grpSp>
      <p:cxnSp>
        <p:nvCxnSpPr>
          <p:cNvPr id="32" name="Straight Connector 31"/>
          <p:cNvCxnSpPr/>
          <p:nvPr/>
        </p:nvCxnSpPr>
        <p:spPr>
          <a:xfrm>
            <a:off x="4431201" y="5976351"/>
            <a:ext cx="1800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1202"/>
          <p:cNvSpPr>
            <a:spLocks noEditPoints="1"/>
          </p:cNvSpPr>
          <p:nvPr/>
        </p:nvSpPr>
        <p:spPr bwMode="auto">
          <a:xfrm>
            <a:off x="4521201" y="4352958"/>
            <a:ext cx="63500" cy="882650"/>
          </a:xfrm>
          <a:custGeom>
            <a:avLst/>
            <a:gdLst>
              <a:gd name="T0" fmla="*/ 14 w 20"/>
              <a:gd name="T1" fmla="*/ 85 h 278"/>
              <a:gd name="T2" fmla="*/ 6 w 20"/>
              <a:gd name="T3" fmla="*/ 85 h 278"/>
              <a:gd name="T4" fmla="*/ 10 w 20"/>
              <a:gd name="T5" fmla="*/ 105 h 278"/>
              <a:gd name="T6" fmla="*/ 10 w 20"/>
              <a:gd name="T7" fmla="*/ 97 h 278"/>
              <a:gd name="T8" fmla="*/ 10 w 20"/>
              <a:gd name="T9" fmla="*/ 105 h 278"/>
              <a:gd name="T10" fmla="*/ 14 w 20"/>
              <a:gd name="T11" fmla="*/ 117 h 278"/>
              <a:gd name="T12" fmla="*/ 6 w 20"/>
              <a:gd name="T13" fmla="*/ 117 h 278"/>
              <a:gd name="T14" fmla="*/ 10 w 20"/>
              <a:gd name="T15" fmla="*/ 57 h 278"/>
              <a:gd name="T16" fmla="*/ 10 w 20"/>
              <a:gd name="T17" fmla="*/ 49 h 278"/>
              <a:gd name="T18" fmla="*/ 10 w 20"/>
              <a:gd name="T19" fmla="*/ 57 h 278"/>
              <a:gd name="T20" fmla="*/ 14 w 20"/>
              <a:gd name="T21" fmla="*/ 21 h 278"/>
              <a:gd name="T22" fmla="*/ 6 w 20"/>
              <a:gd name="T23" fmla="*/ 21 h 278"/>
              <a:gd name="T24" fmla="*/ 10 w 20"/>
              <a:gd name="T25" fmla="*/ 41 h 278"/>
              <a:gd name="T26" fmla="*/ 10 w 20"/>
              <a:gd name="T27" fmla="*/ 33 h 278"/>
              <a:gd name="T28" fmla="*/ 10 w 20"/>
              <a:gd name="T29" fmla="*/ 41 h 278"/>
              <a:gd name="T30" fmla="*/ 14 w 20"/>
              <a:gd name="T31" fmla="*/ 134 h 278"/>
              <a:gd name="T32" fmla="*/ 6 w 20"/>
              <a:gd name="T33" fmla="*/ 134 h 278"/>
              <a:gd name="T34" fmla="*/ 10 w 20"/>
              <a:gd name="T35" fmla="*/ 73 h 278"/>
              <a:gd name="T36" fmla="*/ 10 w 20"/>
              <a:gd name="T37" fmla="*/ 65 h 278"/>
              <a:gd name="T38" fmla="*/ 10 w 20"/>
              <a:gd name="T39" fmla="*/ 73 h 278"/>
              <a:gd name="T40" fmla="*/ 14 w 20"/>
              <a:gd name="T41" fmla="*/ 166 h 278"/>
              <a:gd name="T42" fmla="*/ 6 w 20"/>
              <a:gd name="T43" fmla="*/ 166 h 278"/>
              <a:gd name="T44" fmla="*/ 10 w 20"/>
              <a:gd name="T45" fmla="*/ 154 h 278"/>
              <a:gd name="T46" fmla="*/ 10 w 20"/>
              <a:gd name="T47" fmla="*/ 146 h 278"/>
              <a:gd name="T48" fmla="*/ 10 w 20"/>
              <a:gd name="T49" fmla="*/ 154 h 278"/>
              <a:gd name="T50" fmla="*/ 14 w 20"/>
              <a:gd name="T51" fmla="*/ 230 h 278"/>
              <a:gd name="T52" fmla="*/ 6 w 20"/>
              <a:gd name="T53" fmla="*/ 230 h 278"/>
              <a:gd name="T54" fmla="*/ 10 w 20"/>
              <a:gd name="T55" fmla="*/ 250 h 278"/>
              <a:gd name="T56" fmla="*/ 10 w 20"/>
              <a:gd name="T57" fmla="*/ 242 h 278"/>
              <a:gd name="T58" fmla="*/ 10 w 20"/>
              <a:gd name="T59" fmla="*/ 250 h 278"/>
              <a:gd name="T60" fmla="*/ 14 w 20"/>
              <a:gd name="T61" fmla="*/ 214 h 278"/>
              <a:gd name="T62" fmla="*/ 6 w 20"/>
              <a:gd name="T63" fmla="*/ 214 h 278"/>
              <a:gd name="T64" fmla="*/ 10 w 20"/>
              <a:gd name="T65" fmla="*/ 202 h 278"/>
              <a:gd name="T66" fmla="*/ 10 w 20"/>
              <a:gd name="T67" fmla="*/ 194 h 278"/>
              <a:gd name="T68" fmla="*/ 10 w 20"/>
              <a:gd name="T69" fmla="*/ 202 h 278"/>
              <a:gd name="T70" fmla="*/ 14 w 20"/>
              <a:gd name="T71" fmla="*/ 182 h 278"/>
              <a:gd name="T72" fmla="*/ 6 w 20"/>
              <a:gd name="T73" fmla="*/ 182 h 278"/>
              <a:gd name="T74" fmla="*/ 10 w 20"/>
              <a:gd name="T75" fmla="*/ 8 h 278"/>
              <a:gd name="T76" fmla="*/ 14 w 20"/>
              <a:gd name="T77" fmla="*/ 4 h 278"/>
              <a:gd name="T78" fmla="*/ 7 w 20"/>
              <a:gd name="T79" fmla="*/ 2 h 278"/>
              <a:gd name="T80" fmla="*/ 7 w 20"/>
              <a:gd name="T81" fmla="*/ 7 h 278"/>
              <a:gd name="T82" fmla="*/ 10 w 20"/>
              <a:gd name="T83" fmla="*/ 259 h 278"/>
              <a:gd name="T84" fmla="*/ 10 w 20"/>
              <a:gd name="T85" fmla="*/ 278 h 278"/>
              <a:gd name="T86" fmla="*/ 10 w 20"/>
              <a:gd name="T87" fmla="*/ 259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0" h="278">
                <a:moveTo>
                  <a:pt x="10" y="89"/>
                </a:moveTo>
                <a:cubicBezTo>
                  <a:pt x="12" y="89"/>
                  <a:pt x="14" y="87"/>
                  <a:pt x="14" y="85"/>
                </a:cubicBezTo>
                <a:cubicBezTo>
                  <a:pt x="14" y="83"/>
                  <a:pt x="12" y="81"/>
                  <a:pt x="10" y="81"/>
                </a:cubicBezTo>
                <a:cubicBezTo>
                  <a:pt x="8" y="81"/>
                  <a:pt x="6" y="83"/>
                  <a:pt x="6" y="85"/>
                </a:cubicBezTo>
                <a:cubicBezTo>
                  <a:pt x="6" y="87"/>
                  <a:pt x="8" y="89"/>
                  <a:pt x="10" y="89"/>
                </a:cubicBezTo>
                <a:close/>
                <a:moveTo>
                  <a:pt x="10" y="105"/>
                </a:moveTo>
                <a:cubicBezTo>
                  <a:pt x="12" y="105"/>
                  <a:pt x="14" y="103"/>
                  <a:pt x="14" y="101"/>
                </a:cubicBezTo>
                <a:cubicBezTo>
                  <a:pt x="14" y="99"/>
                  <a:pt x="12" y="97"/>
                  <a:pt x="10" y="97"/>
                </a:cubicBezTo>
                <a:cubicBezTo>
                  <a:pt x="8" y="97"/>
                  <a:pt x="6" y="99"/>
                  <a:pt x="6" y="101"/>
                </a:cubicBezTo>
                <a:cubicBezTo>
                  <a:pt x="6" y="103"/>
                  <a:pt x="8" y="105"/>
                  <a:pt x="10" y="105"/>
                </a:cubicBezTo>
                <a:close/>
                <a:moveTo>
                  <a:pt x="10" y="121"/>
                </a:moveTo>
                <a:cubicBezTo>
                  <a:pt x="12" y="121"/>
                  <a:pt x="14" y="120"/>
                  <a:pt x="14" y="117"/>
                </a:cubicBezTo>
                <a:cubicBezTo>
                  <a:pt x="14" y="115"/>
                  <a:pt x="12" y="113"/>
                  <a:pt x="10" y="113"/>
                </a:cubicBezTo>
                <a:cubicBezTo>
                  <a:pt x="8" y="113"/>
                  <a:pt x="6" y="115"/>
                  <a:pt x="6" y="117"/>
                </a:cubicBezTo>
                <a:cubicBezTo>
                  <a:pt x="6" y="120"/>
                  <a:pt x="8" y="121"/>
                  <a:pt x="10" y="121"/>
                </a:cubicBezTo>
                <a:close/>
                <a:moveTo>
                  <a:pt x="10" y="57"/>
                </a:moveTo>
                <a:cubicBezTo>
                  <a:pt x="12" y="57"/>
                  <a:pt x="14" y="55"/>
                  <a:pt x="14" y="53"/>
                </a:cubicBezTo>
                <a:cubicBezTo>
                  <a:pt x="14" y="51"/>
                  <a:pt x="12" y="49"/>
                  <a:pt x="10" y="49"/>
                </a:cubicBezTo>
                <a:cubicBezTo>
                  <a:pt x="8" y="49"/>
                  <a:pt x="6" y="51"/>
                  <a:pt x="6" y="53"/>
                </a:cubicBezTo>
                <a:cubicBezTo>
                  <a:pt x="6" y="55"/>
                  <a:pt x="8" y="57"/>
                  <a:pt x="10" y="57"/>
                </a:cubicBezTo>
                <a:close/>
                <a:moveTo>
                  <a:pt x="10" y="25"/>
                </a:moveTo>
                <a:cubicBezTo>
                  <a:pt x="12" y="25"/>
                  <a:pt x="14" y="23"/>
                  <a:pt x="14" y="21"/>
                </a:cubicBezTo>
                <a:cubicBezTo>
                  <a:pt x="14" y="18"/>
                  <a:pt x="12" y="17"/>
                  <a:pt x="10" y="17"/>
                </a:cubicBezTo>
                <a:cubicBezTo>
                  <a:pt x="8" y="17"/>
                  <a:pt x="6" y="18"/>
                  <a:pt x="6" y="21"/>
                </a:cubicBezTo>
                <a:cubicBezTo>
                  <a:pt x="6" y="23"/>
                  <a:pt x="8" y="25"/>
                  <a:pt x="10" y="25"/>
                </a:cubicBezTo>
                <a:close/>
                <a:moveTo>
                  <a:pt x="10" y="41"/>
                </a:moveTo>
                <a:cubicBezTo>
                  <a:pt x="12" y="41"/>
                  <a:pt x="14" y="39"/>
                  <a:pt x="14" y="37"/>
                </a:cubicBezTo>
                <a:cubicBezTo>
                  <a:pt x="14" y="35"/>
                  <a:pt x="12" y="33"/>
                  <a:pt x="10" y="33"/>
                </a:cubicBezTo>
                <a:cubicBezTo>
                  <a:pt x="8" y="33"/>
                  <a:pt x="6" y="35"/>
                  <a:pt x="6" y="37"/>
                </a:cubicBezTo>
                <a:cubicBezTo>
                  <a:pt x="6" y="39"/>
                  <a:pt x="8" y="41"/>
                  <a:pt x="10" y="41"/>
                </a:cubicBezTo>
                <a:close/>
                <a:moveTo>
                  <a:pt x="10" y="138"/>
                </a:moveTo>
                <a:cubicBezTo>
                  <a:pt x="12" y="138"/>
                  <a:pt x="14" y="136"/>
                  <a:pt x="14" y="134"/>
                </a:cubicBezTo>
                <a:cubicBezTo>
                  <a:pt x="14" y="131"/>
                  <a:pt x="12" y="130"/>
                  <a:pt x="10" y="130"/>
                </a:cubicBezTo>
                <a:cubicBezTo>
                  <a:pt x="8" y="130"/>
                  <a:pt x="6" y="131"/>
                  <a:pt x="6" y="134"/>
                </a:cubicBezTo>
                <a:cubicBezTo>
                  <a:pt x="6" y="136"/>
                  <a:pt x="8" y="138"/>
                  <a:pt x="10" y="138"/>
                </a:cubicBezTo>
                <a:close/>
                <a:moveTo>
                  <a:pt x="10" y="73"/>
                </a:moveTo>
                <a:cubicBezTo>
                  <a:pt x="12" y="73"/>
                  <a:pt x="14" y="71"/>
                  <a:pt x="14" y="69"/>
                </a:cubicBezTo>
                <a:cubicBezTo>
                  <a:pt x="14" y="67"/>
                  <a:pt x="12" y="65"/>
                  <a:pt x="10" y="65"/>
                </a:cubicBezTo>
                <a:cubicBezTo>
                  <a:pt x="8" y="65"/>
                  <a:pt x="6" y="67"/>
                  <a:pt x="6" y="69"/>
                </a:cubicBezTo>
                <a:cubicBezTo>
                  <a:pt x="6" y="71"/>
                  <a:pt x="8" y="73"/>
                  <a:pt x="10" y="73"/>
                </a:cubicBezTo>
                <a:close/>
                <a:moveTo>
                  <a:pt x="10" y="170"/>
                </a:moveTo>
                <a:cubicBezTo>
                  <a:pt x="12" y="170"/>
                  <a:pt x="14" y="168"/>
                  <a:pt x="14" y="166"/>
                </a:cubicBezTo>
                <a:cubicBezTo>
                  <a:pt x="14" y="164"/>
                  <a:pt x="12" y="162"/>
                  <a:pt x="10" y="162"/>
                </a:cubicBezTo>
                <a:cubicBezTo>
                  <a:pt x="8" y="162"/>
                  <a:pt x="6" y="164"/>
                  <a:pt x="6" y="166"/>
                </a:cubicBezTo>
                <a:cubicBezTo>
                  <a:pt x="6" y="168"/>
                  <a:pt x="8" y="170"/>
                  <a:pt x="10" y="170"/>
                </a:cubicBezTo>
                <a:close/>
                <a:moveTo>
                  <a:pt x="10" y="154"/>
                </a:moveTo>
                <a:cubicBezTo>
                  <a:pt x="12" y="154"/>
                  <a:pt x="14" y="152"/>
                  <a:pt x="14" y="150"/>
                </a:cubicBezTo>
                <a:cubicBezTo>
                  <a:pt x="14" y="147"/>
                  <a:pt x="12" y="146"/>
                  <a:pt x="10" y="146"/>
                </a:cubicBezTo>
                <a:cubicBezTo>
                  <a:pt x="8" y="146"/>
                  <a:pt x="6" y="147"/>
                  <a:pt x="6" y="150"/>
                </a:cubicBezTo>
                <a:cubicBezTo>
                  <a:pt x="6" y="152"/>
                  <a:pt x="8" y="154"/>
                  <a:pt x="10" y="154"/>
                </a:cubicBezTo>
                <a:close/>
                <a:moveTo>
                  <a:pt x="10" y="234"/>
                </a:moveTo>
                <a:cubicBezTo>
                  <a:pt x="12" y="234"/>
                  <a:pt x="14" y="233"/>
                  <a:pt x="14" y="230"/>
                </a:cubicBezTo>
                <a:cubicBezTo>
                  <a:pt x="14" y="228"/>
                  <a:pt x="12" y="226"/>
                  <a:pt x="10" y="226"/>
                </a:cubicBezTo>
                <a:cubicBezTo>
                  <a:pt x="8" y="226"/>
                  <a:pt x="6" y="228"/>
                  <a:pt x="6" y="230"/>
                </a:cubicBezTo>
                <a:cubicBezTo>
                  <a:pt x="6" y="233"/>
                  <a:pt x="8" y="234"/>
                  <a:pt x="10" y="234"/>
                </a:cubicBezTo>
                <a:close/>
                <a:moveTo>
                  <a:pt x="10" y="250"/>
                </a:moveTo>
                <a:cubicBezTo>
                  <a:pt x="12" y="250"/>
                  <a:pt x="14" y="249"/>
                  <a:pt x="14" y="246"/>
                </a:cubicBezTo>
                <a:cubicBezTo>
                  <a:pt x="14" y="244"/>
                  <a:pt x="12" y="242"/>
                  <a:pt x="10" y="242"/>
                </a:cubicBezTo>
                <a:cubicBezTo>
                  <a:pt x="8" y="242"/>
                  <a:pt x="6" y="244"/>
                  <a:pt x="6" y="246"/>
                </a:cubicBezTo>
                <a:cubicBezTo>
                  <a:pt x="6" y="249"/>
                  <a:pt x="8" y="250"/>
                  <a:pt x="10" y="250"/>
                </a:cubicBezTo>
                <a:close/>
                <a:moveTo>
                  <a:pt x="10" y="218"/>
                </a:moveTo>
                <a:cubicBezTo>
                  <a:pt x="12" y="218"/>
                  <a:pt x="14" y="216"/>
                  <a:pt x="14" y="214"/>
                </a:cubicBezTo>
                <a:cubicBezTo>
                  <a:pt x="14" y="212"/>
                  <a:pt x="12" y="210"/>
                  <a:pt x="10" y="210"/>
                </a:cubicBezTo>
                <a:cubicBezTo>
                  <a:pt x="8" y="210"/>
                  <a:pt x="6" y="212"/>
                  <a:pt x="6" y="214"/>
                </a:cubicBezTo>
                <a:cubicBezTo>
                  <a:pt x="6" y="216"/>
                  <a:pt x="8" y="218"/>
                  <a:pt x="10" y="218"/>
                </a:cubicBezTo>
                <a:close/>
                <a:moveTo>
                  <a:pt x="10" y="202"/>
                </a:moveTo>
                <a:cubicBezTo>
                  <a:pt x="12" y="202"/>
                  <a:pt x="14" y="200"/>
                  <a:pt x="14" y="198"/>
                </a:cubicBezTo>
                <a:cubicBezTo>
                  <a:pt x="14" y="196"/>
                  <a:pt x="12" y="194"/>
                  <a:pt x="10" y="194"/>
                </a:cubicBezTo>
                <a:cubicBezTo>
                  <a:pt x="8" y="194"/>
                  <a:pt x="6" y="196"/>
                  <a:pt x="6" y="198"/>
                </a:cubicBezTo>
                <a:cubicBezTo>
                  <a:pt x="6" y="200"/>
                  <a:pt x="8" y="202"/>
                  <a:pt x="10" y="202"/>
                </a:cubicBezTo>
                <a:close/>
                <a:moveTo>
                  <a:pt x="10" y="186"/>
                </a:moveTo>
                <a:cubicBezTo>
                  <a:pt x="12" y="186"/>
                  <a:pt x="14" y="184"/>
                  <a:pt x="14" y="182"/>
                </a:cubicBezTo>
                <a:cubicBezTo>
                  <a:pt x="14" y="180"/>
                  <a:pt x="12" y="178"/>
                  <a:pt x="10" y="178"/>
                </a:cubicBezTo>
                <a:cubicBezTo>
                  <a:pt x="8" y="178"/>
                  <a:pt x="6" y="180"/>
                  <a:pt x="6" y="182"/>
                </a:cubicBezTo>
                <a:cubicBezTo>
                  <a:pt x="6" y="184"/>
                  <a:pt x="8" y="186"/>
                  <a:pt x="10" y="186"/>
                </a:cubicBezTo>
                <a:close/>
                <a:moveTo>
                  <a:pt x="10" y="8"/>
                </a:moveTo>
                <a:cubicBezTo>
                  <a:pt x="11" y="8"/>
                  <a:pt x="12" y="8"/>
                  <a:pt x="13" y="7"/>
                </a:cubicBezTo>
                <a:cubicBezTo>
                  <a:pt x="14" y="7"/>
                  <a:pt x="14" y="6"/>
                  <a:pt x="14" y="4"/>
                </a:cubicBezTo>
                <a:cubicBezTo>
                  <a:pt x="14" y="3"/>
                  <a:pt x="14" y="2"/>
                  <a:pt x="13" y="2"/>
                </a:cubicBezTo>
                <a:cubicBezTo>
                  <a:pt x="11" y="0"/>
                  <a:pt x="9" y="0"/>
                  <a:pt x="7" y="2"/>
                </a:cubicBezTo>
                <a:cubicBezTo>
                  <a:pt x="6" y="2"/>
                  <a:pt x="6" y="3"/>
                  <a:pt x="6" y="4"/>
                </a:cubicBezTo>
                <a:cubicBezTo>
                  <a:pt x="6" y="6"/>
                  <a:pt x="6" y="7"/>
                  <a:pt x="7" y="7"/>
                </a:cubicBezTo>
                <a:cubicBezTo>
                  <a:pt x="8" y="8"/>
                  <a:pt x="9" y="8"/>
                  <a:pt x="10" y="8"/>
                </a:cubicBezTo>
                <a:close/>
                <a:moveTo>
                  <a:pt x="10" y="259"/>
                </a:moveTo>
                <a:cubicBezTo>
                  <a:pt x="5" y="259"/>
                  <a:pt x="0" y="263"/>
                  <a:pt x="0" y="268"/>
                </a:cubicBezTo>
                <a:cubicBezTo>
                  <a:pt x="0" y="274"/>
                  <a:pt x="5" y="278"/>
                  <a:pt x="10" y="278"/>
                </a:cubicBezTo>
                <a:cubicBezTo>
                  <a:pt x="15" y="278"/>
                  <a:pt x="20" y="274"/>
                  <a:pt x="20" y="268"/>
                </a:cubicBezTo>
                <a:cubicBezTo>
                  <a:pt x="20" y="263"/>
                  <a:pt x="15" y="259"/>
                  <a:pt x="10" y="2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203"/>
          <p:cNvSpPr>
            <a:spLocks noEditPoints="1"/>
          </p:cNvSpPr>
          <p:nvPr/>
        </p:nvSpPr>
        <p:spPr bwMode="auto">
          <a:xfrm>
            <a:off x="7256463" y="4352958"/>
            <a:ext cx="60325" cy="882650"/>
          </a:xfrm>
          <a:custGeom>
            <a:avLst/>
            <a:gdLst>
              <a:gd name="T0" fmla="*/ 14 w 19"/>
              <a:gd name="T1" fmla="*/ 85 h 278"/>
              <a:gd name="T2" fmla="*/ 6 w 19"/>
              <a:gd name="T3" fmla="*/ 85 h 278"/>
              <a:gd name="T4" fmla="*/ 10 w 19"/>
              <a:gd name="T5" fmla="*/ 138 h 278"/>
              <a:gd name="T6" fmla="*/ 10 w 19"/>
              <a:gd name="T7" fmla="*/ 130 h 278"/>
              <a:gd name="T8" fmla="*/ 10 w 19"/>
              <a:gd name="T9" fmla="*/ 138 h 278"/>
              <a:gd name="T10" fmla="*/ 14 w 19"/>
              <a:gd name="T11" fmla="*/ 117 h 278"/>
              <a:gd name="T12" fmla="*/ 6 w 19"/>
              <a:gd name="T13" fmla="*/ 117 h 278"/>
              <a:gd name="T14" fmla="*/ 10 w 19"/>
              <a:gd name="T15" fmla="*/ 105 h 278"/>
              <a:gd name="T16" fmla="*/ 10 w 19"/>
              <a:gd name="T17" fmla="*/ 97 h 278"/>
              <a:gd name="T18" fmla="*/ 10 w 19"/>
              <a:gd name="T19" fmla="*/ 105 h 278"/>
              <a:gd name="T20" fmla="*/ 14 w 19"/>
              <a:gd name="T21" fmla="*/ 37 h 278"/>
              <a:gd name="T22" fmla="*/ 6 w 19"/>
              <a:gd name="T23" fmla="*/ 37 h 278"/>
              <a:gd name="T24" fmla="*/ 10 w 19"/>
              <a:gd name="T25" fmla="*/ 73 h 278"/>
              <a:gd name="T26" fmla="*/ 10 w 19"/>
              <a:gd name="T27" fmla="*/ 65 h 278"/>
              <a:gd name="T28" fmla="*/ 10 w 19"/>
              <a:gd name="T29" fmla="*/ 73 h 278"/>
              <a:gd name="T30" fmla="*/ 14 w 19"/>
              <a:gd name="T31" fmla="*/ 21 h 278"/>
              <a:gd name="T32" fmla="*/ 6 w 19"/>
              <a:gd name="T33" fmla="*/ 21 h 278"/>
              <a:gd name="T34" fmla="*/ 10 w 19"/>
              <a:gd name="T35" fmla="*/ 57 h 278"/>
              <a:gd name="T36" fmla="*/ 10 w 19"/>
              <a:gd name="T37" fmla="*/ 49 h 278"/>
              <a:gd name="T38" fmla="*/ 10 w 19"/>
              <a:gd name="T39" fmla="*/ 57 h 278"/>
              <a:gd name="T40" fmla="*/ 14 w 19"/>
              <a:gd name="T41" fmla="*/ 150 h 278"/>
              <a:gd name="T42" fmla="*/ 6 w 19"/>
              <a:gd name="T43" fmla="*/ 150 h 278"/>
              <a:gd name="T44" fmla="*/ 10 w 19"/>
              <a:gd name="T45" fmla="*/ 234 h 278"/>
              <a:gd name="T46" fmla="*/ 10 w 19"/>
              <a:gd name="T47" fmla="*/ 226 h 278"/>
              <a:gd name="T48" fmla="*/ 10 w 19"/>
              <a:gd name="T49" fmla="*/ 234 h 278"/>
              <a:gd name="T50" fmla="*/ 14 w 19"/>
              <a:gd name="T51" fmla="*/ 214 h 278"/>
              <a:gd name="T52" fmla="*/ 6 w 19"/>
              <a:gd name="T53" fmla="*/ 214 h 278"/>
              <a:gd name="T54" fmla="*/ 10 w 19"/>
              <a:gd name="T55" fmla="*/ 250 h 278"/>
              <a:gd name="T56" fmla="*/ 10 w 19"/>
              <a:gd name="T57" fmla="*/ 242 h 278"/>
              <a:gd name="T58" fmla="*/ 10 w 19"/>
              <a:gd name="T59" fmla="*/ 250 h 278"/>
              <a:gd name="T60" fmla="*/ 14 w 19"/>
              <a:gd name="T61" fmla="*/ 198 h 278"/>
              <a:gd name="T62" fmla="*/ 6 w 19"/>
              <a:gd name="T63" fmla="*/ 198 h 278"/>
              <a:gd name="T64" fmla="*/ 10 w 19"/>
              <a:gd name="T65" fmla="*/ 170 h 278"/>
              <a:gd name="T66" fmla="*/ 10 w 19"/>
              <a:gd name="T67" fmla="*/ 162 h 278"/>
              <a:gd name="T68" fmla="*/ 10 w 19"/>
              <a:gd name="T69" fmla="*/ 170 h 278"/>
              <a:gd name="T70" fmla="*/ 14 w 19"/>
              <a:gd name="T71" fmla="*/ 182 h 278"/>
              <a:gd name="T72" fmla="*/ 6 w 19"/>
              <a:gd name="T73" fmla="*/ 182 h 278"/>
              <a:gd name="T74" fmla="*/ 10 w 19"/>
              <a:gd name="T75" fmla="*/ 8 h 278"/>
              <a:gd name="T76" fmla="*/ 14 w 19"/>
              <a:gd name="T77" fmla="*/ 4 h 278"/>
              <a:gd name="T78" fmla="*/ 7 w 19"/>
              <a:gd name="T79" fmla="*/ 2 h 278"/>
              <a:gd name="T80" fmla="*/ 7 w 19"/>
              <a:gd name="T81" fmla="*/ 7 h 278"/>
              <a:gd name="T82" fmla="*/ 10 w 19"/>
              <a:gd name="T83" fmla="*/ 259 h 278"/>
              <a:gd name="T84" fmla="*/ 10 w 19"/>
              <a:gd name="T85" fmla="*/ 278 h 278"/>
              <a:gd name="T86" fmla="*/ 10 w 19"/>
              <a:gd name="T87" fmla="*/ 259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278">
                <a:moveTo>
                  <a:pt x="10" y="89"/>
                </a:moveTo>
                <a:cubicBezTo>
                  <a:pt x="12" y="89"/>
                  <a:pt x="14" y="87"/>
                  <a:pt x="14" y="85"/>
                </a:cubicBezTo>
                <a:cubicBezTo>
                  <a:pt x="14" y="83"/>
                  <a:pt x="12" y="81"/>
                  <a:pt x="10" y="81"/>
                </a:cubicBezTo>
                <a:cubicBezTo>
                  <a:pt x="8" y="81"/>
                  <a:pt x="6" y="83"/>
                  <a:pt x="6" y="85"/>
                </a:cubicBezTo>
                <a:cubicBezTo>
                  <a:pt x="6" y="87"/>
                  <a:pt x="8" y="89"/>
                  <a:pt x="10" y="89"/>
                </a:cubicBezTo>
                <a:close/>
                <a:moveTo>
                  <a:pt x="10" y="138"/>
                </a:moveTo>
                <a:cubicBezTo>
                  <a:pt x="12" y="138"/>
                  <a:pt x="14" y="136"/>
                  <a:pt x="14" y="134"/>
                </a:cubicBezTo>
                <a:cubicBezTo>
                  <a:pt x="14" y="131"/>
                  <a:pt x="12" y="130"/>
                  <a:pt x="10" y="130"/>
                </a:cubicBezTo>
                <a:cubicBezTo>
                  <a:pt x="8" y="130"/>
                  <a:pt x="6" y="131"/>
                  <a:pt x="6" y="134"/>
                </a:cubicBezTo>
                <a:cubicBezTo>
                  <a:pt x="6" y="136"/>
                  <a:pt x="8" y="138"/>
                  <a:pt x="10" y="138"/>
                </a:cubicBezTo>
                <a:close/>
                <a:moveTo>
                  <a:pt x="10" y="121"/>
                </a:moveTo>
                <a:cubicBezTo>
                  <a:pt x="12" y="121"/>
                  <a:pt x="14" y="120"/>
                  <a:pt x="14" y="117"/>
                </a:cubicBezTo>
                <a:cubicBezTo>
                  <a:pt x="14" y="115"/>
                  <a:pt x="12" y="113"/>
                  <a:pt x="10" y="113"/>
                </a:cubicBezTo>
                <a:cubicBezTo>
                  <a:pt x="8" y="113"/>
                  <a:pt x="6" y="115"/>
                  <a:pt x="6" y="117"/>
                </a:cubicBezTo>
                <a:cubicBezTo>
                  <a:pt x="6" y="120"/>
                  <a:pt x="8" y="121"/>
                  <a:pt x="10" y="121"/>
                </a:cubicBezTo>
                <a:close/>
                <a:moveTo>
                  <a:pt x="10" y="105"/>
                </a:moveTo>
                <a:cubicBezTo>
                  <a:pt x="12" y="105"/>
                  <a:pt x="14" y="103"/>
                  <a:pt x="14" y="101"/>
                </a:cubicBezTo>
                <a:cubicBezTo>
                  <a:pt x="14" y="99"/>
                  <a:pt x="12" y="97"/>
                  <a:pt x="10" y="97"/>
                </a:cubicBezTo>
                <a:cubicBezTo>
                  <a:pt x="8" y="97"/>
                  <a:pt x="6" y="99"/>
                  <a:pt x="6" y="101"/>
                </a:cubicBezTo>
                <a:cubicBezTo>
                  <a:pt x="6" y="103"/>
                  <a:pt x="8" y="105"/>
                  <a:pt x="10" y="105"/>
                </a:cubicBezTo>
                <a:close/>
                <a:moveTo>
                  <a:pt x="10" y="41"/>
                </a:moveTo>
                <a:cubicBezTo>
                  <a:pt x="12" y="41"/>
                  <a:pt x="14" y="39"/>
                  <a:pt x="14" y="37"/>
                </a:cubicBezTo>
                <a:cubicBezTo>
                  <a:pt x="14" y="35"/>
                  <a:pt x="12" y="33"/>
                  <a:pt x="10" y="33"/>
                </a:cubicBezTo>
                <a:cubicBezTo>
                  <a:pt x="8" y="33"/>
                  <a:pt x="6" y="35"/>
                  <a:pt x="6" y="37"/>
                </a:cubicBezTo>
                <a:cubicBezTo>
                  <a:pt x="6" y="39"/>
                  <a:pt x="8" y="41"/>
                  <a:pt x="10" y="41"/>
                </a:cubicBezTo>
                <a:close/>
                <a:moveTo>
                  <a:pt x="10" y="73"/>
                </a:moveTo>
                <a:cubicBezTo>
                  <a:pt x="12" y="73"/>
                  <a:pt x="14" y="71"/>
                  <a:pt x="14" y="69"/>
                </a:cubicBezTo>
                <a:cubicBezTo>
                  <a:pt x="14" y="67"/>
                  <a:pt x="12" y="65"/>
                  <a:pt x="10" y="65"/>
                </a:cubicBezTo>
                <a:cubicBezTo>
                  <a:pt x="8" y="65"/>
                  <a:pt x="6" y="67"/>
                  <a:pt x="6" y="69"/>
                </a:cubicBezTo>
                <a:cubicBezTo>
                  <a:pt x="6" y="71"/>
                  <a:pt x="8" y="73"/>
                  <a:pt x="10" y="73"/>
                </a:cubicBezTo>
                <a:close/>
                <a:moveTo>
                  <a:pt x="10" y="25"/>
                </a:moveTo>
                <a:cubicBezTo>
                  <a:pt x="12" y="25"/>
                  <a:pt x="14" y="23"/>
                  <a:pt x="14" y="21"/>
                </a:cubicBezTo>
                <a:cubicBezTo>
                  <a:pt x="14" y="18"/>
                  <a:pt x="12" y="17"/>
                  <a:pt x="10" y="17"/>
                </a:cubicBezTo>
                <a:cubicBezTo>
                  <a:pt x="8" y="17"/>
                  <a:pt x="6" y="18"/>
                  <a:pt x="6" y="21"/>
                </a:cubicBezTo>
                <a:cubicBezTo>
                  <a:pt x="6" y="23"/>
                  <a:pt x="8" y="25"/>
                  <a:pt x="10" y="25"/>
                </a:cubicBezTo>
                <a:close/>
                <a:moveTo>
                  <a:pt x="10" y="57"/>
                </a:moveTo>
                <a:cubicBezTo>
                  <a:pt x="12" y="57"/>
                  <a:pt x="14" y="55"/>
                  <a:pt x="14" y="53"/>
                </a:cubicBezTo>
                <a:cubicBezTo>
                  <a:pt x="14" y="51"/>
                  <a:pt x="12" y="49"/>
                  <a:pt x="10" y="49"/>
                </a:cubicBezTo>
                <a:cubicBezTo>
                  <a:pt x="8" y="49"/>
                  <a:pt x="6" y="51"/>
                  <a:pt x="6" y="53"/>
                </a:cubicBezTo>
                <a:cubicBezTo>
                  <a:pt x="6" y="55"/>
                  <a:pt x="8" y="57"/>
                  <a:pt x="10" y="57"/>
                </a:cubicBezTo>
                <a:close/>
                <a:moveTo>
                  <a:pt x="10" y="154"/>
                </a:moveTo>
                <a:cubicBezTo>
                  <a:pt x="12" y="154"/>
                  <a:pt x="14" y="152"/>
                  <a:pt x="14" y="150"/>
                </a:cubicBezTo>
                <a:cubicBezTo>
                  <a:pt x="14" y="147"/>
                  <a:pt x="12" y="146"/>
                  <a:pt x="10" y="146"/>
                </a:cubicBezTo>
                <a:cubicBezTo>
                  <a:pt x="8" y="146"/>
                  <a:pt x="6" y="147"/>
                  <a:pt x="6" y="150"/>
                </a:cubicBezTo>
                <a:cubicBezTo>
                  <a:pt x="6" y="152"/>
                  <a:pt x="8" y="154"/>
                  <a:pt x="10" y="154"/>
                </a:cubicBezTo>
                <a:close/>
                <a:moveTo>
                  <a:pt x="10" y="234"/>
                </a:moveTo>
                <a:cubicBezTo>
                  <a:pt x="12" y="234"/>
                  <a:pt x="14" y="233"/>
                  <a:pt x="14" y="230"/>
                </a:cubicBezTo>
                <a:cubicBezTo>
                  <a:pt x="14" y="228"/>
                  <a:pt x="12" y="226"/>
                  <a:pt x="10" y="226"/>
                </a:cubicBezTo>
                <a:cubicBezTo>
                  <a:pt x="8" y="226"/>
                  <a:pt x="6" y="228"/>
                  <a:pt x="6" y="230"/>
                </a:cubicBezTo>
                <a:cubicBezTo>
                  <a:pt x="6" y="233"/>
                  <a:pt x="8" y="234"/>
                  <a:pt x="10" y="234"/>
                </a:cubicBezTo>
                <a:close/>
                <a:moveTo>
                  <a:pt x="10" y="218"/>
                </a:moveTo>
                <a:cubicBezTo>
                  <a:pt x="12" y="218"/>
                  <a:pt x="14" y="216"/>
                  <a:pt x="14" y="214"/>
                </a:cubicBezTo>
                <a:cubicBezTo>
                  <a:pt x="14" y="212"/>
                  <a:pt x="12" y="210"/>
                  <a:pt x="10" y="210"/>
                </a:cubicBezTo>
                <a:cubicBezTo>
                  <a:pt x="8" y="210"/>
                  <a:pt x="6" y="212"/>
                  <a:pt x="6" y="214"/>
                </a:cubicBezTo>
                <a:cubicBezTo>
                  <a:pt x="6" y="216"/>
                  <a:pt x="8" y="218"/>
                  <a:pt x="10" y="218"/>
                </a:cubicBezTo>
                <a:close/>
                <a:moveTo>
                  <a:pt x="10" y="250"/>
                </a:moveTo>
                <a:cubicBezTo>
                  <a:pt x="12" y="250"/>
                  <a:pt x="14" y="249"/>
                  <a:pt x="14" y="246"/>
                </a:cubicBezTo>
                <a:cubicBezTo>
                  <a:pt x="14" y="244"/>
                  <a:pt x="12" y="242"/>
                  <a:pt x="10" y="242"/>
                </a:cubicBezTo>
                <a:cubicBezTo>
                  <a:pt x="8" y="242"/>
                  <a:pt x="6" y="244"/>
                  <a:pt x="6" y="246"/>
                </a:cubicBezTo>
                <a:cubicBezTo>
                  <a:pt x="6" y="249"/>
                  <a:pt x="8" y="250"/>
                  <a:pt x="10" y="250"/>
                </a:cubicBezTo>
                <a:close/>
                <a:moveTo>
                  <a:pt x="10" y="202"/>
                </a:moveTo>
                <a:cubicBezTo>
                  <a:pt x="12" y="202"/>
                  <a:pt x="14" y="200"/>
                  <a:pt x="14" y="198"/>
                </a:cubicBezTo>
                <a:cubicBezTo>
                  <a:pt x="14" y="196"/>
                  <a:pt x="12" y="194"/>
                  <a:pt x="10" y="194"/>
                </a:cubicBezTo>
                <a:cubicBezTo>
                  <a:pt x="8" y="194"/>
                  <a:pt x="6" y="196"/>
                  <a:pt x="6" y="198"/>
                </a:cubicBezTo>
                <a:cubicBezTo>
                  <a:pt x="6" y="200"/>
                  <a:pt x="8" y="202"/>
                  <a:pt x="10" y="202"/>
                </a:cubicBezTo>
                <a:close/>
                <a:moveTo>
                  <a:pt x="10" y="170"/>
                </a:moveTo>
                <a:cubicBezTo>
                  <a:pt x="12" y="170"/>
                  <a:pt x="14" y="168"/>
                  <a:pt x="14" y="166"/>
                </a:cubicBezTo>
                <a:cubicBezTo>
                  <a:pt x="14" y="164"/>
                  <a:pt x="12" y="162"/>
                  <a:pt x="10" y="162"/>
                </a:cubicBezTo>
                <a:cubicBezTo>
                  <a:pt x="8" y="162"/>
                  <a:pt x="6" y="164"/>
                  <a:pt x="6" y="166"/>
                </a:cubicBezTo>
                <a:cubicBezTo>
                  <a:pt x="6" y="168"/>
                  <a:pt x="8" y="170"/>
                  <a:pt x="10" y="170"/>
                </a:cubicBezTo>
                <a:close/>
                <a:moveTo>
                  <a:pt x="10" y="186"/>
                </a:moveTo>
                <a:cubicBezTo>
                  <a:pt x="12" y="186"/>
                  <a:pt x="14" y="184"/>
                  <a:pt x="14" y="182"/>
                </a:cubicBezTo>
                <a:cubicBezTo>
                  <a:pt x="14" y="180"/>
                  <a:pt x="12" y="178"/>
                  <a:pt x="10" y="178"/>
                </a:cubicBezTo>
                <a:cubicBezTo>
                  <a:pt x="8" y="178"/>
                  <a:pt x="6" y="180"/>
                  <a:pt x="6" y="182"/>
                </a:cubicBezTo>
                <a:cubicBezTo>
                  <a:pt x="6" y="184"/>
                  <a:pt x="8" y="186"/>
                  <a:pt x="10" y="186"/>
                </a:cubicBezTo>
                <a:close/>
                <a:moveTo>
                  <a:pt x="10" y="8"/>
                </a:moveTo>
                <a:cubicBezTo>
                  <a:pt x="11" y="8"/>
                  <a:pt x="12" y="8"/>
                  <a:pt x="13" y="7"/>
                </a:cubicBezTo>
                <a:cubicBezTo>
                  <a:pt x="13" y="7"/>
                  <a:pt x="14" y="6"/>
                  <a:pt x="14" y="4"/>
                </a:cubicBezTo>
                <a:cubicBezTo>
                  <a:pt x="14" y="3"/>
                  <a:pt x="13" y="2"/>
                  <a:pt x="13" y="2"/>
                </a:cubicBezTo>
                <a:cubicBezTo>
                  <a:pt x="11" y="0"/>
                  <a:pt x="8" y="0"/>
                  <a:pt x="7" y="2"/>
                </a:cubicBezTo>
                <a:cubicBezTo>
                  <a:pt x="6" y="2"/>
                  <a:pt x="6" y="3"/>
                  <a:pt x="6" y="4"/>
                </a:cubicBezTo>
                <a:cubicBezTo>
                  <a:pt x="6" y="6"/>
                  <a:pt x="6" y="7"/>
                  <a:pt x="7" y="7"/>
                </a:cubicBezTo>
                <a:cubicBezTo>
                  <a:pt x="8" y="8"/>
                  <a:pt x="9" y="8"/>
                  <a:pt x="10" y="8"/>
                </a:cubicBezTo>
                <a:close/>
                <a:moveTo>
                  <a:pt x="10" y="259"/>
                </a:moveTo>
                <a:cubicBezTo>
                  <a:pt x="4" y="259"/>
                  <a:pt x="0" y="263"/>
                  <a:pt x="0" y="268"/>
                </a:cubicBezTo>
                <a:cubicBezTo>
                  <a:pt x="0" y="274"/>
                  <a:pt x="4" y="278"/>
                  <a:pt x="10" y="278"/>
                </a:cubicBezTo>
                <a:cubicBezTo>
                  <a:pt x="15" y="278"/>
                  <a:pt x="19" y="274"/>
                  <a:pt x="19" y="268"/>
                </a:cubicBezTo>
                <a:cubicBezTo>
                  <a:pt x="19" y="263"/>
                  <a:pt x="15" y="259"/>
                  <a:pt x="10" y="25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1204"/>
          <p:cNvSpPr>
            <a:spLocks noEditPoints="1"/>
          </p:cNvSpPr>
          <p:nvPr/>
        </p:nvSpPr>
        <p:spPr bwMode="auto">
          <a:xfrm>
            <a:off x="1789113" y="4352958"/>
            <a:ext cx="60325" cy="882650"/>
          </a:xfrm>
          <a:custGeom>
            <a:avLst/>
            <a:gdLst>
              <a:gd name="T0" fmla="*/ 5 w 19"/>
              <a:gd name="T1" fmla="*/ 182 h 278"/>
              <a:gd name="T2" fmla="*/ 13 w 19"/>
              <a:gd name="T3" fmla="*/ 182 h 278"/>
              <a:gd name="T4" fmla="*/ 9 w 19"/>
              <a:gd name="T5" fmla="*/ 194 h 278"/>
              <a:gd name="T6" fmla="*/ 9 w 19"/>
              <a:gd name="T7" fmla="*/ 202 h 278"/>
              <a:gd name="T8" fmla="*/ 9 w 19"/>
              <a:gd name="T9" fmla="*/ 194 h 278"/>
              <a:gd name="T10" fmla="*/ 5 w 19"/>
              <a:gd name="T11" fmla="*/ 166 h 278"/>
              <a:gd name="T12" fmla="*/ 13 w 19"/>
              <a:gd name="T13" fmla="*/ 166 h 278"/>
              <a:gd name="T14" fmla="*/ 9 w 19"/>
              <a:gd name="T15" fmla="*/ 226 h 278"/>
              <a:gd name="T16" fmla="*/ 9 w 19"/>
              <a:gd name="T17" fmla="*/ 234 h 278"/>
              <a:gd name="T18" fmla="*/ 9 w 19"/>
              <a:gd name="T19" fmla="*/ 226 h 278"/>
              <a:gd name="T20" fmla="*/ 5 w 19"/>
              <a:gd name="T21" fmla="*/ 214 h 278"/>
              <a:gd name="T22" fmla="*/ 13 w 19"/>
              <a:gd name="T23" fmla="*/ 214 h 278"/>
              <a:gd name="T24" fmla="*/ 9 w 19"/>
              <a:gd name="T25" fmla="*/ 8 h 278"/>
              <a:gd name="T26" fmla="*/ 13 w 19"/>
              <a:gd name="T27" fmla="*/ 4 h 278"/>
              <a:gd name="T28" fmla="*/ 6 w 19"/>
              <a:gd name="T29" fmla="*/ 2 h 278"/>
              <a:gd name="T30" fmla="*/ 6 w 19"/>
              <a:gd name="T31" fmla="*/ 7 h 278"/>
              <a:gd name="T32" fmla="*/ 9 w 19"/>
              <a:gd name="T33" fmla="*/ 130 h 278"/>
              <a:gd name="T34" fmla="*/ 9 w 19"/>
              <a:gd name="T35" fmla="*/ 138 h 278"/>
              <a:gd name="T36" fmla="*/ 9 w 19"/>
              <a:gd name="T37" fmla="*/ 130 h 278"/>
              <a:gd name="T38" fmla="*/ 5 w 19"/>
              <a:gd name="T39" fmla="*/ 246 h 278"/>
              <a:gd name="T40" fmla="*/ 13 w 19"/>
              <a:gd name="T41" fmla="*/ 246 h 278"/>
              <a:gd name="T42" fmla="*/ 9 w 19"/>
              <a:gd name="T43" fmla="*/ 146 h 278"/>
              <a:gd name="T44" fmla="*/ 9 w 19"/>
              <a:gd name="T45" fmla="*/ 154 h 278"/>
              <a:gd name="T46" fmla="*/ 9 w 19"/>
              <a:gd name="T47" fmla="*/ 146 h 278"/>
              <a:gd name="T48" fmla="*/ 5 w 19"/>
              <a:gd name="T49" fmla="*/ 53 h 278"/>
              <a:gd name="T50" fmla="*/ 13 w 19"/>
              <a:gd name="T51" fmla="*/ 53 h 278"/>
              <a:gd name="T52" fmla="*/ 9 w 19"/>
              <a:gd name="T53" fmla="*/ 17 h 278"/>
              <a:gd name="T54" fmla="*/ 9 w 19"/>
              <a:gd name="T55" fmla="*/ 25 h 278"/>
              <a:gd name="T56" fmla="*/ 9 w 19"/>
              <a:gd name="T57" fmla="*/ 17 h 278"/>
              <a:gd name="T58" fmla="*/ 5 w 19"/>
              <a:gd name="T59" fmla="*/ 37 h 278"/>
              <a:gd name="T60" fmla="*/ 13 w 19"/>
              <a:gd name="T61" fmla="*/ 37 h 278"/>
              <a:gd name="T62" fmla="*/ 9 w 19"/>
              <a:gd name="T63" fmla="*/ 259 h 278"/>
              <a:gd name="T64" fmla="*/ 9 w 19"/>
              <a:gd name="T65" fmla="*/ 278 h 278"/>
              <a:gd name="T66" fmla="*/ 9 w 19"/>
              <a:gd name="T67" fmla="*/ 259 h 278"/>
              <a:gd name="T68" fmla="*/ 5 w 19"/>
              <a:gd name="T69" fmla="*/ 85 h 278"/>
              <a:gd name="T70" fmla="*/ 13 w 19"/>
              <a:gd name="T71" fmla="*/ 85 h 278"/>
              <a:gd name="T72" fmla="*/ 9 w 19"/>
              <a:gd name="T73" fmla="*/ 97 h 278"/>
              <a:gd name="T74" fmla="*/ 9 w 19"/>
              <a:gd name="T75" fmla="*/ 105 h 278"/>
              <a:gd name="T76" fmla="*/ 9 w 19"/>
              <a:gd name="T77" fmla="*/ 97 h 278"/>
              <a:gd name="T78" fmla="*/ 5 w 19"/>
              <a:gd name="T79" fmla="*/ 69 h 278"/>
              <a:gd name="T80" fmla="*/ 13 w 19"/>
              <a:gd name="T81" fmla="*/ 69 h 278"/>
              <a:gd name="T82" fmla="*/ 9 w 19"/>
              <a:gd name="T83" fmla="*/ 113 h 278"/>
              <a:gd name="T84" fmla="*/ 9 w 19"/>
              <a:gd name="T85" fmla="*/ 121 h 278"/>
              <a:gd name="T86" fmla="*/ 9 w 19"/>
              <a:gd name="T87" fmla="*/ 113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9" h="278">
                <a:moveTo>
                  <a:pt x="9" y="178"/>
                </a:moveTo>
                <a:cubicBezTo>
                  <a:pt x="7" y="178"/>
                  <a:pt x="5" y="180"/>
                  <a:pt x="5" y="182"/>
                </a:cubicBezTo>
                <a:cubicBezTo>
                  <a:pt x="5" y="184"/>
                  <a:pt x="7" y="186"/>
                  <a:pt x="9" y="186"/>
                </a:cubicBezTo>
                <a:cubicBezTo>
                  <a:pt x="11" y="186"/>
                  <a:pt x="13" y="184"/>
                  <a:pt x="13" y="182"/>
                </a:cubicBezTo>
                <a:cubicBezTo>
                  <a:pt x="13" y="180"/>
                  <a:pt x="11" y="178"/>
                  <a:pt x="9" y="178"/>
                </a:cubicBezTo>
                <a:close/>
                <a:moveTo>
                  <a:pt x="9" y="194"/>
                </a:moveTo>
                <a:cubicBezTo>
                  <a:pt x="7" y="194"/>
                  <a:pt x="5" y="196"/>
                  <a:pt x="5" y="198"/>
                </a:cubicBezTo>
                <a:cubicBezTo>
                  <a:pt x="5" y="200"/>
                  <a:pt x="7" y="202"/>
                  <a:pt x="9" y="202"/>
                </a:cubicBezTo>
                <a:cubicBezTo>
                  <a:pt x="11" y="202"/>
                  <a:pt x="13" y="200"/>
                  <a:pt x="13" y="198"/>
                </a:cubicBezTo>
                <a:cubicBezTo>
                  <a:pt x="13" y="196"/>
                  <a:pt x="11" y="194"/>
                  <a:pt x="9" y="194"/>
                </a:cubicBezTo>
                <a:close/>
                <a:moveTo>
                  <a:pt x="9" y="162"/>
                </a:moveTo>
                <a:cubicBezTo>
                  <a:pt x="7" y="162"/>
                  <a:pt x="5" y="164"/>
                  <a:pt x="5" y="166"/>
                </a:cubicBezTo>
                <a:cubicBezTo>
                  <a:pt x="5" y="168"/>
                  <a:pt x="7" y="170"/>
                  <a:pt x="9" y="170"/>
                </a:cubicBezTo>
                <a:cubicBezTo>
                  <a:pt x="11" y="170"/>
                  <a:pt x="13" y="168"/>
                  <a:pt x="13" y="166"/>
                </a:cubicBezTo>
                <a:cubicBezTo>
                  <a:pt x="13" y="164"/>
                  <a:pt x="11" y="162"/>
                  <a:pt x="9" y="162"/>
                </a:cubicBezTo>
                <a:close/>
                <a:moveTo>
                  <a:pt x="9" y="226"/>
                </a:moveTo>
                <a:cubicBezTo>
                  <a:pt x="7" y="226"/>
                  <a:pt x="5" y="228"/>
                  <a:pt x="5" y="230"/>
                </a:cubicBezTo>
                <a:cubicBezTo>
                  <a:pt x="5" y="233"/>
                  <a:pt x="7" y="234"/>
                  <a:pt x="9" y="234"/>
                </a:cubicBezTo>
                <a:cubicBezTo>
                  <a:pt x="11" y="234"/>
                  <a:pt x="13" y="233"/>
                  <a:pt x="13" y="230"/>
                </a:cubicBezTo>
                <a:cubicBezTo>
                  <a:pt x="13" y="228"/>
                  <a:pt x="11" y="226"/>
                  <a:pt x="9" y="226"/>
                </a:cubicBezTo>
                <a:close/>
                <a:moveTo>
                  <a:pt x="9" y="210"/>
                </a:moveTo>
                <a:cubicBezTo>
                  <a:pt x="7" y="210"/>
                  <a:pt x="5" y="212"/>
                  <a:pt x="5" y="214"/>
                </a:cubicBezTo>
                <a:cubicBezTo>
                  <a:pt x="5" y="216"/>
                  <a:pt x="7" y="218"/>
                  <a:pt x="9" y="218"/>
                </a:cubicBezTo>
                <a:cubicBezTo>
                  <a:pt x="11" y="218"/>
                  <a:pt x="13" y="216"/>
                  <a:pt x="13" y="214"/>
                </a:cubicBezTo>
                <a:cubicBezTo>
                  <a:pt x="13" y="212"/>
                  <a:pt x="11" y="210"/>
                  <a:pt x="9" y="210"/>
                </a:cubicBezTo>
                <a:close/>
                <a:moveTo>
                  <a:pt x="9" y="8"/>
                </a:moveTo>
                <a:cubicBezTo>
                  <a:pt x="10" y="8"/>
                  <a:pt x="11" y="8"/>
                  <a:pt x="12" y="7"/>
                </a:cubicBezTo>
                <a:cubicBezTo>
                  <a:pt x="13" y="7"/>
                  <a:pt x="13" y="6"/>
                  <a:pt x="13" y="4"/>
                </a:cubicBezTo>
                <a:cubicBezTo>
                  <a:pt x="13" y="3"/>
                  <a:pt x="13" y="2"/>
                  <a:pt x="12" y="2"/>
                </a:cubicBezTo>
                <a:cubicBezTo>
                  <a:pt x="11" y="0"/>
                  <a:pt x="8" y="0"/>
                  <a:pt x="6" y="2"/>
                </a:cubicBezTo>
                <a:cubicBezTo>
                  <a:pt x="6" y="2"/>
                  <a:pt x="5" y="3"/>
                  <a:pt x="5" y="4"/>
                </a:cubicBezTo>
                <a:cubicBezTo>
                  <a:pt x="5" y="6"/>
                  <a:pt x="6" y="7"/>
                  <a:pt x="6" y="7"/>
                </a:cubicBezTo>
                <a:cubicBezTo>
                  <a:pt x="7" y="8"/>
                  <a:pt x="8" y="8"/>
                  <a:pt x="9" y="8"/>
                </a:cubicBezTo>
                <a:close/>
                <a:moveTo>
                  <a:pt x="9" y="130"/>
                </a:moveTo>
                <a:cubicBezTo>
                  <a:pt x="7" y="130"/>
                  <a:pt x="5" y="131"/>
                  <a:pt x="5" y="134"/>
                </a:cubicBezTo>
                <a:cubicBezTo>
                  <a:pt x="5" y="136"/>
                  <a:pt x="7" y="138"/>
                  <a:pt x="9" y="138"/>
                </a:cubicBezTo>
                <a:cubicBezTo>
                  <a:pt x="11" y="138"/>
                  <a:pt x="13" y="136"/>
                  <a:pt x="13" y="134"/>
                </a:cubicBezTo>
                <a:cubicBezTo>
                  <a:pt x="13" y="131"/>
                  <a:pt x="11" y="130"/>
                  <a:pt x="9" y="130"/>
                </a:cubicBezTo>
                <a:close/>
                <a:moveTo>
                  <a:pt x="9" y="242"/>
                </a:moveTo>
                <a:cubicBezTo>
                  <a:pt x="7" y="242"/>
                  <a:pt x="5" y="244"/>
                  <a:pt x="5" y="246"/>
                </a:cubicBezTo>
                <a:cubicBezTo>
                  <a:pt x="5" y="249"/>
                  <a:pt x="7" y="250"/>
                  <a:pt x="9" y="250"/>
                </a:cubicBezTo>
                <a:cubicBezTo>
                  <a:pt x="11" y="250"/>
                  <a:pt x="13" y="249"/>
                  <a:pt x="13" y="246"/>
                </a:cubicBezTo>
                <a:cubicBezTo>
                  <a:pt x="13" y="244"/>
                  <a:pt x="11" y="242"/>
                  <a:pt x="9" y="242"/>
                </a:cubicBezTo>
                <a:close/>
                <a:moveTo>
                  <a:pt x="9" y="146"/>
                </a:moveTo>
                <a:cubicBezTo>
                  <a:pt x="7" y="146"/>
                  <a:pt x="5" y="147"/>
                  <a:pt x="5" y="150"/>
                </a:cubicBezTo>
                <a:cubicBezTo>
                  <a:pt x="5" y="152"/>
                  <a:pt x="7" y="154"/>
                  <a:pt x="9" y="154"/>
                </a:cubicBezTo>
                <a:cubicBezTo>
                  <a:pt x="11" y="154"/>
                  <a:pt x="13" y="152"/>
                  <a:pt x="13" y="150"/>
                </a:cubicBezTo>
                <a:cubicBezTo>
                  <a:pt x="13" y="147"/>
                  <a:pt x="11" y="146"/>
                  <a:pt x="9" y="146"/>
                </a:cubicBezTo>
                <a:close/>
                <a:moveTo>
                  <a:pt x="9" y="49"/>
                </a:moveTo>
                <a:cubicBezTo>
                  <a:pt x="7" y="49"/>
                  <a:pt x="5" y="51"/>
                  <a:pt x="5" y="53"/>
                </a:cubicBezTo>
                <a:cubicBezTo>
                  <a:pt x="5" y="55"/>
                  <a:pt x="7" y="57"/>
                  <a:pt x="9" y="57"/>
                </a:cubicBezTo>
                <a:cubicBezTo>
                  <a:pt x="11" y="57"/>
                  <a:pt x="13" y="55"/>
                  <a:pt x="13" y="53"/>
                </a:cubicBezTo>
                <a:cubicBezTo>
                  <a:pt x="13" y="51"/>
                  <a:pt x="11" y="49"/>
                  <a:pt x="9" y="49"/>
                </a:cubicBezTo>
                <a:close/>
                <a:moveTo>
                  <a:pt x="9" y="17"/>
                </a:moveTo>
                <a:cubicBezTo>
                  <a:pt x="7" y="17"/>
                  <a:pt x="5" y="18"/>
                  <a:pt x="5" y="21"/>
                </a:cubicBezTo>
                <a:cubicBezTo>
                  <a:pt x="5" y="23"/>
                  <a:pt x="7" y="25"/>
                  <a:pt x="9" y="25"/>
                </a:cubicBezTo>
                <a:cubicBezTo>
                  <a:pt x="11" y="25"/>
                  <a:pt x="13" y="23"/>
                  <a:pt x="13" y="21"/>
                </a:cubicBezTo>
                <a:cubicBezTo>
                  <a:pt x="13" y="18"/>
                  <a:pt x="11" y="17"/>
                  <a:pt x="9" y="17"/>
                </a:cubicBezTo>
                <a:close/>
                <a:moveTo>
                  <a:pt x="9" y="33"/>
                </a:moveTo>
                <a:cubicBezTo>
                  <a:pt x="7" y="33"/>
                  <a:pt x="5" y="35"/>
                  <a:pt x="5" y="37"/>
                </a:cubicBezTo>
                <a:cubicBezTo>
                  <a:pt x="5" y="39"/>
                  <a:pt x="7" y="41"/>
                  <a:pt x="9" y="41"/>
                </a:cubicBezTo>
                <a:cubicBezTo>
                  <a:pt x="11" y="41"/>
                  <a:pt x="13" y="39"/>
                  <a:pt x="13" y="37"/>
                </a:cubicBezTo>
                <a:cubicBezTo>
                  <a:pt x="13" y="35"/>
                  <a:pt x="11" y="33"/>
                  <a:pt x="9" y="33"/>
                </a:cubicBezTo>
                <a:close/>
                <a:moveTo>
                  <a:pt x="9" y="259"/>
                </a:moveTo>
                <a:cubicBezTo>
                  <a:pt x="4" y="259"/>
                  <a:pt x="0" y="263"/>
                  <a:pt x="0" y="268"/>
                </a:cubicBezTo>
                <a:cubicBezTo>
                  <a:pt x="0" y="274"/>
                  <a:pt x="4" y="278"/>
                  <a:pt x="9" y="278"/>
                </a:cubicBezTo>
                <a:cubicBezTo>
                  <a:pt x="15" y="278"/>
                  <a:pt x="19" y="274"/>
                  <a:pt x="19" y="268"/>
                </a:cubicBezTo>
                <a:cubicBezTo>
                  <a:pt x="19" y="263"/>
                  <a:pt x="15" y="259"/>
                  <a:pt x="9" y="259"/>
                </a:cubicBezTo>
                <a:close/>
                <a:moveTo>
                  <a:pt x="9" y="81"/>
                </a:moveTo>
                <a:cubicBezTo>
                  <a:pt x="7" y="81"/>
                  <a:pt x="5" y="83"/>
                  <a:pt x="5" y="85"/>
                </a:cubicBezTo>
                <a:cubicBezTo>
                  <a:pt x="5" y="87"/>
                  <a:pt x="7" y="89"/>
                  <a:pt x="9" y="89"/>
                </a:cubicBezTo>
                <a:cubicBezTo>
                  <a:pt x="11" y="89"/>
                  <a:pt x="13" y="87"/>
                  <a:pt x="13" y="85"/>
                </a:cubicBezTo>
                <a:cubicBezTo>
                  <a:pt x="13" y="83"/>
                  <a:pt x="11" y="81"/>
                  <a:pt x="9" y="81"/>
                </a:cubicBezTo>
                <a:close/>
                <a:moveTo>
                  <a:pt x="9" y="97"/>
                </a:moveTo>
                <a:cubicBezTo>
                  <a:pt x="7" y="97"/>
                  <a:pt x="5" y="99"/>
                  <a:pt x="5" y="101"/>
                </a:cubicBezTo>
                <a:cubicBezTo>
                  <a:pt x="5" y="103"/>
                  <a:pt x="7" y="105"/>
                  <a:pt x="9" y="105"/>
                </a:cubicBezTo>
                <a:cubicBezTo>
                  <a:pt x="11" y="105"/>
                  <a:pt x="13" y="103"/>
                  <a:pt x="13" y="101"/>
                </a:cubicBezTo>
                <a:cubicBezTo>
                  <a:pt x="13" y="99"/>
                  <a:pt x="11" y="97"/>
                  <a:pt x="9" y="97"/>
                </a:cubicBezTo>
                <a:close/>
                <a:moveTo>
                  <a:pt x="9" y="65"/>
                </a:moveTo>
                <a:cubicBezTo>
                  <a:pt x="7" y="65"/>
                  <a:pt x="5" y="67"/>
                  <a:pt x="5" y="69"/>
                </a:cubicBezTo>
                <a:cubicBezTo>
                  <a:pt x="5" y="71"/>
                  <a:pt x="7" y="73"/>
                  <a:pt x="9" y="73"/>
                </a:cubicBezTo>
                <a:cubicBezTo>
                  <a:pt x="11" y="73"/>
                  <a:pt x="13" y="71"/>
                  <a:pt x="13" y="69"/>
                </a:cubicBezTo>
                <a:cubicBezTo>
                  <a:pt x="13" y="67"/>
                  <a:pt x="11" y="65"/>
                  <a:pt x="9" y="65"/>
                </a:cubicBezTo>
                <a:close/>
                <a:moveTo>
                  <a:pt x="9" y="113"/>
                </a:moveTo>
                <a:cubicBezTo>
                  <a:pt x="7" y="113"/>
                  <a:pt x="5" y="115"/>
                  <a:pt x="5" y="117"/>
                </a:cubicBezTo>
                <a:cubicBezTo>
                  <a:pt x="5" y="120"/>
                  <a:pt x="7" y="121"/>
                  <a:pt x="9" y="121"/>
                </a:cubicBezTo>
                <a:cubicBezTo>
                  <a:pt x="11" y="121"/>
                  <a:pt x="13" y="120"/>
                  <a:pt x="13" y="117"/>
                </a:cubicBezTo>
                <a:cubicBezTo>
                  <a:pt x="13" y="115"/>
                  <a:pt x="11" y="113"/>
                  <a:pt x="9" y="1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1129"/>
          <p:cNvSpPr>
            <a:spLocks noEditPoints="1"/>
          </p:cNvSpPr>
          <p:nvPr/>
        </p:nvSpPr>
        <p:spPr bwMode="auto">
          <a:xfrm>
            <a:off x="3346451" y="2559083"/>
            <a:ext cx="2413000" cy="2416175"/>
          </a:xfrm>
          <a:custGeom>
            <a:avLst/>
            <a:gdLst>
              <a:gd name="T0" fmla="*/ 320 w 760"/>
              <a:gd name="T1" fmla="*/ 733 h 761"/>
              <a:gd name="T2" fmla="*/ 228 w 760"/>
              <a:gd name="T3" fmla="*/ 667 h 761"/>
              <a:gd name="T4" fmla="*/ 111 w 760"/>
              <a:gd name="T5" fmla="*/ 649 h 761"/>
              <a:gd name="T6" fmla="*/ 93 w 760"/>
              <a:gd name="T7" fmla="*/ 532 h 761"/>
              <a:gd name="T8" fmla="*/ 27 w 760"/>
              <a:gd name="T9" fmla="*/ 440 h 761"/>
              <a:gd name="T10" fmla="*/ 27 w 760"/>
              <a:gd name="T11" fmla="*/ 321 h 761"/>
              <a:gd name="T12" fmla="*/ 93 w 760"/>
              <a:gd name="T13" fmla="*/ 229 h 761"/>
              <a:gd name="T14" fmla="*/ 111 w 760"/>
              <a:gd name="T15" fmla="*/ 112 h 761"/>
              <a:gd name="T16" fmla="*/ 228 w 760"/>
              <a:gd name="T17" fmla="*/ 93 h 761"/>
              <a:gd name="T18" fmla="*/ 320 w 760"/>
              <a:gd name="T19" fmla="*/ 28 h 761"/>
              <a:gd name="T20" fmla="*/ 440 w 760"/>
              <a:gd name="T21" fmla="*/ 28 h 761"/>
              <a:gd name="T22" fmla="*/ 532 w 760"/>
              <a:gd name="T23" fmla="*/ 93 h 761"/>
              <a:gd name="T24" fmla="*/ 649 w 760"/>
              <a:gd name="T25" fmla="*/ 112 h 761"/>
              <a:gd name="T26" fmla="*/ 667 w 760"/>
              <a:gd name="T27" fmla="*/ 229 h 761"/>
              <a:gd name="T28" fmla="*/ 733 w 760"/>
              <a:gd name="T29" fmla="*/ 321 h 761"/>
              <a:gd name="T30" fmla="*/ 733 w 760"/>
              <a:gd name="T31" fmla="*/ 440 h 761"/>
              <a:gd name="T32" fmla="*/ 667 w 760"/>
              <a:gd name="T33" fmla="*/ 532 h 761"/>
              <a:gd name="T34" fmla="*/ 649 w 760"/>
              <a:gd name="T35" fmla="*/ 649 h 761"/>
              <a:gd name="T36" fmla="*/ 532 w 760"/>
              <a:gd name="T37" fmla="*/ 667 h 761"/>
              <a:gd name="T38" fmla="*/ 440 w 760"/>
              <a:gd name="T39" fmla="*/ 733 h 761"/>
              <a:gd name="T40" fmla="*/ 234 w 760"/>
              <a:gd name="T41" fmla="*/ 655 h 761"/>
              <a:gd name="T42" fmla="*/ 329 w 760"/>
              <a:gd name="T43" fmla="*/ 725 h 761"/>
              <a:gd name="T44" fmla="*/ 431 w 760"/>
              <a:gd name="T45" fmla="*/ 725 h 761"/>
              <a:gd name="T46" fmla="*/ 533 w 760"/>
              <a:gd name="T47" fmla="*/ 655 h 761"/>
              <a:gd name="T48" fmla="*/ 640 w 760"/>
              <a:gd name="T49" fmla="*/ 641 h 761"/>
              <a:gd name="T50" fmla="*/ 655 w 760"/>
              <a:gd name="T51" fmla="*/ 533 h 761"/>
              <a:gd name="T52" fmla="*/ 725 w 760"/>
              <a:gd name="T53" fmla="*/ 431 h 761"/>
              <a:gd name="T54" fmla="*/ 725 w 760"/>
              <a:gd name="T55" fmla="*/ 330 h 761"/>
              <a:gd name="T56" fmla="*/ 655 w 760"/>
              <a:gd name="T57" fmla="*/ 228 h 761"/>
              <a:gd name="T58" fmla="*/ 640 w 760"/>
              <a:gd name="T59" fmla="*/ 120 h 761"/>
              <a:gd name="T60" fmla="*/ 533 w 760"/>
              <a:gd name="T61" fmla="*/ 105 h 761"/>
              <a:gd name="T62" fmla="*/ 431 w 760"/>
              <a:gd name="T63" fmla="*/ 36 h 761"/>
              <a:gd name="T64" fmla="*/ 329 w 760"/>
              <a:gd name="T65" fmla="*/ 36 h 761"/>
              <a:gd name="T66" fmla="*/ 227 w 760"/>
              <a:gd name="T67" fmla="*/ 105 h 761"/>
              <a:gd name="T68" fmla="*/ 120 w 760"/>
              <a:gd name="T69" fmla="*/ 120 h 761"/>
              <a:gd name="T70" fmla="*/ 105 w 760"/>
              <a:gd name="T71" fmla="*/ 228 h 761"/>
              <a:gd name="T72" fmla="*/ 35 w 760"/>
              <a:gd name="T73" fmla="*/ 330 h 761"/>
              <a:gd name="T74" fmla="*/ 35 w 760"/>
              <a:gd name="T75" fmla="*/ 431 h 761"/>
              <a:gd name="T76" fmla="*/ 105 w 760"/>
              <a:gd name="T77" fmla="*/ 533 h 761"/>
              <a:gd name="T78" fmla="*/ 120 w 760"/>
              <a:gd name="T79" fmla="*/ 641 h 761"/>
              <a:gd name="T80" fmla="*/ 227 w 760"/>
              <a:gd name="T81" fmla="*/ 655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0" h="761">
                <a:moveTo>
                  <a:pt x="380" y="761"/>
                </a:moveTo>
                <a:cubicBezTo>
                  <a:pt x="357" y="761"/>
                  <a:pt x="335" y="751"/>
                  <a:pt x="320" y="733"/>
                </a:cubicBezTo>
                <a:cubicBezTo>
                  <a:pt x="284" y="691"/>
                  <a:pt x="284" y="691"/>
                  <a:pt x="284" y="691"/>
                </a:cubicBezTo>
                <a:cubicBezTo>
                  <a:pt x="271" y="674"/>
                  <a:pt x="250" y="666"/>
                  <a:pt x="228" y="667"/>
                </a:cubicBezTo>
                <a:cubicBezTo>
                  <a:pt x="173" y="672"/>
                  <a:pt x="173" y="672"/>
                  <a:pt x="173" y="672"/>
                </a:cubicBezTo>
                <a:cubicBezTo>
                  <a:pt x="150" y="674"/>
                  <a:pt x="127" y="666"/>
                  <a:pt x="111" y="649"/>
                </a:cubicBezTo>
                <a:cubicBezTo>
                  <a:pt x="95" y="633"/>
                  <a:pt x="87" y="610"/>
                  <a:pt x="89" y="587"/>
                </a:cubicBezTo>
                <a:cubicBezTo>
                  <a:pt x="93" y="532"/>
                  <a:pt x="93" y="532"/>
                  <a:pt x="93" y="532"/>
                </a:cubicBezTo>
                <a:cubicBezTo>
                  <a:pt x="95" y="511"/>
                  <a:pt x="86" y="490"/>
                  <a:pt x="70" y="476"/>
                </a:cubicBezTo>
                <a:cubicBezTo>
                  <a:pt x="27" y="440"/>
                  <a:pt x="27" y="440"/>
                  <a:pt x="27" y="440"/>
                </a:cubicBezTo>
                <a:cubicBezTo>
                  <a:pt x="10" y="425"/>
                  <a:pt x="0" y="403"/>
                  <a:pt x="0" y="380"/>
                </a:cubicBezTo>
                <a:cubicBezTo>
                  <a:pt x="0" y="357"/>
                  <a:pt x="10" y="336"/>
                  <a:pt x="27" y="321"/>
                </a:cubicBezTo>
                <a:cubicBezTo>
                  <a:pt x="70" y="285"/>
                  <a:pt x="70" y="285"/>
                  <a:pt x="70" y="285"/>
                </a:cubicBezTo>
                <a:cubicBezTo>
                  <a:pt x="86" y="271"/>
                  <a:pt x="95" y="250"/>
                  <a:pt x="93" y="229"/>
                </a:cubicBezTo>
                <a:cubicBezTo>
                  <a:pt x="89" y="173"/>
                  <a:pt x="89" y="173"/>
                  <a:pt x="89" y="173"/>
                </a:cubicBezTo>
                <a:cubicBezTo>
                  <a:pt x="87" y="150"/>
                  <a:pt x="95" y="128"/>
                  <a:pt x="111" y="112"/>
                </a:cubicBezTo>
                <a:cubicBezTo>
                  <a:pt x="127" y="95"/>
                  <a:pt x="150" y="87"/>
                  <a:pt x="173" y="89"/>
                </a:cubicBezTo>
                <a:cubicBezTo>
                  <a:pt x="228" y="93"/>
                  <a:pt x="228" y="93"/>
                  <a:pt x="228" y="93"/>
                </a:cubicBezTo>
                <a:cubicBezTo>
                  <a:pt x="250" y="95"/>
                  <a:pt x="271" y="87"/>
                  <a:pt x="284" y="70"/>
                </a:cubicBezTo>
                <a:cubicBezTo>
                  <a:pt x="320" y="28"/>
                  <a:pt x="320" y="28"/>
                  <a:pt x="320" y="28"/>
                </a:cubicBezTo>
                <a:cubicBezTo>
                  <a:pt x="335" y="10"/>
                  <a:pt x="357" y="0"/>
                  <a:pt x="380" y="0"/>
                </a:cubicBezTo>
                <a:cubicBezTo>
                  <a:pt x="403" y="0"/>
                  <a:pt x="425" y="10"/>
                  <a:pt x="440" y="28"/>
                </a:cubicBezTo>
                <a:cubicBezTo>
                  <a:pt x="476" y="70"/>
                  <a:pt x="476" y="70"/>
                  <a:pt x="476" y="70"/>
                </a:cubicBezTo>
                <a:cubicBezTo>
                  <a:pt x="489" y="87"/>
                  <a:pt x="510" y="95"/>
                  <a:pt x="532" y="93"/>
                </a:cubicBezTo>
                <a:cubicBezTo>
                  <a:pt x="587" y="89"/>
                  <a:pt x="587" y="89"/>
                  <a:pt x="587" y="89"/>
                </a:cubicBezTo>
                <a:cubicBezTo>
                  <a:pt x="610" y="87"/>
                  <a:pt x="633" y="95"/>
                  <a:pt x="649" y="112"/>
                </a:cubicBezTo>
                <a:cubicBezTo>
                  <a:pt x="665" y="128"/>
                  <a:pt x="673" y="150"/>
                  <a:pt x="672" y="173"/>
                </a:cubicBezTo>
                <a:cubicBezTo>
                  <a:pt x="667" y="229"/>
                  <a:pt x="667" y="229"/>
                  <a:pt x="667" y="229"/>
                </a:cubicBezTo>
                <a:cubicBezTo>
                  <a:pt x="665" y="250"/>
                  <a:pt x="674" y="271"/>
                  <a:pt x="690" y="285"/>
                </a:cubicBezTo>
                <a:cubicBezTo>
                  <a:pt x="733" y="321"/>
                  <a:pt x="733" y="321"/>
                  <a:pt x="733" y="321"/>
                </a:cubicBezTo>
                <a:cubicBezTo>
                  <a:pt x="750" y="336"/>
                  <a:pt x="760" y="357"/>
                  <a:pt x="760" y="380"/>
                </a:cubicBezTo>
                <a:cubicBezTo>
                  <a:pt x="760" y="403"/>
                  <a:pt x="750" y="425"/>
                  <a:pt x="733" y="440"/>
                </a:cubicBezTo>
                <a:cubicBezTo>
                  <a:pt x="690" y="476"/>
                  <a:pt x="690" y="476"/>
                  <a:pt x="690" y="476"/>
                </a:cubicBezTo>
                <a:cubicBezTo>
                  <a:pt x="674" y="490"/>
                  <a:pt x="665" y="511"/>
                  <a:pt x="667" y="532"/>
                </a:cubicBezTo>
                <a:cubicBezTo>
                  <a:pt x="672" y="587"/>
                  <a:pt x="672" y="587"/>
                  <a:pt x="672" y="587"/>
                </a:cubicBezTo>
                <a:cubicBezTo>
                  <a:pt x="673" y="610"/>
                  <a:pt x="665" y="633"/>
                  <a:pt x="649" y="649"/>
                </a:cubicBezTo>
                <a:cubicBezTo>
                  <a:pt x="633" y="666"/>
                  <a:pt x="610" y="674"/>
                  <a:pt x="587" y="672"/>
                </a:cubicBezTo>
                <a:cubicBezTo>
                  <a:pt x="532" y="667"/>
                  <a:pt x="532" y="667"/>
                  <a:pt x="532" y="667"/>
                </a:cubicBezTo>
                <a:cubicBezTo>
                  <a:pt x="510" y="666"/>
                  <a:pt x="489" y="674"/>
                  <a:pt x="476" y="691"/>
                </a:cubicBezTo>
                <a:cubicBezTo>
                  <a:pt x="440" y="733"/>
                  <a:pt x="440" y="733"/>
                  <a:pt x="440" y="733"/>
                </a:cubicBezTo>
                <a:cubicBezTo>
                  <a:pt x="425" y="751"/>
                  <a:pt x="403" y="761"/>
                  <a:pt x="380" y="761"/>
                </a:cubicBezTo>
                <a:close/>
                <a:moveTo>
                  <a:pt x="234" y="655"/>
                </a:moveTo>
                <a:cubicBezTo>
                  <a:pt x="257" y="655"/>
                  <a:pt x="279" y="665"/>
                  <a:pt x="293" y="683"/>
                </a:cubicBezTo>
                <a:cubicBezTo>
                  <a:pt x="329" y="725"/>
                  <a:pt x="329" y="725"/>
                  <a:pt x="329" y="725"/>
                </a:cubicBezTo>
                <a:cubicBezTo>
                  <a:pt x="342" y="740"/>
                  <a:pt x="360" y="749"/>
                  <a:pt x="380" y="749"/>
                </a:cubicBezTo>
                <a:cubicBezTo>
                  <a:pt x="400" y="749"/>
                  <a:pt x="418" y="740"/>
                  <a:pt x="431" y="725"/>
                </a:cubicBezTo>
                <a:cubicBezTo>
                  <a:pt x="467" y="683"/>
                  <a:pt x="467" y="683"/>
                  <a:pt x="467" y="683"/>
                </a:cubicBezTo>
                <a:cubicBezTo>
                  <a:pt x="483" y="664"/>
                  <a:pt x="507" y="653"/>
                  <a:pt x="533" y="655"/>
                </a:cubicBezTo>
                <a:cubicBezTo>
                  <a:pt x="588" y="660"/>
                  <a:pt x="588" y="660"/>
                  <a:pt x="588" y="660"/>
                </a:cubicBezTo>
                <a:cubicBezTo>
                  <a:pt x="607" y="662"/>
                  <a:pt x="627" y="654"/>
                  <a:pt x="640" y="641"/>
                </a:cubicBezTo>
                <a:cubicBezTo>
                  <a:pt x="654" y="627"/>
                  <a:pt x="661" y="608"/>
                  <a:pt x="660" y="588"/>
                </a:cubicBezTo>
                <a:cubicBezTo>
                  <a:pt x="655" y="533"/>
                  <a:pt x="655" y="533"/>
                  <a:pt x="655" y="533"/>
                </a:cubicBezTo>
                <a:cubicBezTo>
                  <a:pt x="653" y="508"/>
                  <a:pt x="663" y="483"/>
                  <a:pt x="682" y="467"/>
                </a:cubicBezTo>
                <a:cubicBezTo>
                  <a:pt x="725" y="431"/>
                  <a:pt x="725" y="431"/>
                  <a:pt x="725" y="431"/>
                </a:cubicBezTo>
                <a:cubicBezTo>
                  <a:pt x="740" y="418"/>
                  <a:pt x="748" y="400"/>
                  <a:pt x="748" y="380"/>
                </a:cubicBezTo>
                <a:cubicBezTo>
                  <a:pt x="748" y="361"/>
                  <a:pt x="740" y="343"/>
                  <a:pt x="725" y="330"/>
                </a:cubicBezTo>
                <a:cubicBezTo>
                  <a:pt x="682" y="294"/>
                  <a:pt x="682" y="294"/>
                  <a:pt x="682" y="294"/>
                </a:cubicBezTo>
                <a:cubicBezTo>
                  <a:pt x="663" y="278"/>
                  <a:pt x="653" y="253"/>
                  <a:pt x="655" y="228"/>
                </a:cubicBezTo>
                <a:cubicBezTo>
                  <a:pt x="660" y="172"/>
                  <a:pt x="660" y="172"/>
                  <a:pt x="660" y="172"/>
                </a:cubicBezTo>
                <a:cubicBezTo>
                  <a:pt x="661" y="153"/>
                  <a:pt x="654" y="134"/>
                  <a:pt x="640" y="120"/>
                </a:cubicBezTo>
                <a:cubicBezTo>
                  <a:pt x="627" y="106"/>
                  <a:pt x="608" y="99"/>
                  <a:pt x="588" y="101"/>
                </a:cubicBezTo>
                <a:cubicBezTo>
                  <a:pt x="533" y="105"/>
                  <a:pt x="533" y="105"/>
                  <a:pt x="533" y="105"/>
                </a:cubicBezTo>
                <a:cubicBezTo>
                  <a:pt x="507" y="108"/>
                  <a:pt x="483" y="97"/>
                  <a:pt x="467" y="78"/>
                </a:cubicBezTo>
                <a:cubicBezTo>
                  <a:pt x="431" y="36"/>
                  <a:pt x="431" y="36"/>
                  <a:pt x="431" y="36"/>
                </a:cubicBezTo>
                <a:cubicBezTo>
                  <a:pt x="418" y="21"/>
                  <a:pt x="400" y="12"/>
                  <a:pt x="380" y="12"/>
                </a:cubicBezTo>
                <a:cubicBezTo>
                  <a:pt x="360" y="12"/>
                  <a:pt x="342" y="21"/>
                  <a:pt x="329" y="36"/>
                </a:cubicBezTo>
                <a:cubicBezTo>
                  <a:pt x="293" y="78"/>
                  <a:pt x="293" y="78"/>
                  <a:pt x="293" y="78"/>
                </a:cubicBezTo>
                <a:cubicBezTo>
                  <a:pt x="277" y="97"/>
                  <a:pt x="253" y="108"/>
                  <a:pt x="227" y="105"/>
                </a:cubicBezTo>
                <a:cubicBezTo>
                  <a:pt x="172" y="101"/>
                  <a:pt x="172" y="101"/>
                  <a:pt x="172" y="101"/>
                </a:cubicBezTo>
                <a:cubicBezTo>
                  <a:pt x="153" y="99"/>
                  <a:pt x="133" y="106"/>
                  <a:pt x="120" y="120"/>
                </a:cubicBezTo>
                <a:cubicBezTo>
                  <a:pt x="106" y="134"/>
                  <a:pt x="99" y="153"/>
                  <a:pt x="100" y="172"/>
                </a:cubicBezTo>
                <a:cubicBezTo>
                  <a:pt x="105" y="228"/>
                  <a:pt x="105" y="228"/>
                  <a:pt x="105" y="228"/>
                </a:cubicBezTo>
                <a:cubicBezTo>
                  <a:pt x="107" y="253"/>
                  <a:pt x="97" y="278"/>
                  <a:pt x="78" y="294"/>
                </a:cubicBezTo>
                <a:cubicBezTo>
                  <a:pt x="35" y="330"/>
                  <a:pt x="35" y="330"/>
                  <a:pt x="35" y="330"/>
                </a:cubicBezTo>
                <a:cubicBezTo>
                  <a:pt x="20" y="343"/>
                  <a:pt x="12" y="361"/>
                  <a:pt x="12" y="380"/>
                </a:cubicBezTo>
                <a:cubicBezTo>
                  <a:pt x="12" y="400"/>
                  <a:pt x="20" y="418"/>
                  <a:pt x="35" y="431"/>
                </a:cubicBezTo>
                <a:cubicBezTo>
                  <a:pt x="78" y="467"/>
                  <a:pt x="78" y="467"/>
                  <a:pt x="78" y="467"/>
                </a:cubicBezTo>
                <a:cubicBezTo>
                  <a:pt x="97" y="483"/>
                  <a:pt x="107" y="508"/>
                  <a:pt x="105" y="533"/>
                </a:cubicBezTo>
                <a:cubicBezTo>
                  <a:pt x="100" y="588"/>
                  <a:pt x="100" y="588"/>
                  <a:pt x="100" y="588"/>
                </a:cubicBezTo>
                <a:cubicBezTo>
                  <a:pt x="99" y="608"/>
                  <a:pt x="106" y="627"/>
                  <a:pt x="120" y="641"/>
                </a:cubicBezTo>
                <a:cubicBezTo>
                  <a:pt x="133" y="655"/>
                  <a:pt x="152" y="662"/>
                  <a:pt x="172" y="660"/>
                </a:cubicBezTo>
                <a:cubicBezTo>
                  <a:pt x="227" y="655"/>
                  <a:pt x="227" y="655"/>
                  <a:pt x="227" y="655"/>
                </a:cubicBezTo>
                <a:cubicBezTo>
                  <a:pt x="230" y="655"/>
                  <a:pt x="232" y="655"/>
                  <a:pt x="234" y="6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1130"/>
          <p:cNvSpPr>
            <a:spLocks noEditPoints="1"/>
          </p:cNvSpPr>
          <p:nvPr/>
        </p:nvSpPr>
        <p:spPr bwMode="auto">
          <a:xfrm>
            <a:off x="3641726" y="2854358"/>
            <a:ext cx="1822450" cy="1825625"/>
          </a:xfrm>
          <a:custGeom>
            <a:avLst/>
            <a:gdLst>
              <a:gd name="T0" fmla="*/ 242 w 574"/>
              <a:gd name="T1" fmla="*/ 554 h 575"/>
              <a:gd name="T2" fmla="*/ 172 w 574"/>
              <a:gd name="T3" fmla="*/ 504 h 575"/>
              <a:gd name="T4" fmla="*/ 84 w 574"/>
              <a:gd name="T5" fmla="*/ 491 h 575"/>
              <a:gd name="T6" fmla="*/ 70 w 574"/>
              <a:gd name="T7" fmla="*/ 402 h 575"/>
              <a:gd name="T8" fmla="*/ 20 w 574"/>
              <a:gd name="T9" fmla="*/ 332 h 575"/>
              <a:gd name="T10" fmla="*/ 20 w 574"/>
              <a:gd name="T11" fmla="*/ 243 h 575"/>
              <a:gd name="T12" fmla="*/ 70 w 574"/>
              <a:gd name="T13" fmla="*/ 173 h 575"/>
              <a:gd name="T14" fmla="*/ 84 w 574"/>
              <a:gd name="T15" fmla="*/ 84 h 575"/>
              <a:gd name="T16" fmla="*/ 172 w 574"/>
              <a:gd name="T17" fmla="*/ 71 h 575"/>
              <a:gd name="T18" fmla="*/ 242 w 574"/>
              <a:gd name="T19" fmla="*/ 21 h 575"/>
              <a:gd name="T20" fmla="*/ 332 w 574"/>
              <a:gd name="T21" fmla="*/ 21 h 575"/>
              <a:gd name="T22" fmla="*/ 402 w 574"/>
              <a:gd name="T23" fmla="*/ 71 h 575"/>
              <a:gd name="T24" fmla="*/ 490 w 574"/>
              <a:gd name="T25" fmla="*/ 84 h 575"/>
              <a:gd name="T26" fmla="*/ 504 w 574"/>
              <a:gd name="T27" fmla="*/ 173 h 575"/>
              <a:gd name="T28" fmla="*/ 554 w 574"/>
              <a:gd name="T29" fmla="*/ 243 h 575"/>
              <a:gd name="T30" fmla="*/ 554 w 574"/>
              <a:gd name="T31" fmla="*/ 332 h 575"/>
              <a:gd name="T32" fmla="*/ 504 w 574"/>
              <a:gd name="T33" fmla="*/ 402 h 575"/>
              <a:gd name="T34" fmla="*/ 490 w 574"/>
              <a:gd name="T35" fmla="*/ 491 h 575"/>
              <a:gd name="T36" fmla="*/ 402 w 574"/>
              <a:gd name="T37" fmla="*/ 504 h 575"/>
              <a:gd name="T38" fmla="*/ 332 w 574"/>
              <a:gd name="T39" fmla="*/ 554 h 575"/>
              <a:gd name="T40" fmla="*/ 176 w 574"/>
              <a:gd name="T41" fmla="*/ 496 h 575"/>
              <a:gd name="T42" fmla="*/ 248 w 574"/>
              <a:gd name="T43" fmla="*/ 549 h 575"/>
              <a:gd name="T44" fmla="*/ 326 w 574"/>
              <a:gd name="T45" fmla="*/ 549 h 575"/>
              <a:gd name="T46" fmla="*/ 403 w 574"/>
              <a:gd name="T47" fmla="*/ 496 h 575"/>
              <a:gd name="T48" fmla="*/ 485 w 574"/>
              <a:gd name="T49" fmla="*/ 485 h 575"/>
              <a:gd name="T50" fmla="*/ 496 w 574"/>
              <a:gd name="T51" fmla="*/ 403 h 575"/>
              <a:gd name="T52" fmla="*/ 549 w 574"/>
              <a:gd name="T53" fmla="*/ 326 h 575"/>
              <a:gd name="T54" fmla="*/ 549 w 574"/>
              <a:gd name="T55" fmla="*/ 249 h 575"/>
              <a:gd name="T56" fmla="*/ 496 w 574"/>
              <a:gd name="T57" fmla="*/ 172 h 575"/>
              <a:gd name="T58" fmla="*/ 485 w 574"/>
              <a:gd name="T59" fmla="*/ 90 h 575"/>
              <a:gd name="T60" fmla="*/ 403 w 574"/>
              <a:gd name="T61" fmla="*/ 79 h 575"/>
              <a:gd name="T62" fmla="*/ 326 w 574"/>
              <a:gd name="T63" fmla="*/ 26 h 575"/>
              <a:gd name="T64" fmla="*/ 248 w 574"/>
              <a:gd name="T65" fmla="*/ 26 h 575"/>
              <a:gd name="T66" fmla="*/ 171 w 574"/>
              <a:gd name="T67" fmla="*/ 79 h 575"/>
              <a:gd name="T68" fmla="*/ 89 w 574"/>
              <a:gd name="T69" fmla="*/ 90 h 575"/>
              <a:gd name="T70" fmla="*/ 78 w 574"/>
              <a:gd name="T71" fmla="*/ 172 h 575"/>
              <a:gd name="T72" fmla="*/ 25 w 574"/>
              <a:gd name="T73" fmla="*/ 249 h 575"/>
              <a:gd name="T74" fmla="*/ 25 w 574"/>
              <a:gd name="T75" fmla="*/ 326 h 575"/>
              <a:gd name="T76" fmla="*/ 78 w 574"/>
              <a:gd name="T77" fmla="*/ 403 h 575"/>
              <a:gd name="T78" fmla="*/ 89 w 574"/>
              <a:gd name="T79" fmla="*/ 485 h 575"/>
              <a:gd name="T80" fmla="*/ 171 w 574"/>
              <a:gd name="T81" fmla="*/ 496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74" h="575">
                <a:moveTo>
                  <a:pt x="287" y="575"/>
                </a:moveTo>
                <a:cubicBezTo>
                  <a:pt x="270" y="575"/>
                  <a:pt x="253" y="567"/>
                  <a:pt x="242" y="554"/>
                </a:cubicBezTo>
                <a:cubicBezTo>
                  <a:pt x="215" y="522"/>
                  <a:pt x="215" y="522"/>
                  <a:pt x="215" y="522"/>
                </a:cubicBezTo>
                <a:cubicBezTo>
                  <a:pt x="204" y="510"/>
                  <a:pt x="188" y="503"/>
                  <a:pt x="172" y="504"/>
                </a:cubicBezTo>
                <a:cubicBezTo>
                  <a:pt x="130" y="508"/>
                  <a:pt x="130" y="508"/>
                  <a:pt x="130" y="508"/>
                </a:cubicBezTo>
                <a:cubicBezTo>
                  <a:pt x="113" y="509"/>
                  <a:pt x="96" y="503"/>
                  <a:pt x="84" y="491"/>
                </a:cubicBezTo>
                <a:cubicBezTo>
                  <a:pt x="71" y="478"/>
                  <a:pt x="65" y="462"/>
                  <a:pt x="67" y="444"/>
                </a:cubicBezTo>
                <a:cubicBezTo>
                  <a:pt x="70" y="402"/>
                  <a:pt x="70" y="402"/>
                  <a:pt x="70" y="402"/>
                </a:cubicBezTo>
                <a:cubicBezTo>
                  <a:pt x="71" y="386"/>
                  <a:pt x="65" y="370"/>
                  <a:pt x="52" y="360"/>
                </a:cubicBezTo>
                <a:cubicBezTo>
                  <a:pt x="20" y="332"/>
                  <a:pt x="20" y="332"/>
                  <a:pt x="20" y="332"/>
                </a:cubicBezTo>
                <a:cubicBezTo>
                  <a:pt x="7" y="321"/>
                  <a:pt x="0" y="305"/>
                  <a:pt x="0" y="287"/>
                </a:cubicBezTo>
                <a:cubicBezTo>
                  <a:pt x="0" y="270"/>
                  <a:pt x="7" y="254"/>
                  <a:pt x="20" y="243"/>
                </a:cubicBezTo>
                <a:cubicBezTo>
                  <a:pt x="52" y="215"/>
                  <a:pt x="52" y="215"/>
                  <a:pt x="52" y="215"/>
                </a:cubicBezTo>
                <a:cubicBezTo>
                  <a:pt x="65" y="205"/>
                  <a:pt x="71" y="189"/>
                  <a:pt x="70" y="173"/>
                </a:cubicBezTo>
                <a:cubicBezTo>
                  <a:pt x="67" y="131"/>
                  <a:pt x="67" y="131"/>
                  <a:pt x="67" y="131"/>
                </a:cubicBezTo>
                <a:cubicBezTo>
                  <a:pt x="65" y="113"/>
                  <a:pt x="71" y="96"/>
                  <a:pt x="84" y="84"/>
                </a:cubicBezTo>
                <a:cubicBezTo>
                  <a:pt x="96" y="72"/>
                  <a:pt x="113" y="66"/>
                  <a:pt x="130" y="67"/>
                </a:cubicBezTo>
                <a:cubicBezTo>
                  <a:pt x="172" y="71"/>
                  <a:pt x="172" y="71"/>
                  <a:pt x="172" y="71"/>
                </a:cubicBezTo>
                <a:cubicBezTo>
                  <a:pt x="188" y="72"/>
                  <a:pt x="204" y="65"/>
                  <a:pt x="215" y="53"/>
                </a:cubicBezTo>
                <a:cubicBezTo>
                  <a:pt x="242" y="21"/>
                  <a:pt x="242" y="21"/>
                  <a:pt x="242" y="21"/>
                </a:cubicBezTo>
                <a:cubicBezTo>
                  <a:pt x="253" y="8"/>
                  <a:pt x="270" y="0"/>
                  <a:pt x="287" y="0"/>
                </a:cubicBezTo>
                <a:cubicBezTo>
                  <a:pt x="304" y="0"/>
                  <a:pt x="321" y="8"/>
                  <a:pt x="332" y="21"/>
                </a:cubicBezTo>
                <a:cubicBezTo>
                  <a:pt x="359" y="53"/>
                  <a:pt x="359" y="53"/>
                  <a:pt x="359" y="53"/>
                </a:cubicBezTo>
                <a:cubicBezTo>
                  <a:pt x="370" y="65"/>
                  <a:pt x="386" y="72"/>
                  <a:pt x="402" y="71"/>
                </a:cubicBezTo>
                <a:cubicBezTo>
                  <a:pt x="444" y="67"/>
                  <a:pt x="444" y="67"/>
                  <a:pt x="444" y="67"/>
                </a:cubicBezTo>
                <a:cubicBezTo>
                  <a:pt x="461" y="66"/>
                  <a:pt x="478" y="72"/>
                  <a:pt x="490" y="84"/>
                </a:cubicBezTo>
                <a:cubicBezTo>
                  <a:pt x="502" y="96"/>
                  <a:pt x="509" y="113"/>
                  <a:pt x="507" y="131"/>
                </a:cubicBezTo>
                <a:cubicBezTo>
                  <a:pt x="504" y="173"/>
                  <a:pt x="504" y="173"/>
                  <a:pt x="504" y="173"/>
                </a:cubicBezTo>
                <a:cubicBezTo>
                  <a:pt x="503" y="189"/>
                  <a:pt x="509" y="205"/>
                  <a:pt x="522" y="215"/>
                </a:cubicBezTo>
                <a:cubicBezTo>
                  <a:pt x="554" y="243"/>
                  <a:pt x="554" y="243"/>
                  <a:pt x="554" y="243"/>
                </a:cubicBezTo>
                <a:cubicBezTo>
                  <a:pt x="567" y="254"/>
                  <a:pt x="574" y="270"/>
                  <a:pt x="574" y="287"/>
                </a:cubicBezTo>
                <a:cubicBezTo>
                  <a:pt x="574" y="305"/>
                  <a:pt x="567" y="321"/>
                  <a:pt x="554" y="332"/>
                </a:cubicBezTo>
                <a:cubicBezTo>
                  <a:pt x="522" y="360"/>
                  <a:pt x="522" y="360"/>
                  <a:pt x="522" y="360"/>
                </a:cubicBezTo>
                <a:cubicBezTo>
                  <a:pt x="509" y="370"/>
                  <a:pt x="503" y="386"/>
                  <a:pt x="504" y="402"/>
                </a:cubicBezTo>
                <a:cubicBezTo>
                  <a:pt x="507" y="444"/>
                  <a:pt x="507" y="444"/>
                  <a:pt x="507" y="444"/>
                </a:cubicBezTo>
                <a:cubicBezTo>
                  <a:pt x="509" y="462"/>
                  <a:pt x="502" y="478"/>
                  <a:pt x="490" y="491"/>
                </a:cubicBezTo>
                <a:cubicBezTo>
                  <a:pt x="478" y="503"/>
                  <a:pt x="461" y="509"/>
                  <a:pt x="444" y="508"/>
                </a:cubicBezTo>
                <a:cubicBezTo>
                  <a:pt x="402" y="504"/>
                  <a:pt x="402" y="504"/>
                  <a:pt x="402" y="504"/>
                </a:cubicBezTo>
                <a:cubicBezTo>
                  <a:pt x="386" y="503"/>
                  <a:pt x="370" y="510"/>
                  <a:pt x="359" y="522"/>
                </a:cubicBezTo>
                <a:cubicBezTo>
                  <a:pt x="332" y="554"/>
                  <a:pt x="332" y="554"/>
                  <a:pt x="332" y="554"/>
                </a:cubicBezTo>
                <a:cubicBezTo>
                  <a:pt x="321" y="567"/>
                  <a:pt x="304" y="575"/>
                  <a:pt x="287" y="575"/>
                </a:cubicBezTo>
                <a:close/>
                <a:moveTo>
                  <a:pt x="176" y="496"/>
                </a:moveTo>
                <a:cubicBezTo>
                  <a:pt x="194" y="496"/>
                  <a:pt x="210" y="504"/>
                  <a:pt x="221" y="517"/>
                </a:cubicBezTo>
                <a:cubicBezTo>
                  <a:pt x="248" y="549"/>
                  <a:pt x="248" y="549"/>
                  <a:pt x="248" y="549"/>
                </a:cubicBezTo>
                <a:cubicBezTo>
                  <a:pt x="258" y="560"/>
                  <a:pt x="272" y="567"/>
                  <a:pt x="287" y="567"/>
                </a:cubicBezTo>
                <a:cubicBezTo>
                  <a:pt x="302" y="567"/>
                  <a:pt x="316" y="560"/>
                  <a:pt x="326" y="549"/>
                </a:cubicBezTo>
                <a:cubicBezTo>
                  <a:pt x="353" y="517"/>
                  <a:pt x="353" y="517"/>
                  <a:pt x="353" y="517"/>
                </a:cubicBezTo>
                <a:cubicBezTo>
                  <a:pt x="365" y="502"/>
                  <a:pt x="384" y="495"/>
                  <a:pt x="403" y="496"/>
                </a:cubicBezTo>
                <a:cubicBezTo>
                  <a:pt x="445" y="500"/>
                  <a:pt x="445" y="500"/>
                  <a:pt x="445" y="500"/>
                </a:cubicBezTo>
                <a:cubicBezTo>
                  <a:pt x="460" y="501"/>
                  <a:pt x="474" y="496"/>
                  <a:pt x="485" y="485"/>
                </a:cubicBezTo>
                <a:cubicBezTo>
                  <a:pt x="495" y="474"/>
                  <a:pt x="501" y="460"/>
                  <a:pt x="499" y="445"/>
                </a:cubicBezTo>
                <a:cubicBezTo>
                  <a:pt x="496" y="403"/>
                  <a:pt x="496" y="403"/>
                  <a:pt x="496" y="403"/>
                </a:cubicBezTo>
                <a:cubicBezTo>
                  <a:pt x="494" y="384"/>
                  <a:pt x="502" y="366"/>
                  <a:pt x="516" y="353"/>
                </a:cubicBezTo>
                <a:cubicBezTo>
                  <a:pt x="549" y="326"/>
                  <a:pt x="549" y="326"/>
                  <a:pt x="549" y="326"/>
                </a:cubicBezTo>
                <a:cubicBezTo>
                  <a:pt x="560" y="317"/>
                  <a:pt x="566" y="302"/>
                  <a:pt x="566" y="287"/>
                </a:cubicBezTo>
                <a:cubicBezTo>
                  <a:pt x="566" y="273"/>
                  <a:pt x="560" y="258"/>
                  <a:pt x="549" y="249"/>
                </a:cubicBezTo>
                <a:cubicBezTo>
                  <a:pt x="516" y="221"/>
                  <a:pt x="516" y="221"/>
                  <a:pt x="516" y="221"/>
                </a:cubicBezTo>
                <a:cubicBezTo>
                  <a:pt x="502" y="209"/>
                  <a:pt x="494" y="191"/>
                  <a:pt x="496" y="172"/>
                </a:cubicBezTo>
                <a:cubicBezTo>
                  <a:pt x="499" y="130"/>
                  <a:pt x="499" y="130"/>
                  <a:pt x="499" y="130"/>
                </a:cubicBezTo>
                <a:cubicBezTo>
                  <a:pt x="501" y="115"/>
                  <a:pt x="495" y="100"/>
                  <a:pt x="485" y="90"/>
                </a:cubicBezTo>
                <a:cubicBezTo>
                  <a:pt x="474" y="79"/>
                  <a:pt x="460" y="74"/>
                  <a:pt x="445" y="75"/>
                </a:cubicBezTo>
                <a:cubicBezTo>
                  <a:pt x="403" y="79"/>
                  <a:pt x="403" y="79"/>
                  <a:pt x="403" y="79"/>
                </a:cubicBezTo>
                <a:cubicBezTo>
                  <a:pt x="384" y="80"/>
                  <a:pt x="365" y="72"/>
                  <a:pt x="353" y="58"/>
                </a:cubicBezTo>
                <a:cubicBezTo>
                  <a:pt x="326" y="26"/>
                  <a:pt x="326" y="26"/>
                  <a:pt x="326" y="26"/>
                </a:cubicBezTo>
                <a:cubicBezTo>
                  <a:pt x="316" y="15"/>
                  <a:pt x="302" y="8"/>
                  <a:pt x="287" y="8"/>
                </a:cubicBezTo>
                <a:cubicBezTo>
                  <a:pt x="272" y="8"/>
                  <a:pt x="258" y="15"/>
                  <a:pt x="248" y="26"/>
                </a:cubicBezTo>
                <a:cubicBezTo>
                  <a:pt x="221" y="58"/>
                  <a:pt x="221" y="58"/>
                  <a:pt x="221" y="58"/>
                </a:cubicBezTo>
                <a:cubicBezTo>
                  <a:pt x="209" y="72"/>
                  <a:pt x="190" y="80"/>
                  <a:pt x="171" y="79"/>
                </a:cubicBezTo>
                <a:cubicBezTo>
                  <a:pt x="129" y="75"/>
                  <a:pt x="129" y="75"/>
                  <a:pt x="129" y="75"/>
                </a:cubicBezTo>
                <a:cubicBezTo>
                  <a:pt x="114" y="74"/>
                  <a:pt x="100" y="79"/>
                  <a:pt x="89" y="90"/>
                </a:cubicBezTo>
                <a:cubicBezTo>
                  <a:pt x="79" y="100"/>
                  <a:pt x="73" y="115"/>
                  <a:pt x="75" y="130"/>
                </a:cubicBezTo>
                <a:cubicBezTo>
                  <a:pt x="78" y="172"/>
                  <a:pt x="78" y="172"/>
                  <a:pt x="78" y="172"/>
                </a:cubicBezTo>
                <a:cubicBezTo>
                  <a:pt x="80" y="191"/>
                  <a:pt x="72" y="209"/>
                  <a:pt x="58" y="221"/>
                </a:cubicBezTo>
                <a:cubicBezTo>
                  <a:pt x="25" y="249"/>
                  <a:pt x="25" y="249"/>
                  <a:pt x="25" y="249"/>
                </a:cubicBezTo>
                <a:cubicBezTo>
                  <a:pt x="14" y="258"/>
                  <a:pt x="8" y="273"/>
                  <a:pt x="8" y="287"/>
                </a:cubicBezTo>
                <a:cubicBezTo>
                  <a:pt x="8" y="302"/>
                  <a:pt x="14" y="317"/>
                  <a:pt x="25" y="326"/>
                </a:cubicBezTo>
                <a:cubicBezTo>
                  <a:pt x="58" y="353"/>
                  <a:pt x="58" y="353"/>
                  <a:pt x="58" y="353"/>
                </a:cubicBezTo>
                <a:cubicBezTo>
                  <a:pt x="72" y="366"/>
                  <a:pt x="80" y="384"/>
                  <a:pt x="78" y="403"/>
                </a:cubicBezTo>
                <a:cubicBezTo>
                  <a:pt x="75" y="445"/>
                  <a:pt x="75" y="445"/>
                  <a:pt x="75" y="445"/>
                </a:cubicBezTo>
                <a:cubicBezTo>
                  <a:pt x="73" y="460"/>
                  <a:pt x="79" y="474"/>
                  <a:pt x="89" y="485"/>
                </a:cubicBezTo>
                <a:cubicBezTo>
                  <a:pt x="100" y="496"/>
                  <a:pt x="114" y="501"/>
                  <a:pt x="129" y="500"/>
                </a:cubicBezTo>
                <a:cubicBezTo>
                  <a:pt x="171" y="496"/>
                  <a:pt x="171" y="496"/>
                  <a:pt x="171" y="496"/>
                </a:cubicBezTo>
                <a:cubicBezTo>
                  <a:pt x="173" y="496"/>
                  <a:pt x="175" y="496"/>
                  <a:pt x="176" y="496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1148"/>
          <p:cNvSpPr>
            <a:spLocks noEditPoints="1"/>
          </p:cNvSpPr>
          <p:nvPr/>
        </p:nvSpPr>
        <p:spPr bwMode="auto">
          <a:xfrm>
            <a:off x="3495676" y="2711483"/>
            <a:ext cx="2114550" cy="2111375"/>
          </a:xfrm>
          <a:custGeom>
            <a:avLst/>
            <a:gdLst>
              <a:gd name="T0" fmla="*/ 281 w 666"/>
              <a:gd name="T1" fmla="*/ 641 h 665"/>
              <a:gd name="T2" fmla="*/ 200 w 666"/>
              <a:gd name="T3" fmla="*/ 583 h 665"/>
              <a:gd name="T4" fmla="*/ 98 w 666"/>
              <a:gd name="T5" fmla="*/ 568 h 665"/>
              <a:gd name="T6" fmla="*/ 82 w 666"/>
              <a:gd name="T7" fmla="*/ 466 h 665"/>
              <a:gd name="T8" fmla="*/ 24 w 666"/>
              <a:gd name="T9" fmla="*/ 384 h 665"/>
              <a:gd name="T10" fmla="*/ 24 w 666"/>
              <a:gd name="T11" fmla="*/ 281 h 665"/>
              <a:gd name="T12" fmla="*/ 82 w 666"/>
              <a:gd name="T13" fmla="*/ 199 h 665"/>
              <a:gd name="T14" fmla="*/ 98 w 666"/>
              <a:gd name="T15" fmla="*/ 97 h 665"/>
              <a:gd name="T16" fmla="*/ 200 w 666"/>
              <a:gd name="T17" fmla="*/ 82 h 665"/>
              <a:gd name="T18" fmla="*/ 281 w 666"/>
              <a:gd name="T19" fmla="*/ 23 h 665"/>
              <a:gd name="T20" fmla="*/ 385 w 666"/>
              <a:gd name="T21" fmla="*/ 23 h 665"/>
              <a:gd name="T22" fmla="*/ 466 w 666"/>
              <a:gd name="T23" fmla="*/ 82 h 665"/>
              <a:gd name="T24" fmla="*/ 568 w 666"/>
              <a:gd name="T25" fmla="*/ 97 h 665"/>
              <a:gd name="T26" fmla="*/ 584 w 666"/>
              <a:gd name="T27" fmla="*/ 199 h 665"/>
              <a:gd name="T28" fmla="*/ 642 w 666"/>
              <a:gd name="T29" fmla="*/ 281 h 665"/>
              <a:gd name="T30" fmla="*/ 642 w 666"/>
              <a:gd name="T31" fmla="*/ 384 h 665"/>
              <a:gd name="T32" fmla="*/ 584 w 666"/>
              <a:gd name="T33" fmla="*/ 466 h 665"/>
              <a:gd name="T34" fmla="*/ 568 w 666"/>
              <a:gd name="T35" fmla="*/ 568 h 665"/>
              <a:gd name="T36" fmla="*/ 466 w 666"/>
              <a:gd name="T37" fmla="*/ 583 h 665"/>
              <a:gd name="T38" fmla="*/ 385 w 666"/>
              <a:gd name="T39" fmla="*/ 641 h 665"/>
              <a:gd name="T40" fmla="*/ 204 w 666"/>
              <a:gd name="T41" fmla="*/ 575 h 665"/>
              <a:gd name="T42" fmla="*/ 288 w 666"/>
              <a:gd name="T43" fmla="*/ 636 h 665"/>
              <a:gd name="T44" fmla="*/ 378 w 666"/>
              <a:gd name="T45" fmla="*/ 636 h 665"/>
              <a:gd name="T46" fmla="*/ 467 w 666"/>
              <a:gd name="T47" fmla="*/ 575 h 665"/>
              <a:gd name="T48" fmla="*/ 563 w 666"/>
              <a:gd name="T49" fmla="*/ 562 h 665"/>
              <a:gd name="T50" fmla="*/ 576 w 666"/>
              <a:gd name="T51" fmla="*/ 466 h 665"/>
              <a:gd name="T52" fmla="*/ 637 w 666"/>
              <a:gd name="T53" fmla="*/ 378 h 665"/>
              <a:gd name="T54" fmla="*/ 637 w 666"/>
              <a:gd name="T55" fmla="*/ 287 h 665"/>
              <a:gd name="T56" fmla="*/ 576 w 666"/>
              <a:gd name="T57" fmla="*/ 198 h 665"/>
              <a:gd name="T58" fmla="*/ 563 w 666"/>
              <a:gd name="T59" fmla="*/ 103 h 665"/>
              <a:gd name="T60" fmla="*/ 467 w 666"/>
              <a:gd name="T61" fmla="*/ 90 h 665"/>
              <a:gd name="T62" fmla="*/ 378 w 666"/>
              <a:gd name="T63" fmla="*/ 29 h 665"/>
              <a:gd name="T64" fmla="*/ 288 w 666"/>
              <a:gd name="T65" fmla="*/ 29 h 665"/>
              <a:gd name="T66" fmla="*/ 199 w 666"/>
              <a:gd name="T67" fmla="*/ 90 h 665"/>
              <a:gd name="T68" fmla="*/ 103 w 666"/>
              <a:gd name="T69" fmla="*/ 103 h 665"/>
              <a:gd name="T70" fmla="*/ 90 w 666"/>
              <a:gd name="T71" fmla="*/ 198 h 665"/>
              <a:gd name="T72" fmla="*/ 29 w 666"/>
              <a:gd name="T73" fmla="*/ 287 h 665"/>
              <a:gd name="T74" fmla="*/ 29 w 666"/>
              <a:gd name="T75" fmla="*/ 378 h 665"/>
              <a:gd name="T76" fmla="*/ 90 w 666"/>
              <a:gd name="T77" fmla="*/ 466 h 665"/>
              <a:gd name="T78" fmla="*/ 103 w 666"/>
              <a:gd name="T79" fmla="*/ 562 h 665"/>
              <a:gd name="T80" fmla="*/ 199 w 666"/>
              <a:gd name="T81" fmla="*/ 575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6" h="665">
                <a:moveTo>
                  <a:pt x="333" y="665"/>
                </a:moveTo>
                <a:cubicBezTo>
                  <a:pt x="313" y="665"/>
                  <a:pt x="294" y="657"/>
                  <a:pt x="281" y="641"/>
                </a:cubicBezTo>
                <a:cubicBezTo>
                  <a:pt x="250" y="604"/>
                  <a:pt x="250" y="604"/>
                  <a:pt x="250" y="604"/>
                </a:cubicBezTo>
                <a:cubicBezTo>
                  <a:pt x="238" y="590"/>
                  <a:pt x="219" y="582"/>
                  <a:pt x="200" y="583"/>
                </a:cubicBezTo>
                <a:cubicBezTo>
                  <a:pt x="151" y="587"/>
                  <a:pt x="151" y="587"/>
                  <a:pt x="151" y="587"/>
                </a:cubicBezTo>
                <a:cubicBezTo>
                  <a:pt x="131" y="589"/>
                  <a:pt x="112" y="582"/>
                  <a:pt x="98" y="568"/>
                </a:cubicBezTo>
                <a:cubicBezTo>
                  <a:pt x="84" y="554"/>
                  <a:pt x="76" y="534"/>
                  <a:pt x="78" y="514"/>
                </a:cubicBezTo>
                <a:cubicBezTo>
                  <a:pt x="82" y="466"/>
                  <a:pt x="82" y="466"/>
                  <a:pt x="82" y="466"/>
                </a:cubicBezTo>
                <a:cubicBezTo>
                  <a:pt x="84" y="447"/>
                  <a:pt x="76" y="428"/>
                  <a:pt x="61" y="416"/>
                </a:cubicBezTo>
                <a:cubicBezTo>
                  <a:pt x="24" y="384"/>
                  <a:pt x="24" y="384"/>
                  <a:pt x="24" y="384"/>
                </a:cubicBezTo>
                <a:cubicBezTo>
                  <a:pt x="9" y="371"/>
                  <a:pt x="0" y="352"/>
                  <a:pt x="0" y="332"/>
                </a:cubicBezTo>
                <a:cubicBezTo>
                  <a:pt x="0" y="313"/>
                  <a:pt x="9" y="294"/>
                  <a:pt x="24" y="281"/>
                </a:cubicBezTo>
                <a:cubicBezTo>
                  <a:pt x="61" y="249"/>
                  <a:pt x="61" y="249"/>
                  <a:pt x="61" y="249"/>
                </a:cubicBezTo>
                <a:cubicBezTo>
                  <a:pt x="76" y="237"/>
                  <a:pt x="84" y="218"/>
                  <a:pt x="82" y="199"/>
                </a:cubicBezTo>
                <a:cubicBezTo>
                  <a:pt x="78" y="150"/>
                  <a:pt x="78" y="150"/>
                  <a:pt x="78" y="150"/>
                </a:cubicBezTo>
                <a:cubicBezTo>
                  <a:pt x="76" y="131"/>
                  <a:pt x="84" y="111"/>
                  <a:pt x="98" y="97"/>
                </a:cubicBezTo>
                <a:cubicBezTo>
                  <a:pt x="112" y="83"/>
                  <a:pt x="131" y="76"/>
                  <a:pt x="151" y="78"/>
                </a:cubicBezTo>
                <a:cubicBezTo>
                  <a:pt x="200" y="82"/>
                  <a:pt x="200" y="82"/>
                  <a:pt x="200" y="82"/>
                </a:cubicBezTo>
                <a:cubicBezTo>
                  <a:pt x="219" y="83"/>
                  <a:pt x="238" y="75"/>
                  <a:pt x="250" y="61"/>
                </a:cubicBezTo>
                <a:cubicBezTo>
                  <a:pt x="281" y="23"/>
                  <a:pt x="281" y="23"/>
                  <a:pt x="281" y="23"/>
                </a:cubicBezTo>
                <a:cubicBezTo>
                  <a:pt x="294" y="8"/>
                  <a:pt x="313" y="0"/>
                  <a:pt x="333" y="0"/>
                </a:cubicBezTo>
                <a:cubicBezTo>
                  <a:pt x="353" y="0"/>
                  <a:pt x="372" y="8"/>
                  <a:pt x="385" y="23"/>
                </a:cubicBezTo>
                <a:cubicBezTo>
                  <a:pt x="416" y="61"/>
                  <a:pt x="416" y="61"/>
                  <a:pt x="416" y="61"/>
                </a:cubicBezTo>
                <a:cubicBezTo>
                  <a:pt x="428" y="75"/>
                  <a:pt x="447" y="83"/>
                  <a:pt x="466" y="82"/>
                </a:cubicBezTo>
                <a:cubicBezTo>
                  <a:pt x="515" y="78"/>
                  <a:pt x="515" y="78"/>
                  <a:pt x="515" y="78"/>
                </a:cubicBezTo>
                <a:cubicBezTo>
                  <a:pt x="535" y="76"/>
                  <a:pt x="554" y="83"/>
                  <a:pt x="568" y="97"/>
                </a:cubicBezTo>
                <a:cubicBezTo>
                  <a:pt x="582" y="111"/>
                  <a:pt x="590" y="131"/>
                  <a:pt x="588" y="150"/>
                </a:cubicBezTo>
                <a:cubicBezTo>
                  <a:pt x="584" y="199"/>
                  <a:pt x="584" y="199"/>
                  <a:pt x="584" y="199"/>
                </a:cubicBezTo>
                <a:cubicBezTo>
                  <a:pt x="582" y="218"/>
                  <a:pt x="590" y="237"/>
                  <a:pt x="605" y="249"/>
                </a:cubicBezTo>
                <a:cubicBezTo>
                  <a:pt x="642" y="281"/>
                  <a:pt x="642" y="281"/>
                  <a:pt x="642" y="281"/>
                </a:cubicBezTo>
                <a:cubicBezTo>
                  <a:pt x="657" y="294"/>
                  <a:pt x="666" y="313"/>
                  <a:pt x="666" y="332"/>
                </a:cubicBezTo>
                <a:cubicBezTo>
                  <a:pt x="666" y="352"/>
                  <a:pt x="657" y="371"/>
                  <a:pt x="642" y="384"/>
                </a:cubicBezTo>
                <a:cubicBezTo>
                  <a:pt x="605" y="416"/>
                  <a:pt x="605" y="416"/>
                  <a:pt x="605" y="416"/>
                </a:cubicBezTo>
                <a:cubicBezTo>
                  <a:pt x="590" y="428"/>
                  <a:pt x="582" y="447"/>
                  <a:pt x="584" y="466"/>
                </a:cubicBezTo>
                <a:cubicBezTo>
                  <a:pt x="588" y="514"/>
                  <a:pt x="588" y="514"/>
                  <a:pt x="588" y="514"/>
                </a:cubicBezTo>
                <a:cubicBezTo>
                  <a:pt x="590" y="534"/>
                  <a:pt x="582" y="554"/>
                  <a:pt x="568" y="568"/>
                </a:cubicBezTo>
                <a:cubicBezTo>
                  <a:pt x="554" y="582"/>
                  <a:pt x="535" y="589"/>
                  <a:pt x="515" y="587"/>
                </a:cubicBezTo>
                <a:cubicBezTo>
                  <a:pt x="466" y="583"/>
                  <a:pt x="466" y="583"/>
                  <a:pt x="466" y="583"/>
                </a:cubicBezTo>
                <a:cubicBezTo>
                  <a:pt x="447" y="582"/>
                  <a:pt x="428" y="590"/>
                  <a:pt x="416" y="604"/>
                </a:cubicBezTo>
                <a:cubicBezTo>
                  <a:pt x="385" y="641"/>
                  <a:pt x="385" y="641"/>
                  <a:pt x="385" y="641"/>
                </a:cubicBezTo>
                <a:cubicBezTo>
                  <a:pt x="372" y="657"/>
                  <a:pt x="353" y="665"/>
                  <a:pt x="333" y="665"/>
                </a:cubicBezTo>
                <a:close/>
                <a:moveTo>
                  <a:pt x="204" y="575"/>
                </a:moveTo>
                <a:cubicBezTo>
                  <a:pt x="224" y="575"/>
                  <a:pt x="243" y="584"/>
                  <a:pt x="256" y="599"/>
                </a:cubicBezTo>
                <a:cubicBezTo>
                  <a:pt x="288" y="636"/>
                  <a:pt x="288" y="636"/>
                  <a:pt x="288" y="636"/>
                </a:cubicBezTo>
                <a:cubicBezTo>
                  <a:pt x="299" y="650"/>
                  <a:pt x="315" y="657"/>
                  <a:pt x="333" y="657"/>
                </a:cubicBezTo>
                <a:cubicBezTo>
                  <a:pt x="351" y="657"/>
                  <a:pt x="367" y="650"/>
                  <a:pt x="378" y="636"/>
                </a:cubicBezTo>
                <a:cubicBezTo>
                  <a:pt x="410" y="599"/>
                  <a:pt x="410" y="599"/>
                  <a:pt x="410" y="599"/>
                </a:cubicBezTo>
                <a:cubicBezTo>
                  <a:pt x="424" y="582"/>
                  <a:pt x="445" y="574"/>
                  <a:pt x="467" y="575"/>
                </a:cubicBezTo>
                <a:cubicBezTo>
                  <a:pt x="516" y="579"/>
                  <a:pt x="516" y="579"/>
                  <a:pt x="516" y="579"/>
                </a:cubicBezTo>
                <a:cubicBezTo>
                  <a:pt x="533" y="581"/>
                  <a:pt x="550" y="575"/>
                  <a:pt x="563" y="562"/>
                </a:cubicBezTo>
                <a:cubicBezTo>
                  <a:pt x="575" y="550"/>
                  <a:pt x="581" y="533"/>
                  <a:pt x="580" y="515"/>
                </a:cubicBezTo>
                <a:cubicBezTo>
                  <a:pt x="576" y="466"/>
                  <a:pt x="576" y="466"/>
                  <a:pt x="576" y="466"/>
                </a:cubicBezTo>
                <a:cubicBezTo>
                  <a:pt x="574" y="445"/>
                  <a:pt x="583" y="424"/>
                  <a:pt x="600" y="409"/>
                </a:cubicBezTo>
                <a:cubicBezTo>
                  <a:pt x="637" y="378"/>
                  <a:pt x="637" y="378"/>
                  <a:pt x="637" y="378"/>
                </a:cubicBezTo>
                <a:cubicBezTo>
                  <a:pt x="650" y="367"/>
                  <a:pt x="658" y="350"/>
                  <a:pt x="658" y="332"/>
                </a:cubicBezTo>
                <a:cubicBezTo>
                  <a:pt x="658" y="315"/>
                  <a:pt x="650" y="298"/>
                  <a:pt x="637" y="287"/>
                </a:cubicBezTo>
                <a:cubicBezTo>
                  <a:pt x="600" y="255"/>
                  <a:pt x="600" y="255"/>
                  <a:pt x="600" y="255"/>
                </a:cubicBezTo>
                <a:cubicBezTo>
                  <a:pt x="583" y="241"/>
                  <a:pt x="574" y="220"/>
                  <a:pt x="576" y="198"/>
                </a:cubicBezTo>
                <a:cubicBezTo>
                  <a:pt x="580" y="150"/>
                  <a:pt x="580" y="150"/>
                  <a:pt x="580" y="150"/>
                </a:cubicBezTo>
                <a:cubicBezTo>
                  <a:pt x="581" y="132"/>
                  <a:pt x="575" y="115"/>
                  <a:pt x="563" y="103"/>
                </a:cubicBezTo>
                <a:cubicBezTo>
                  <a:pt x="550" y="90"/>
                  <a:pt x="533" y="84"/>
                  <a:pt x="516" y="86"/>
                </a:cubicBezTo>
                <a:cubicBezTo>
                  <a:pt x="467" y="90"/>
                  <a:pt x="467" y="90"/>
                  <a:pt x="467" y="90"/>
                </a:cubicBezTo>
                <a:cubicBezTo>
                  <a:pt x="445" y="91"/>
                  <a:pt x="424" y="82"/>
                  <a:pt x="410" y="66"/>
                </a:cubicBezTo>
                <a:cubicBezTo>
                  <a:pt x="378" y="29"/>
                  <a:pt x="378" y="29"/>
                  <a:pt x="378" y="29"/>
                </a:cubicBezTo>
                <a:cubicBezTo>
                  <a:pt x="367" y="15"/>
                  <a:pt x="351" y="8"/>
                  <a:pt x="333" y="8"/>
                </a:cubicBezTo>
                <a:cubicBezTo>
                  <a:pt x="315" y="8"/>
                  <a:pt x="299" y="15"/>
                  <a:pt x="288" y="29"/>
                </a:cubicBezTo>
                <a:cubicBezTo>
                  <a:pt x="256" y="66"/>
                  <a:pt x="256" y="66"/>
                  <a:pt x="256" y="66"/>
                </a:cubicBezTo>
                <a:cubicBezTo>
                  <a:pt x="242" y="82"/>
                  <a:pt x="221" y="91"/>
                  <a:pt x="199" y="90"/>
                </a:cubicBezTo>
                <a:cubicBezTo>
                  <a:pt x="150" y="86"/>
                  <a:pt x="150" y="86"/>
                  <a:pt x="150" y="86"/>
                </a:cubicBezTo>
                <a:cubicBezTo>
                  <a:pt x="133" y="84"/>
                  <a:pt x="116" y="91"/>
                  <a:pt x="103" y="103"/>
                </a:cubicBezTo>
                <a:cubicBezTo>
                  <a:pt x="91" y="115"/>
                  <a:pt x="85" y="132"/>
                  <a:pt x="86" y="150"/>
                </a:cubicBezTo>
                <a:cubicBezTo>
                  <a:pt x="90" y="198"/>
                  <a:pt x="90" y="198"/>
                  <a:pt x="90" y="198"/>
                </a:cubicBezTo>
                <a:cubicBezTo>
                  <a:pt x="92" y="220"/>
                  <a:pt x="83" y="241"/>
                  <a:pt x="66" y="255"/>
                </a:cubicBezTo>
                <a:cubicBezTo>
                  <a:pt x="29" y="287"/>
                  <a:pt x="29" y="287"/>
                  <a:pt x="29" y="287"/>
                </a:cubicBezTo>
                <a:cubicBezTo>
                  <a:pt x="16" y="298"/>
                  <a:pt x="8" y="315"/>
                  <a:pt x="8" y="332"/>
                </a:cubicBezTo>
                <a:cubicBezTo>
                  <a:pt x="8" y="350"/>
                  <a:pt x="16" y="367"/>
                  <a:pt x="29" y="378"/>
                </a:cubicBezTo>
                <a:cubicBezTo>
                  <a:pt x="66" y="409"/>
                  <a:pt x="66" y="409"/>
                  <a:pt x="66" y="409"/>
                </a:cubicBezTo>
                <a:cubicBezTo>
                  <a:pt x="83" y="424"/>
                  <a:pt x="92" y="445"/>
                  <a:pt x="90" y="466"/>
                </a:cubicBezTo>
                <a:cubicBezTo>
                  <a:pt x="86" y="515"/>
                  <a:pt x="86" y="515"/>
                  <a:pt x="86" y="515"/>
                </a:cubicBezTo>
                <a:cubicBezTo>
                  <a:pt x="85" y="533"/>
                  <a:pt x="91" y="550"/>
                  <a:pt x="103" y="562"/>
                </a:cubicBezTo>
                <a:cubicBezTo>
                  <a:pt x="116" y="575"/>
                  <a:pt x="133" y="581"/>
                  <a:pt x="150" y="579"/>
                </a:cubicBezTo>
                <a:cubicBezTo>
                  <a:pt x="199" y="575"/>
                  <a:pt x="199" y="575"/>
                  <a:pt x="199" y="575"/>
                </a:cubicBezTo>
                <a:cubicBezTo>
                  <a:pt x="201" y="575"/>
                  <a:pt x="203" y="575"/>
                  <a:pt x="204" y="575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1149"/>
          <p:cNvSpPr>
            <a:spLocks noEditPoints="1"/>
          </p:cNvSpPr>
          <p:nvPr/>
        </p:nvSpPr>
        <p:spPr bwMode="auto">
          <a:xfrm>
            <a:off x="3784601" y="2997233"/>
            <a:ext cx="1536700" cy="1539875"/>
          </a:xfrm>
          <a:custGeom>
            <a:avLst/>
            <a:gdLst>
              <a:gd name="T0" fmla="*/ 204 w 484"/>
              <a:gd name="T1" fmla="*/ 467 h 485"/>
              <a:gd name="T2" fmla="*/ 145 w 484"/>
              <a:gd name="T3" fmla="*/ 425 h 485"/>
              <a:gd name="T4" fmla="*/ 71 w 484"/>
              <a:gd name="T5" fmla="*/ 414 h 485"/>
              <a:gd name="T6" fmla="*/ 59 w 484"/>
              <a:gd name="T7" fmla="*/ 339 h 485"/>
              <a:gd name="T8" fmla="*/ 18 w 484"/>
              <a:gd name="T9" fmla="*/ 281 h 485"/>
              <a:gd name="T10" fmla="*/ 18 w 484"/>
              <a:gd name="T11" fmla="*/ 204 h 485"/>
              <a:gd name="T12" fmla="*/ 59 w 484"/>
              <a:gd name="T13" fmla="*/ 146 h 485"/>
              <a:gd name="T14" fmla="*/ 71 w 484"/>
              <a:gd name="T15" fmla="*/ 71 h 485"/>
              <a:gd name="T16" fmla="*/ 145 w 484"/>
              <a:gd name="T17" fmla="*/ 60 h 485"/>
              <a:gd name="T18" fmla="*/ 204 w 484"/>
              <a:gd name="T19" fmla="*/ 18 h 485"/>
              <a:gd name="T20" fmla="*/ 280 w 484"/>
              <a:gd name="T21" fmla="*/ 18 h 485"/>
              <a:gd name="T22" fmla="*/ 338 w 484"/>
              <a:gd name="T23" fmla="*/ 60 h 485"/>
              <a:gd name="T24" fmla="*/ 413 w 484"/>
              <a:gd name="T25" fmla="*/ 71 h 485"/>
              <a:gd name="T26" fmla="*/ 425 w 484"/>
              <a:gd name="T27" fmla="*/ 146 h 485"/>
              <a:gd name="T28" fmla="*/ 466 w 484"/>
              <a:gd name="T29" fmla="*/ 204 h 485"/>
              <a:gd name="T30" fmla="*/ 466 w 484"/>
              <a:gd name="T31" fmla="*/ 281 h 485"/>
              <a:gd name="T32" fmla="*/ 425 w 484"/>
              <a:gd name="T33" fmla="*/ 339 h 485"/>
              <a:gd name="T34" fmla="*/ 413 w 484"/>
              <a:gd name="T35" fmla="*/ 414 h 485"/>
              <a:gd name="T36" fmla="*/ 338 w 484"/>
              <a:gd name="T37" fmla="*/ 425 h 485"/>
              <a:gd name="T38" fmla="*/ 280 w 484"/>
              <a:gd name="T39" fmla="*/ 467 h 485"/>
              <a:gd name="T40" fmla="*/ 149 w 484"/>
              <a:gd name="T41" fmla="*/ 417 h 485"/>
              <a:gd name="T42" fmla="*/ 210 w 484"/>
              <a:gd name="T43" fmla="*/ 462 h 485"/>
              <a:gd name="T44" fmla="*/ 274 w 484"/>
              <a:gd name="T45" fmla="*/ 462 h 485"/>
              <a:gd name="T46" fmla="*/ 339 w 484"/>
              <a:gd name="T47" fmla="*/ 417 h 485"/>
              <a:gd name="T48" fmla="*/ 408 w 484"/>
              <a:gd name="T49" fmla="*/ 408 h 485"/>
              <a:gd name="T50" fmla="*/ 417 w 484"/>
              <a:gd name="T51" fmla="*/ 340 h 485"/>
              <a:gd name="T52" fmla="*/ 461 w 484"/>
              <a:gd name="T53" fmla="*/ 274 h 485"/>
              <a:gd name="T54" fmla="*/ 461 w 484"/>
              <a:gd name="T55" fmla="*/ 210 h 485"/>
              <a:gd name="T56" fmla="*/ 417 w 484"/>
              <a:gd name="T57" fmla="*/ 145 h 485"/>
              <a:gd name="T58" fmla="*/ 408 w 484"/>
              <a:gd name="T59" fmla="*/ 77 h 485"/>
              <a:gd name="T60" fmla="*/ 339 w 484"/>
              <a:gd name="T61" fmla="*/ 68 h 485"/>
              <a:gd name="T62" fmla="*/ 274 w 484"/>
              <a:gd name="T63" fmla="*/ 23 h 485"/>
              <a:gd name="T64" fmla="*/ 210 w 484"/>
              <a:gd name="T65" fmla="*/ 23 h 485"/>
              <a:gd name="T66" fmla="*/ 145 w 484"/>
              <a:gd name="T67" fmla="*/ 68 h 485"/>
              <a:gd name="T68" fmla="*/ 76 w 484"/>
              <a:gd name="T69" fmla="*/ 77 h 485"/>
              <a:gd name="T70" fmla="*/ 67 w 484"/>
              <a:gd name="T71" fmla="*/ 145 h 485"/>
              <a:gd name="T72" fmla="*/ 23 w 484"/>
              <a:gd name="T73" fmla="*/ 210 h 485"/>
              <a:gd name="T74" fmla="*/ 23 w 484"/>
              <a:gd name="T75" fmla="*/ 274 h 485"/>
              <a:gd name="T76" fmla="*/ 67 w 484"/>
              <a:gd name="T77" fmla="*/ 340 h 485"/>
              <a:gd name="T78" fmla="*/ 76 w 484"/>
              <a:gd name="T79" fmla="*/ 408 h 485"/>
              <a:gd name="T80" fmla="*/ 145 w 484"/>
              <a:gd name="T81" fmla="*/ 417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84" h="485">
                <a:moveTo>
                  <a:pt x="242" y="485"/>
                </a:moveTo>
                <a:cubicBezTo>
                  <a:pt x="227" y="485"/>
                  <a:pt x="213" y="478"/>
                  <a:pt x="204" y="467"/>
                </a:cubicBezTo>
                <a:cubicBezTo>
                  <a:pt x="181" y="440"/>
                  <a:pt x="181" y="440"/>
                  <a:pt x="181" y="440"/>
                </a:cubicBezTo>
                <a:cubicBezTo>
                  <a:pt x="172" y="430"/>
                  <a:pt x="159" y="424"/>
                  <a:pt x="145" y="425"/>
                </a:cubicBezTo>
                <a:cubicBezTo>
                  <a:pt x="110" y="428"/>
                  <a:pt x="110" y="428"/>
                  <a:pt x="110" y="428"/>
                </a:cubicBezTo>
                <a:cubicBezTo>
                  <a:pt x="95" y="429"/>
                  <a:pt x="81" y="424"/>
                  <a:pt x="71" y="414"/>
                </a:cubicBezTo>
                <a:cubicBezTo>
                  <a:pt x="60" y="403"/>
                  <a:pt x="55" y="389"/>
                  <a:pt x="56" y="374"/>
                </a:cubicBezTo>
                <a:cubicBezTo>
                  <a:pt x="59" y="339"/>
                  <a:pt x="59" y="339"/>
                  <a:pt x="59" y="339"/>
                </a:cubicBezTo>
                <a:cubicBezTo>
                  <a:pt x="60" y="325"/>
                  <a:pt x="55" y="312"/>
                  <a:pt x="45" y="303"/>
                </a:cubicBezTo>
                <a:cubicBezTo>
                  <a:pt x="18" y="281"/>
                  <a:pt x="18" y="281"/>
                  <a:pt x="18" y="281"/>
                </a:cubicBezTo>
                <a:cubicBezTo>
                  <a:pt x="6" y="271"/>
                  <a:pt x="0" y="257"/>
                  <a:pt x="0" y="242"/>
                </a:cubicBezTo>
                <a:cubicBezTo>
                  <a:pt x="0" y="228"/>
                  <a:pt x="6" y="214"/>
                  <a:pt x="18" y="204"/>
                </a:cubicBezTo>
                <a:cubicBezTo>
                  <a:pt x="45" y="181"/>
                  <a:pt x="45" y="181"/>
                  <a:pt x="45" y="181"/>
                </a:cubicBezTo>
                <a:cubicBezTo>
                  <a:pt x="55" y="173"/>
                  <a:pt x="60" y="159"/>
                  <a:pt x="59" y="146"/>
                </a:cubicBezTo>
                <a:cubicBezTo>
                  <a:pt x="56" y="111"/>
                  <a:pt x="56" y="111"/>
                  <a:pt x="56" y="111"/>
                </a:cubicBezTo>
                <a:cubicBezTo>
                  <a:pt x="55" y="96"/>
                  <a:pt x="60" y="82"/>
                  <a:pt x="71" y="71"/>
                </a:cubicBezTo>
                <a:cubicBezTo>
                  <a:pt x="81" y="61"/>
                  <a:pt x="95" y="56"/>
                  <a:pt x="110" y="57"/>
                </a:cubicBezTo>
                <a:cubicBezTo>
                  <a:pt x="145" y="60"/>
                  <a:pt x="145" y="60"/>
                  <a:pt x="145" y="60"/>
                </a:cubicBezTo>
                <a:cubicBezTo>
                  <a:pt x="159" y="61"/>
                  <a:pt x="172" y="55"/>
                  <a:pt x="181" y="45"/>
                </a:cubicBezTo>
                <a:cubicBezTo>
                  <a:pt x="204" y="18"/>
                  <a:pt x="204" y="18"/>
                  <a:pt x="204" y="18"/>
                </a:cubicBezTo>
                <a:cubicBezTo>
                  <a:pt x="213" y="7"/>
                  <a:pt x="227" y="0"/>
                  <a:pt x="242" y="0"/>
                </a:cubicBezTo>
                <a:cubicBezTo>
                  <a:pt x="257" y="0"/>
                  <a:pt x="271" y="7"/>
                  <a:pt x="280" y="18"/>
                </a:cubicBezTo>
                <a:cubicBezTo>
                  <a:pt x="303" y="45"/>
                  <a:pt x="303" y="45"/>
                  <a:pt x="303" y="45"/>
                </a:cubicBezTo>
                <a:cubicBezTo>
                  <a:pt x="312" y="55"/>
                  <a:pt x="325" y="61"/>
                  <a:pt x="338" y="60"/>
                </a:cubicBezTo>
                <a:cubicBezTo>
                  <a:pt x="374" y="57"/>
                  <a:pt x="374" y="57"/>
                  <a:pt x="374" y="57"/>
                </a:cubicBezTo>
                <a:cubicBezTo>
                  <a:pt x="389" y="56"/>
                  <a:pt x="403" y="61"/>
                  <a:pt x="413" y="71"/>
                </a:cubicBezTo>
                <a:cubicBezTo>
                  <a:pt x="424" y="82"/>
                  <a:pt x="429" y="96"/>
                  <a:pt x="428" y="111"/>
                </a:cubicBezTo>
                <a:cubicBezTo>
                  <a:pt x="425" y="146"/>
                  <a:pt x="425" y="146"/>
                  <a:pt x="425" y="146"/>
                </a:cubicBezTo>
                <a:cubicBezTo>
                  <a:pt x="424" y="159"/>
                  <a:pt x="429" y="173"/>
                  <a:pt x="439" y="181"/>
                </a:cubicBezTo>
                <a:cubicBezTo>
                  <a:pt x="466" y="204"/>
                  <a:pt x="466" y="204"/>
                  <a:pt x="466" y="204"/>
                </a:cubicBezTo>
                <a:cubicBezTo>
                  <a:pt x="478" y="214"/>
                  <a:pt x="484" y="228"/>
                  <a:pt x="484" y="242"/>
                </a:cubicBezTo>
                <a:cubicBezTo>
                  <a:pt x="484" y="257"/>
                  <a:pt x="478" y="271"/>
                  <a:pt x="466" y="281"/>
                </a:cubicBezTo>
                <a:cubicBezTo>
                  <a:pt x="439" y="303"/>
                  <a:pt x="439" y="303"/>
                  <a:pt x="439" y="303"/>
                </a:cubicBezTo>
                <a:cubicBezTo>
                  <a:pt x="429" y="312"/>
                  <a:pt x="424" y="325"/>
                  <a:pt x="425" y="339"/>
                </a:cubicBezTo>
                <a:cubicBezTo>
                  <a:pt x="428" y="374"/>
                  <a:pt x="428" y="374"/>
                  <a:pt x="428" y="374"/>
                </a:cubicBezTo>
                <a:cubicBezTo>
                  <a:pt x="429" y="389"/>
                  <a:pt x="424" y="403"/>
                  <a:pt x="413" y="414"/>
                </a:cubicBezTo>
                <a:cubicBezTo>
                  <a:pt x="403" y="424"/>
                  <a:pt x="388" y="429"/>
                  <a:pt x="374" y="428"/>
                </a:cubicBezTo>
                <a:cubicBezTo>
                  <a:pt x="338" y="425"/>
                  <a:pt x="338" y="425"/>
                  <a:pt x="338" y="425"/>
                </a:cubicBezTo>
                <a:cubicBezTo>
                  <a:pt x="325" y="424"/>
                  <a:pt x="312" y="430"/>
                  <a:pt x="303" y="440"/>
                </a:cubicBezTo>
                <a:cubicBezTo>
                  <a:pt x="280" y="467"/>
                  <a:pt x="280" y="467"/>
                  <a:pt x="280" y="467"/>
                </a:cubicBezTo>
                <a:cubicBezTo>
                  <a:pt x="271" y="478"/>
                  <a:pt x="257" y="485"/>
                  <a:pt x="242" y="485"/>
                </a:cubicBezTo>
                <a:close/>
                <a:moveTo>
                  <a:pt x="149" y="417"/>
                </a:moveTo>
                <a:cubicBezTo>
                  <a:pt x="164" y="417"/>
                  <a:pt x="178" y="424"/>
                  <a:pt x="187" y="435"/>
                </a:cubicBezTo>
                <a:cubicBezTo>
                  <a:pt x="210" y="462"/>
                  <a:pt x="210" y="462"/>
                  <a:pt x="210" y="462"/>
                </a:cubicBezTo>
                <a:cubicBezTo>
                  <a:pt x="218" y="471"/>
                  <a:pt x="230" y="477"/>
                  <a:pt x="242" y="477"/>
                </a:cubicBezTo>
                <a:cubicBezTo>
                  <a:pt x="254" y="477"/>
                  <a:pt x="266" y="471"/>
                  <a:pt x="274" y="462"/>
                </a:cubicBezTo>
                <a:cubicBezTo>
                  <a:pt x="297" y="435"/>
                  <a:pt x="297" y="435"/>
                  <a:pt x="297" y="435"/>
                </a:cubicBezTo>
                <a:cubicBezTo>
                  <a:pt x="307" y="423"/>
                  <a:pt x="323" y="416"/>
                  <a:pt x="339" y="417"/>
                </a:cubicBezTo>
                <a:cubicBezTo>
                  <a:pt x="374" y="420"/>
                  <a:pt x="374" y="420"/>
                  <a:pt x="374" y="420"/>
                </a:cubicBezTo>
                <a:cubicBezTo>
                  <a:pt x="387" y="421"/>
                  <a:pt x="399" y="417"/>
                  <a:pt x="408" y="408"/>
                </a:cubicBezTo>
                <a:cubicBezTo>
                  <a:pt x="416" y="399"/>
                  <a:pt x="421" y="387"/>
                  <a:pt x="420" y="375"/>
                </a:cubicBezTo>
                <a:cubicBezTo>
                  <a:pt x="417" y="340"/>
                  <a:pt x="417" y="340"/>
                  <a:pt x="417" y="340"/>
                </a:cubicBezTo>
                <a:cubicBezTo>
                  <a:pt x="415" y="324"/>
                  <a:pt x="422" y="308"/>
                  <a:pt x="434" y="297"/>
                </a:cubicBezTo>
                <a:cubicBezTo>
                  <a:pt x="461" y="274"/>
                  <a:pt x="461" y="274"/>
                  <a:pt x="461" y="274"/>
                </a:cubicBezTo>
                <a:cubicBezTo>
                  <a:pt x="471" y="266"/>
                  <a:pt x="476" y="255"/>
                  <a:pt x="476" y="242"/>
                </a:cubicBezTo>
                <a:cubicBezTo>
                  <a:pt x="476" y="230"/>
                  <a:pt x="471" y="218"/>
                  <a:pt x="461" y="210"/>
                </a:cubicBezTo>
                <a:cubicBezTo>
                  <a:pt x="434" y="188"/>
                  <a:pt x="434" y="188"/>
                  <a:pt x="434" y="188"/>
                </a:cubicBezTo>
                <a:cubicBezTo>
                  <a:pt x="422" y="177"/>
                  <a:pt x="415" y="161"/>
                  <a:pt x="417" y="145"/>
                </a:cubicBezTo>
                <a:cubicBezTo>
                  <a:pt x="420" y="110"/>
                  <a:pt x="420" y="110"/>
                  <a:pt x="420" y="110"/>
                </a:cubicBezTo>
                <a:cubicBezTo>
                  <a:pt x="421" y="98"/>
                  <a:pt x="416" y="86"/>
                  <a:pt x="408" y="77"/>
                </a:cubicBezTo>
                <a:cubicBezTo>
                  <a:pt x="399" y="68"/>
                  <a:pt x="387" y="64"/>
                  <a:pt x="374" y="65"/>
                </a:cubicBezTo>
                <a:cubicBezTo>
                  <a:pt x="339" y="68"/>
                  <a:pt x="339" y="68"/>
                  <a:pt x="339" y="68"/>
                </a:cubicBezTo>
                <a:cubicBezTo>
                  <a:pt x="323" y="69"/>
                  <a:pt x="307" y="62"/>
                  <a:pt x="297" y="50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66" y="14"/>
                  <a:pt x="254" y="8"/>
                  <a:pt x="242" y="8"/>
                </a:cubicBezTo>
                <a:cubicBezTo>
                  <a:pt x="230" y="8"/>
                  <a:pt x="218" y="14"/>
                  <a:pt x="210" y="23"/>
                </a:cubicBezTo>
                <a:cubicBezTo>
                  <a:pt x="187" y="50"/>
                  <a:pt x="187" y="50"/>
                  <a:pt x="187" y="50"/>
                </a:cubicBezTo>
                <a:cubicBezTo>
                  <a:pt x="177" y="62"/>
                  <a:pt x="161" y="69"/>
                  <a:pt x="145" y="68"/>
                </a:cubicBezTo>
                <a:cubicBezTo>
                  <a:pt x="110" y="65"/>
                  <a:pt x="110" y="65"/>
                  <a:pt x="110" y="65"/>
                </a:cubicBezTo>
                <a:cubicBezTo>
                  <a:pt x="97" y="64"/>
                  <a:pt x="85" y="68"/>
                  <a:pt x="76" y="77"/>
                </a:cubicBezTo>
                <a:cubicBezTo>
                  <a:pt x="68" y="86"/>
                  <a:pt x="63" y="98"/>
                  <a:pt x="64" y="110"/>
                </a:cubicBezTo>
                <a:cubicBezTo>
                  <a:pt x="67" y="145"/>
                  <a:pt x="67" y="145"/>
                  <a:pt x="67" y="145"/>
                </a:cubicBezTo>
                <a:cubicBezTo>
                  <a:pt x="68" y="161"/>
                  <a:pt x="62" y="177"/>
                  <a:pt x="50" y="188"/>
                </a:cubicBezTo>
                <a:cubicBezTo>
                  <a:pt x="23" y="210"/>
                  <a:pt x="23" y="210"/>
                  <a:pt x="23" y="210"/>
                </a:cubicBezTo>
                <a:cubicBezTo>
                  <a:pt x="13" y="218"/>
                  <a:pt x="8" y="230"/>
                  <a:pt x="8" y="242"/>
                </a:cubicBezTo>
                <a:cubicBezTo>
                  <a:pt x="8" y="255"/>
                  <a:pt x="13" y="267"/>
                  <a:pt x="23" y="274"/>
                </a:cubicBezTo>
                <a:cubicBezTo>
                  <a:pt x="50" y="297"/>
                  <a:pt x="50" y="297"/>
                  <a:pt x="50" y="297"/>
                </a:cubicBezTo>
                <a:cubicBezTo>
                  <a:pt x="62" y="308"/>
                  <a:pt x="68" y="324"/>
                  <a:pt x="67" y="340"/>
                </a:cubicBezTo>
                <a:cubicBezTo>
                  <a:pt x="64" y="375"/>
                  <a:pt x="64" y="375"/>
                  <a:pt x="64" y="375"/>
                </a:cubicBezTo>
                <a:cubicBezTo>
                  <a:pt x="63" y="387"/>
                  <a:pt x="68" y="399"/>
                  <a:pt x="76" y="408"/>
                </a:cubicBezTo>
                <a:cubicBezTo>
                  <a:pt x="85" y="417"/>
                  <a:pt x="97" y="421"/>
                  <a:pt x="110" y="420"/>
                </a:cubicBezTo>
                <a:cubicBezTo>
                  <a:pt x="145" y="417"/>
                  <a:pt x="145" y="417"/>
                  <a:pt x="145" y="417"/>
                </a:cubicBezTo>
                <a:cubicBezTo>
                  <a:pt x="146" y="417"/>
                  <a:pt x="148" y="417"/>
                  <a:pt x="149" y="417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1150"/>
          <p:cNvSpPr>
            <a:spLocks/>
          </p:cNvSpPr>
          <p:nvPr/>
        </p:nvSpPr>
        <p:spPr bwMode="auto">
          <a:xfrm>
            <a:off x="3940176" y="3155983"/>
            <a:ext cx="1225550" cy="1222375"/>
          </a:xfrm>
          <a:custGeom>
            <a:avLst/>
            <a:gdLst>
              <a:gd name="T0" fmla="*/ 13 w 386"/>
              <a:gd name="T1" fmla="*/ 221 h 385"/>
              <a:gd name="T2" fmla="*/ 0 w 386"/>
              <a:gd name="T3" fmla="*/ 192 h 385"/>
              <a:gd name="T4" fmla="*/ 13 w 386"/>
              <a:gd name="T5" fmla="*/ 164 h 385"/>
              <a:gd name="T6" fmla="*/ 35 w 386"/>
              <a:gd name="T7" fmla="*/ 146 h 385"/>
              <a:gd name="T8" fmla="*/ 48 w 386"/>
              <a:gd name="T9" fmla="*/ 114 h 385"/>
              <a:gd name="T10" fmla="*/ 46 w 386"/>
              <a:gd name="T11" fmla="*/ 86 h 385"/>
              <a:gd name="T12" fmla="*/ 57 w 386"/>
              <a:gd name="T13" fmla="*/ 56 h 385"/>
              <a:gd name="T14" fmla="*/ 86 w 386"/>
              <a:gd name="T15" fmla="*/ 45 h 385"/>
              <a:gd name="T16" fmla="*/ 115 w 386"/>
              <a:gd name="T17" fmla="*/ 48 h 385"/>
              <a:gd name="T18" fmla="*/ 146 w 386"/>
              <a:gd name="T19" fmla="*/ 35 h 385"/>
              <a:gd name="T20" fmla="*/ 165 w 386"/>
              <a:gd name="T21" fmla="*/ 13 h 385"/>
              <a:gd name="T22" fmla="*/ 193 w 386"/>
              <a:gd name="T23" fmla="*/ 0 h 385"/>
              <a:gd name="T24" fmla="*/ 221 w 386"/>
              <a:gd name="T25" fmla="*/ 13 h 385"/>
              <a:gd name="T26" fmla="*/ 240 w 386"/>
              <a:gd name="T27" fmla="*/ 35 h 385"/>
              <a:gd name="T28" fmla="*/ 271 w 386"/>
              <a:gd name="T29" fmla="*/ 48 h 385"/>
              <a:gd name="T30" fmla="*/ 300 w 386"/>
              <a:gd name="T31" fmla="*/ 45 h 385"/>
              <a:gd name="T32" fmla="*/ 329 w 386"/>
              <a:gd name="T33" fmla="*/ 56 h 385"/>
              <a:gd name="T34" fmla="*/ 340 w 386"/>
              <a:gd name="T35" fmla="*/ 86 h 385"/>
              <a:gd name="T36" fmla="*/ 338 w 386"/>
              <a:gd name="T37" fmla="*/ 114 h 385"/>
              <a:gd name="T38" fmla="*/ 351 w 386"/>
              <a:gd name="T39" fmla="*/ 146 h 385"/>
              <a:gd name="T40" fmla="*/ 373 w 386"/>
              <a:gd name="T41" fmla="*/ 164 h 385"/>
              <a:gd name="T42" fmla="*/ 386 w 386"/>
              <a:gd name="T43" fmla="*/ 192 h 385"/>
              <a:gd name="T44" fmla="*/ 373 w 386"/>
              <a:gd name="T45" fmla="*/ 221 h 385"/>
              <a:gd name="T46" fmla="*/ 351 w 386"/>
              <a:gd name="T47" fmla="*/ 239 h 385"/>
              <a:gd name="T48" fmla="*/ 338 w 386"/>
              <a:gd name="T49" fmla="*/ 271 h 385"/>
              <a:gd name="T50" fmla="*/ 340 w 386"/>
              <a:gd name="T51" fmla="*/ 299 h 385"/>
              <a:gd name="T52" fmla="*/ 329 w 386"/>
              <a:gd name="T53" fmla="*/ 329 h 385"/>
              <a:gd name="T54" fmla="*/ 300 w 386"/>
              <a:gd name="T55" fmla="*/ 340 h 385"/>
              <a:gd name="T56" fmla="*/ 271 w 386"/>
              <a:gd name="T57" fmla="*/ 337 h 385"/>
              <a:gd name="T58" fmla="*/ 240 w 386"/>
              <a:gd name="T59" fmla="*/ 350 h 385"/>
              <a:gd name="T60" fmla="*/ 221 w 386"/>
              <a:gd name="T61" fmla="*/ 372 h 385"/>
              <a:gd name="T62" fmla="*/ 193 w 386"/>
              <a:gd name="T63" fmla="*/ 385 h 385"/>
              <a:gd name="T64" fmla="*/ 165 w 386"/>
              <a:gd name="T65" fmla="*/ 372 h 385"/>
              <a:gd name="T66" fmla="*/ 146 w 386"/>
              <a:gd name="T67" fmla="*/ 350 h 385"/>
              <a:gd name="T68" fmla="*/ 115 w 386"/>
              <a:gd name="T69" fmla="*/ 337 h 385"/>
              <a:gd name="T70" fmla="*/ 86 w 386"/>
              <a:gd name="T71" fmla="*/ 340 h 385"/>
              <a:gd name="T72" fmla="*/ 57 w 386"/>
              <a:gd name="T73" fmla="*/ 329 h 385"/>
              <a:gd name="T74" fmla="*/ 46 w 386"/>
              <a:gd name="T75" fmla="*/ 299 h 385"/>
              <a:gd name="T76" fmla="*/ 48 w 386"/>
              <a:gd name="T77" fmla="*/ 271 h 385"/>
              <a:gd name="T78" fmla="*/ 35 w 386"/>
              <a:gd name="T79" fmla="*/ 239 h 385"/>
              <a:gd name="T80" fmla="*/ 13 w 386"/>
              <a:gd name="T81" fmla="*/ 221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86" h="385">
                <a:moveTo>
                  <a:pt x="13" y="221"/>
                </a:moveTo>
                <a:cubicBezTo>
                  <a:pt x="5" y="214"/>
                  <a:pt x="0" y="203"/>
                  <a:pt x="0" y="192"/>
                </a:cubicBezTo>
                <a:cubicBezTo>
                  <a:pt x="0" y="182"/>
                  <a:pt x="5" y="171"/>
                  <a:pt x="13" y="164"/>
                </a:cubicBezTo>
                <a:cubicBezTo>
                  <a:pt x="35" y="146"/>
                  <a:pt x="35" y="146"/>
                  <a:pt x="35" y="146"/>
                </a:cubicBezTo>
                <a:cubicBezTo>
                  <a:pt x="44" y="138"/>
                  <a:pt x="49" y="126"/>
                  <a:pt x="48" y="114"/>
                </a:cubicBezTo>
                <a:cubicBezTo>
                  <a:pt x="46" y="86"/>
                  <a:pt x="46" y="86"/>
                  <a:pt x="46" y="86"/>
                </a:cubicBezTo>
                <a:cubicBezTo>
                  <a:pt x="45" y="75"/>
                  <a:pt x="49" y="64"/>
                  <a:pt x="57" y="56"/>
                </a:cubicBezTo>
                <a:cubicBezTo>
                  <a:pt x="64" y="48"/>
                  <a:pt x="75" y="44"/>
                  <a:pt x="86" y="45"/>
                </a:cubicBezTo>
                <a:cubicBezTo>
                  <a:pt x="115" y="48"/>
                  <a:pt x="115" y="48"/>
                  <a:pt x="115" y="48"/>
                </a:cubicBezTo>
                <a:cubicBezTo>
                  <a:pt x="127" y="49"/>
                  <a:pt x="138" y="44"/>
                  <a:pt x="146" y="35"/>
                </a:cubicBezTo>
                <a:cubicBezTo>
                  <a:pt x="165" y="13"/>
                  <a:pt x="165" y="13"/>
                  <a:pt x="165" y="13"/>
                </a:cubicBezTo>
                <a:cubicBezTo>
                  <a:pt x="172" y="5"/>
                  <a:pt x="182" y="0"/>
                  <a:pt x="193" y="0"/>
                </a:cubicBezTo>
                <a:cubicBezTo>
                  <a:pt x="204" y="0"/>
                  <a:pt x="214" y="5"/>
                  <a:pt x="221" y="13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48" y="44"/>
                  <a:pt x="259" y="49"/>
                  <a:pt x="271" y="48"/>
                </a:cubicBezTo>
                <a:cubicBezTo>
                  <a:pt x="300" y="45"/>
                  <a:pt x="300" y="45"/>
                  <a:pt x="300" y="45"/>
                </a:cubicBezTo>
                <a:cubicBezTo>
                  <a:pt x="311" y="44"/>
                  <a:pt x="322" y="48"/>
                  <a:pt x="329" y="56"/>
                </a:cubicBezTo>
                <a:cubicBezTo>
                  <a:pt x="337" y="64"/>
                  <a:pt x="341" y="75"/>
                  <a:pt x="340" y="86"/>
                </a:cubicBezTo>
                <a:cubicBezTo>
                  <a:pt x="338" y="114"/>
                  <a:pt x="338" y="114"/>
                  <a:pt x="338" y="114"/>
                </a:cubicBezTo>
                <a:cubicBezTo>
                  <a:pt x="337" y="126"/>
                  <a:pt x="342" y="138"/>
                  <a:pt x="351" y="146"/>
                </a:cubicBezTo>
                <a:cubicBezTo>
                  <a:pt x="373" y="164"/>
                  <a:pt x="373" y="164"/>
                  <a:pt x="373" y="164"/>
                </a:cubicBezTo>
                <a:cubicBezTo>
                  <a:pt x="381" y="171"/>
                  <a:pt x="386" y="182"/>
                  <a:pt x="386" y="192"/>
                </a:cubicBezTo>
                <a:cubicBezTo>
                  <a:pt x="386" y="203"/>
                  <a:pt x="381" y="214"/>
                  <a:pt x="373" y="221"/>
                </a:cubicBezTo>
                <a:cubicBezTo>
                  <a:pt x="351" y="239"/>
                  <a:pt x="351" y="239"/>
                  <a:pt x="351" y="239"/>
                </a:cubicBezTo>
                <a:cubicBezTo>
                  <a:pt x="342" y="247"/>
                  <a:pt x="337" y="259"/>
                  <a:pt x="338" y="271"/>
                </a:cubicBezTo>
                <a:cubicBezTo>
                  <a:pt x="340" y="299"/>
                  <a:pt x="340" y="299"/>
                  <a:pt x="340" y="299"/>
                </a:cubicBezTo>
                <a:cubicBezTo>
                  <a:pt x="341" y="310"/>
                  <a:pt x="337" y="321"/>
                  <a:pt x="329" y="329"/>
                </a:cubicBezTo>
                <a:cubicBezTo>
                  <a:pt x="322" y="336"/>
                  <a:pt x="311" y="340"/>
                  <a:pt x="300" y="340"/>
                </a:cubicBezTo>
                <a:cubicBezTo>
                  <a:pt x="271" y="337"/>
                  <a:pt x="271" y="337"/>
                  <a:pt x="271" y="337"/>
                </a:cubicBezTo>
                <a:cubicBezTo>
                  <a:pt x="259" y="336"/>
                  <a:pt x="248" y="341"/>
                  <a:pt x="240" y="350"/>
                </a:cubicBezTo>
                <a:cubicBezTo>
                  <a:pt x="221" y="372"/>
                  <a:pt x="221" y="372"/>
                  <a:pt x="221" y="372"/>
                </a:cubicBezTo>
                <a:cubicBezTo>
                  <a:pt x="214" y="380"/>
                  <a:pt x="204" y="385"/>
                  <a:pt x="193" y="385"/>
                </a:cubicBezTo>
                <a:cubicBezTo>
                  <a:pt x="182" y="385"/>
                  <a:pt x="172" y="380"/>
                  <a:pt x="165" y="372"/>
                </a:cubicBezTo>
                <a:cubicBezTo>
                  <a:pt x="146" y="350"/>
                  <a:pt x="146" y="350"/>
                  <a:pt x="146" y="350"/>
                </a:cubicBezTo>
                <a:cubicBezTo>
                  <a:pt x="138" y="341"/>
                  <a:pt x="127" y="336"/>
                  <a:pt x="115" y="337"/>
                </a:cubicBezTo>
                <a:cubicBezTo>
                  <a:pt x="86" y="340"/>
                  <a:pt x="86" y="340"/>
                  <a:pt x="86" y="340"/>
                </a:cubicBezTo>
                <a:cubicBezTo>
                  <a:pt x="75" y="340"/>
                  <a:pt x="64" y="336"/>
                  <a:pt x="57" y="329"/>
                </a:cubicBezTo>
                <a:cubicBezTo>
                  <a:pt x="49" y="321"/>
                  <a:pt x="45" y="310"/>
                  <a:pt x="46" y="299"/>
                </a:cubicBezTo>
                <a:cubicBezTo>
                  <a:pt x="48" y="271"/>
                  <a:pt x="48" y="271"/>
                  <a:pt x="48" y="271"/>
                </a:cubicBezTo>
                <a:cubicBezTo>
                  <a:pt x="49" y="259"/>
                  <a:pt x="44" y="247"/>
                  <a:pt x="35" y="239"/>
                </a:cubicBezTo>
                <a:lnTo>
                  <a:pt x="13" y="22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1152"/>
          <p:cNvSpPr>
            <a:spLocks noEditPoints="1"/>
          </p:cNvSpPr>
          <p:nvPr/>
        </p:nvSpPr>
        <p:spPr bwMode="auto">
          <a:xfrm>
            <a:off x="6083301" y="2559083"/>
            <a:ext cx="2411413" cy="2416175"/>
          </a:xfrm>
          <a:custGeom>
            <a:avLst/>
            <a:gdLst>
              <a:gd name="T0" fmla="*/ 320 w 760"/>
              <a:gd name="T1" fmla="*/ 733 h 761"/>
              <a:gd name="T2" fmla="*/ 228 w 760"/>
              <a:gd name="T3" fmla="*/ 667 h 761"/>
              <a:gd name="T4" fmla="*/ 111 w 760"/>
              <a:gd name="T5" fmla="*/ 649 h 761"/>
              <a:gd name="T6" fmla="*/ 93 w 760"/>
              <a:gd name="T7" fmla="*/ 532 h 761"/>
              <a:gd name="T8" fmla="*/ 27 w 760"/>
              <a:gd name="T9" fmla="*/ 440 h 761"/>
              <a:gd name="T10" fmla="*/ 27 w 760"/>
              <a:gd name="T11" fmla="*/ 321 h 761"/>
              <a:gd name="T12" fmla="*/ 93 w 760"/>
              <a:gd name="T13" fmla="*/ 229 h 761"/>
              <a:gd name="T14" fmla="*/ 111 w 760"/>
              <a:gd name="T15" fmla="*/ 112 h 761"/>
              <a:gd name="T16" fmla="*/ 228 w 760"/>
              <a:gd name="T17" fmla="*/ 93 h 761"/>
              <a:gd name="T18" fmla="*/ 320 w 760"/>
              <a:gd name="T19" fmla="*/ 28 h 761"/>
              <a:gd name="T20" fmla="*/ 439 w 760"/>
              <a:gd name="T21" fmla="*/ 28 h 761"/>
              <a:gd name="T22" fmla="*/ 531 w 760"/>
              <a:gd name="T23" fmla="*/ 93 h 761"/>
              <a:gd name="T24" fmla="*/ 649 w 760"/>
              <a:gd name="T25" fmla="*/ 112 h 761"/>
              <a:gd name="T26" fmla="*/ 667 w 760"/>
              <a:gd name="T27" fmla="*/ 229 h 761"/>
              <a:gd name="T28" fmla="*/ 732 w 760"/>
              <a:gd name="T29" fmla="*/ 321 h 761"/>
              <a:gd name="T30" fmla="*/ 732 w 760"/>
              <a:gd name="T31" fmla="*/ 440 h 761"/>
              <a:gd name="T32" fmla="*/ 667 w 760"/>
              <a:gd name="T33" fmla="*/ 532 h 761"/>
              <a:gd name="T34" fmla="*/ 649 w 760"/>
              <a:gd name="T35" fmla="*/ 649 h 761"/>
              <a:gd name="T36" fmla="*/ 531 w 760"/>
              <a:gd name="T37" fmla="*/ 667 h 761"/>
              <a:gd name="T38" fmla="*/ 439 w 760"/>
              <a:gd name="T39" fmla="*/ 733 h 761"/>
              <a:gd name="T40" fmla="*/ 234 w 760"/>
              <a:gd name="T41" fmla="*/ 655 h 761"/>
              <a:gd name="T42" fmla="*/ 329 w 760"/>
              <a:gd name="T43" fmla="*/ 725 h 761"/>
              <a:gd name="T44" fmla="*/ 430 w 760"/>
              <a:gd name="T45" fmla="*/ 725 h 761"/>
              <a:gd name="T46" fmla="*/ 532 w 760"/>
              <a:gd name="T47" fmla="*/ 655 h 761"/>
              <a:gd name="T48" fmla="*/ 640 w 760"/>
              <a:gd name="T49" fmla="*/ 641 h 761"/>
              <a:gd name="T50" fmla="*/ 655 w 760"/>
              <a:gd name="T51" fmla="*/ 533 h 761"/>
              <a:gd name="T52" fmla="*/ 724 w 760"/>
              <a:gd name="T53" fmla="*/ 431 h 761"/>
              <a:gd name="T54" fmla="*/ 724 w 760"/>
              <a:gd name="T55" fmla="*/ 330 h 761"/>
              <a:gd name="T56" fmla="*/ 655 w 760"/>
              <a:gd name="T57" fmla="*/ 228 h 761"/>
              <a:gd name="T58" fmla="*/ 640 w 760"/>
              <a:gd name="T59" fmla="*/ 120 h 761"/>
              <a:gd name="T60" fmla="*/ 532 w 760"/>
              <a:gd name="T61" fmla="*/ 105 h 761"/>
              <a:gd name="T62" fmla="*/ 430 w 760"/>
              <a:gd name="T63" fmla="*/ 36 h 761"/>
              <a:gd name="T64" fmla="*/ 329 w 760"/>
              <a:gd name="T65" fmla="*/ 36 h 761"/>
              <a:gd name="T66" fmla="*/ 227 w 760"/>
              <a:gd name="T67" fmla="*/ 105 h 761"/>
              <a:gd name="T68" fmla="*/ 119 w 760"/>
              <a:gd name="T69" fmla="*/ 120 h 761"/>
              <a:gd name="T70" fmla="*/ 105 w 760"/>
              <a:gd name="T71" fmla="*/ 228 h 761"/>
              <a:gd name="T72" fmla="*/ 35 w 760"/>
              <a:gd name="T73" fmla="*/ 330 h 761"/>
              <a:gd name="T74" fmla="*/ 35 w 760"/>
              <a:gd name="T75" fmla="*/ 431 h 761"/>
              <a:gd name="T76" fmla="*/ 105 w 760"/>
              <a:gd name="T77" fmla="*/ 533 h 761"/>
              <a:gd name="T78" fmla="*/ 119 w 760"/>
              <a:gd name="T79" fmla="*/ 641 h 761"/>
              <a:gd name="T80" fmla="*/ 227 w 760"/>
              <a:gd name="T81" fmla="*/ 655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0" h="761">
                <a:moveTo>
                  <a:pt x="380" y="761"/>
                </a:moveTo>
                <a:cubicBezTo>
                  <a:pt x="357" y="761"/>
                  <a:pt x="335" y="751"/>
                  <a:pt x="320" y="733"/>
                </a:cubicBezTo>
                <a:cubicBezTo>
                  <a:pt x="284" y="691"/>
                  <a:pt x="284" y="691"/>
                  <a:pt x="284" y="691"/>
                </a:cubicBezTo>
                <a:cubicBezTo>
                  <a:pt x="270" y="674"/>
                  <a:pt x="249" y="666"/>
                  <a:pt x="228" y="667"/>
                </a:cubicBezTo>
                <a:cubicBezTo>
                  <a:pt x="173" y="672"/>
                  <a:pt x="173" y="672"/>
                  <a:pt x="173" y="672"/>
                </a:cubicBezTo>
                <a:cubicBezTo>
                  <a:pt x="149" y="674"/>
                  <a:pt x="127" y="666"/>
                  <a:pt x="111" y="649"/>
                </a:cubicBezTo>
                <a:cubicBezTo>
                  <a:pt x="95" y="633"/>
                  <a:pt x="86" y="610"/>
                  <a:pt x="88" y="587"/>
                </a:cubicBezTo>
                <a:cubicBezTo>
                  <a:pt x="93" y="532"/>
                  <a:pt x="93" y="532"/>
                  <a:pt x="93" y="532"/>
                </a:cubicBezTo>
                <a:cubicBezTo>
                  <a:pt x="95" y="511"/>
                  <a:pt x="86" y="490"/>
                  <a:pt x="70" y="476"/>
                </a:cubicBezTo>
                <a:cubicBezTo>
                  <a:pt x="27" y="440"/>
                  <a:pt x="27" y="440"/>
                  <a:pt x="27" y="440"/>
                </a:cubicBezTo>
                <a:cubicBezTo>
                  <a:pt x="10" y="425"/>
                  <a:pt x="0" y="404"/>
                  <a:pt x="0" y="380"/>
                </a:cubicBezTo>
                <a:cubicBezTo>
                  <a:pt x="0" y="357"/>
                  <a:pt x="10" y="336"/>
                  <a:pt x="27" y="321"/>
                </a:cubicBezTo>
                <a:cubicBezTo>
                  <a:pt x="70" y="285"/>
                  <a:pt x="70" y="285"/>
                  <a:pt x="70" y="285"/>
                </a:cubicBezTo>
                <a:cubicBezTo>
                  <a:pt x="86" y="271"/>
                  <a:pt x="95" y="250"/>
                  <a:pt x="93" y="229"/>
                </a:cubicBezTo>
                <a:cubicBezTo>
                  <a:pt x="88" y="173"/>
                  <a:pt x="88" y="173"/>
                  <a:pt x="88" y="173"/>
                </a:cubicBezTo>
                <a:cubicBezTo>
                  <a:pt x="86" y="150"/>
                  <a:pt x="95" y="128"/>
                  <a:pt x="111" y="112"/>
                </a:cubicBezTo>
                <a:cubicBezTo>
                  <a:pt x="127" y="95"/>
                  <a:pt x="150" y="87"/>
                  <a:pt x="173" y="89"/>
                </a:cubicBezTo>
                <a:cubicBezTo>
                  <a:pt x="228" y="93"/>
                  <a:pt x="228" y="93"/>
                  <a:pt x="228" y="93"/>
                </a:cubicBezTo>
                <a:cubicBezTo>
                  <a:pt x="249" y="95"/>
                  <a:pt x="270" y="87"/>
                  <a:pt x="284" y="70"/>
                </a:cubicBezTo>
                <a:cubicBezTo>
                  <a:pt x="320" y="28"/>
                  <a:pt x="320" y="28"/>
                  <a:pt x="320" y="28"/>
                </a:cubicBezTo>
                <a:cubicBezTo>
                  <a:pt x="335" y="10"/>
                  <a:pt x="357" y="0"/>
                  <a:pt x="380" y="0"/>
                </a:cubicBezTo>
                <a:cubicBezTo>
                  <a:pt x="403" y="0"/>
                  <a:pt x="425" y="10"/>
                  <a:pt x="439" y="28"/>
                </a:cubicBezTo>
                <a:cubicBezTo>
                  <a:pt x="475" y="70"/>
                  <a:pt x="475" y="70"/>
                  <a:pt x="475" y="70"/>
                </a:cubicBezTo>
                <a:cubicBezTo>
                  <a:pt x="489" y="87"/>
                  <a:pt x="510" y="95"/>
                  <a:pt x="531" y="93"/>
                </a:cubicBezTo>
                <a:cubicBezTo>
                  <a:pt x="587" y="89"/>
                  <a:pt x="587" y="89"/>
                  <a:pt x="587" y="89"/>
                </a:cubicBezTo>
                <a:cubicBezTo>
                  <a:pt x="610" y="87"/>
                  <a:pt x="632" y="95"/>
                  <a:pt x="649" y="112"/>
                </a:cubicBezTo>
                <a:cubicBezTo>
                  <a:pt x="665" y="128"/>
                  <a:pt x="673" y="150"/>
                  <a:pt x="671" y="173"/>
                </a:cubicBezTo>
                <a:cubicBezTo>
                  <a:pt x="667" y="229"/>
                  <a:pt x="667" y="229"/>
                  <a:pt x="667" y="229"/>
                </a:cubicBezTo>
                <a:cubicBezTo>
                  <a:pt x="665" y="250"/>
                  <a:pt x="674" y="271"/>
                  <a:pt x="690" y="285"/>
                </a:cubicBezTo>
                <a:cubicBezTo>
                  <a:pt x="732" y="321"/>
                  <a:pt x="732" y="321"/>
                  <a:pt x="732" y="321"/>
                </a:cubicBezTo>
                <a:cubicBezTo>
                  <a:pt x="750" y="336"/>
                  <a:pt x="760" y="357"/>
                  <a:pt x="760" y="380"/>
                </a:cubicBezTo>
                <a:cubicBezTo>
                  <a:pt x="760" y="403"/>
                  <a:pt x="750" y="425"/>
                  <a:pt x="732" y="440"/>
                </a:cubicBezTo>
                <a:cubicBezTo>
                  <a:pt x="690" y="476"/>
                  <a:pt x="690" y="476"/>
                  <a:pt x="690" y="476"/>
                </a:cubicBezTo>
                <a:cubicBezTo>
                  <a:pt x="674" y="490"/>
                  <a:pt x="665" y="511"/>
                  <a:pt x="667" y="532"/>
                </a:cubicBezTo>
                <a:cubicBezTo>
                  <a:pt x="671" y="587"/>
                  <a:pt x="671" y="587"/>
                  <a:pt x="671" y="587"/>
                </a:cubicBezTo>
                <a:cubicBezTo>
                  <a:pt x="673" y="610"/>
                  <a:pt x="665" y="633"/>
                  <a:pt x="649" y="649"/>
                </a:cubicBezTo>
                <a:cubicBezTo>
                  <a:pt x="632" y="666"/>
                  <a:pt x="610" y="674"/>
                  <a:pt x="587" y="672"/>
                </a:cubicBezTo>
                <a:cubicBezTo>
                  <a:pt x="531" y="667"/>
                  <a:pt x="531" y="667"/>
                  <a:pt x="531" y="667"/>
                </a:cubicBezTo>
                <a:cubicBezTo>
                  <a:pt x="510" y="666"/>
                  <a:pt x="489" y="674"/>
                  <a:pt x="475" y="691"/>
                </a:cubicBezTo>
                <a:cubicBezTo>
                  <a:pt x="439" y="733"/>
                  <a:pt x="439" y="733"/>
                  <a:pt x="439" y="733"/>
                </a:cubicBezTo>
                <a:cubicBezTo>
                  <a:pt x="425" y="751"/>
                  <a:pt x="403" y="761"/>
                  <a:pt x="380" y="761"/>
                </a:cubicBezTo>
                <a:close/>
                <a:moveTo>
                  <a:pt x="234" y="655"/>
                </a:moveTo>
                <a:cubicBezTo>
                  <a:pt x="257" y="655"/>
                  <a:pt x="278" y="665"/>
                  <a:pt x="293" y="683"/>
                </a:cubicBezTo>
                <a:cubicBezTo>
                  <a:pt x="329" y="725"/>
                  <a:pt x="329" y="725"/>
                  <a:pt x="329" y="725"/>
                </a:cubicBezTo>
                <a:cubicBezTo>
                  <a:pt x="342" y="740"/>
                  <a:pt x="360" y="749"/>
                  <a:pt x="380" y="749"/>
                </a:cubicBezTo>
                <a:cubicBezTo>
                  <a:pt x="399" y="749"/>
                  <a:pt x="418" y="740"/>
                  <a:pt x="430" y="725"/>
                </a:cubicBezTo>
                <a:cubicBezTo>
                  <a:pt x="466" y="683"/>
                  <a:pt x="466" y="683"/>
                  <a:pt x="466" y="683"/>
                </a:cubicBezTo>
                <a:cubicBezTo>
                  <a:pt x="483" y="664"/>
                  <a:pt x="507" y="653"/>
                  <a:pt x="532" y="655"/>
                </a:cubicBezTo>
                <a:cubicBezTo>
                  <a:pt x="588" y="660"/>
                  <a:pt x="588" y="660"/>
                  <a:pt x="588" y="660"/>
                </a:cubicBezTo>
                <a:cubicBezTo>
                  <a:pt x="607" y="662"/>
                  <a:pt x="626" y="655"/>
                  <a:pt x="640" y="641"/>
                </a:cubicBezTo>
                <a:cubicBezTo>
                  <a:pt x="654" y="627"/>
                  <a:pt x="661" y="608"/>
                  <a:pt x="659" y="588"/>
                </a:cubicBezTo>
                <a:cubicBezTo>
                  <a:pt x="655" y="533"/>
                  <a:pt x="655" y="533"/>
                  <a:pt x="655" y="533"/>
                </a:cubicBezTo>
                <a:cubicBezTo>
                  <a:pt x="653" y="508"/>
                  <a:pt x="663" y="483"/>
                  <a:pt x="682" y="467"/>
                </a:cubicBezTo>
                <a:cubicBezTo>
                  <a:pt x="724" y="431"/>
                  <a:pt x="724" y="431"/>
                  <a:pt x="724" y="431"/>
                </a:cubicBezTo>
                <a:cubicBezTo>
                  <a:pt x="739" y="418"/>
                  <a:pt x="748" y="400"/>
                  <a:pt x="748" y="380"/>
                </a:cubicBezTo>
                <a:cubicBezTo>
                  <a:pt x="748" y="361"/>
                  <a:pt x="739" y="343"/>
                  <a:pt x="724" y="330"/>
                </a:cubicBezTo>
                <a:cubicBezTo>
                  <a:pt x="682" y="294"/>
                  <a:pt x="682" y="294"/>
                  <a:pt x="682" y="294"/>
                </a:cubicBezTo>
                <a:cubicBezTo>
                  <a:pt x="663" y="278"/>
                  <a:pt x="653" y="253"/>
                  <a:pt x="655" y="228"/>
                </a:cubicBezTo>
                <a:cubicBezTo>
                  <a:pt x="659" y="172"/>
                  <a:pt x="659" y="172"/>
                  <a:pt x="659" y="172"/>
                </a:cubicBezTo>
                <a:cubicBezTo>
                  <a:pt x="661" y="153"/>
                  <a:pt x="654" y="134"/>
                  <a:pt x="640" y="120"/>
                </a:cubicBezTo>
                <a:cubicBezTo>
                  <a:pt x="626" y="106"/>
                  <a:pt x="607" y="99"/>
                  <a:pt x="588" y="101"/>
                </a:cubicBezTo>
                <a:cubicBezTo>
                  <a:pt x="532" y="105"/>
                  <a:pt x="532" y="105"/>
                  <a:pt x="532" y="105"/>
                </a:cubicBezTo>
                <a:cubicBezTo>
                  <a:pt x="507" y="108"/>
                  <a:pt x="483" y="97"/>
                  <a:pt x="466" y="78"/>
                </a:cubicBezTo>
                <a:cubicBezTo>
                  <a:pt x="430" y="36"/>
                  <a:pt x="430" y="36"/>
                  <a:pt x="430" y="36"/>
                </a:cubicBezTo>
                <a:cubicBezTo>
                  <a:pt x="418" y="21"/>
                  <a:pt x="399" y="12"/>
                  <a:pt x="380" y="12"/>
                </a:cubicBezTo>
                <a:cubicBezTo>
                  <a:pt x="360" y="12"/>
                  <a:pt x="342" y="21"/>
                  <a:pt x="329" y="36"/>
                </a:cubicBezTo>
                <a:cubicBezTo>
                  <a:pt x="293" y="78"/>
                  <a:pt x="293" y="78"/>
                  <a:pt x="293" y="78"/>
                </a:cubicBezTo>
                <a:cubicBezTo>
                  <a:pt x="277" y="97"/>
                  <a:pt x="252" y="108"/>
                  <a:pt x="227" y="105"/>
                </a:cubicBezTo>
                <a:cubicBezTo>
                  <a:pt x="172" y="101"/>
                  <a:pt x="172" y="101"/>
                  <a:pt x="172" y="101"/>
                </a:cubicBezTo>
                <a:cubicBezTo>
                  <a:pt x="152" y="99"/>
                  <a:pt x="133" y="106"/>
                  <a:pt x="119" y="120"/>
                </a:cubicBezTo>
                <a:cubicBezTo>
                  <a:pt x="106" y="134"/>
                  <a:pt x="99" y="153"/>
                  <a:pt x="100" y="172"/>
                </a:cubicBezTo>
                <a:cubicBezTo>
                  <a:pt x="105" y="228"/>
                  <a:pt x="105" y="228"/>
                  <a:pt x="105" y="228"/>
                </a:cubicBezTo>
                <a:cubicBezTo>
                  <a:pt x="107" y="253"/>
                  <a:pt x="97" y="278"/>
                  <a:pt x="77" y="294"/>
                </a:cubicBezTo>
                <a:cubicBezTo>
                  <a:pt x="35" y="330"/>
                  <a:pt x="35" y="330"/>
                  <a:pt x="35" y="330"/>
                </a:cubicBezTo>
                <a:cubicBezTo>
                  <a:pt x="20" y="343"/>
                  <a:pt x="12" y="361"/>
                  <a:pt x="12" y="380"/>
                </a:cubicBezTo>
                <a:cubicBezTo>
                  <a:pt x="12" y="400"/>
                  <a:pt x="20" y="418"/>
                  <a:pt x="35" y="431"/>
                </a:cubicBezTo>
                <a:cubicBezTo>
                  <a:pt x="77" y="467"/>
                  <a:pt x="77" y="467"/>
                  <a:pt x="77" y="467"/>
                </a:cubicBezTo>
                <a:cubicBezTo>
                  <a:pt x="97" y="483"/>
                  <a:pt x="107" y="508"/>
                  <a:pt x="105" y="533"/>
                </a:cubicBezTo>
                <a:cubicBezTo>
                  <a:pt x="100" y="588"/>
                  <a:pt x="100" y="588"/>
                  <a:pt x="100" y="588"/>
                </a:cubicBezTo>
                <a:cubicBezTo>
                  <a:pt x="99" y="608"/>
                  <a:pt x="106" y="627"/>
                  <a:pt x="119" y="641"/>
                </a:cubicBezTo>
                <a:cubicBezTo>
                  <a:pt x="133" y="655"/>
                  <a:pt x="152" y="662"/>
                  <a:pt x="172" y="660"/>
                </a:cubicBezTo>
                <a:cubicBezTo>
                  <a:pt x="227" y="655"/>
                  <a:pt x="227" y="655"/>
                  <a:pt x="227" y="655"/>
                </a:cubicBezTo>
                <a:cubicBezTo>
                  <a:pt x="229" y="655"/>
                  <a:pt x="231" y="655"/>
                  <a:pt x="234" y="65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1153"/>
          <p:cNvSpPr>
            <a:spLocks noEditPoints="1"/>
          </p:cNvSpPr>
          <p:nvPr/>
        </p:nvSpPr>
        <p:spPr bwMode="auto">
          <a:xfrm>
            <a:off x="6375401" y="2854358"/>
            <a:ext cx="1824038" cy="1825625"/>
          </a:xfrm>
          <a:custGeom>
            <a:avLst/>
            <a:gdLst>
              <a:gd name="T0" fmla="*/ 243 w 575"/>
              <a:gd name="T1" fmla="*/ 554 h 575"/>
              <a:gd name="T2" fmla="*/ 173 w 575"/>
              <a:gd name="T3" fmla="*/ 504 h 575"/>
              <a:gd name="T4" fmla="*/ 84 w 575"/>
              <a:gd name="T5" fmla="*/ 491 h 575"/>
              <a:gd name="T6" fmla="*/ 71 w 575"/>
              <a:gd name="T7" fmla="*/ 402 h 575"/>
              <a:gd name="T8" fmla="*/ 21 w 575"/>
              <a:gd name="T9" fmla="*/ 332 h 575"/>
              <a:gd name="T10" fmla="*/ 21 w 575"/>
              <a:gd name="T11" fmla="*/ 243 h 575"/>
              <a:gd name="T12" fmla="*/ 71 w 575"/>
              <a:gd name="T13" fmla="*/ 173 h 575"/>
              <a:gd name="T14" fmla="*/ 84 w 575"/>
              <a:gd name="T15" fmla="*/ 84 h 575"/>
              <a:gd name="T16" fmla="*/ 173 w 575"/>
              <a:gd name="T17" fmla="*/ 71 h 575"/>
              <a:gd name="T18" fmla="*/ 243 w 575"/>
              <a:gd name="T19" fmla="*/ 21 h 575"/>
              <a:gd name="T20" fmla="*/ 333 w 575"/>
              <a:gd name="T21" fmla="*/ 21 h 575"/>
              <a:gd name="T22" fmla="*/ 403 w 575"/>
              <a:gd name="T23" fmla="*/ 71 h 575"/>
              <a:gd name="T24" fmla="*/ 491 w 575"/>
              <a:gd name="T25" fmla="*/ 84 h 575"/>
              <a:gd name="T26" fmla="*/ 505 w 575"/>
              <a:gd name="T27" fmla="*/ 173 h 575"/>
              <a:gd name="T28" fmla="*/ 554 w 575"/>
              <a:gd name="T29" fmla="*/ 243 h 575"/>
              <a:gd name="T30" fmla="*/ 554 w 575"/>
              <a:gd name="T31" fmla="*/ 332 h 575"/>
              <a:gd name="T32" fmla="*/ 505 w 575"/>
              <a:gd name="T33" fmla="*/ 402 h 575"/>
              <a:gd name="T34" fmla="*/ 491 w 575"/>
              <a:gd name="T35" fmla="*/ 491 h 575"/>
              <a:gd name="T36" fmla="*/ 403 w 575"/>
              <a:gd name="T37" fmla="*/ 504 h 575"/>
              <a:gd name="T38" fmla="*/ 333 w 575"/>
              <a:gd name="T39" fmla="*/ 554 h 575"/>
              <a:gd name="T40" fmla="*/ 177 w 575"/>
              <a:gd name="T41" fmla="*/ 496 h 575"/>
              <a:gd name="T42" fmla="*/ 249 w 575"/>
              <a:gd name="T43" fmla="*/ 549 h 575"/>
              <a:gd name="T44" fmla="*/ 326 w 575"/>
              <a:gd name="T45" fmla="*/ 549 h 575"/>
              <a:gd name="T46" fmla="*/ 403 w 575"/>
              <a:gd name="T47" fmla="*/ 496 h 575"/>
              <a:gd name="T48" fmla="*/ 485 w 575"/>
              <a:gd name="T49" fmla="*/ 485 h 575"/>
              <a:gd name="T50" fmla="*/ 497 w 575"/>
              <a:gd name="T51" fmla="*/ 403 h 575"/>
              <a:gd name="T52" fmla="*/ 549 w 575"/>
              <a:gd name="T53" fmla="*/ 326 h 575"/>
              <a:gd name="T54" fmla="*/ 549 w 575"/>
              <a:gd name="T55" fmla="*/ 249 h 575"/>
              <a:gd name="T56" fmla="*/ 497 w 575"/>
              <a:gd name="T57" fmla="*/ 172 h 575"/>
              <a:gd name="T58" fmla="*/ 485 w 575"/>
              <a:gd name="T59" fmla="*/ 90 h 575"/>
              <a:gd name="T60" fmla="*/ 403 w 575"/>
              <a:gd name="T61" fmla="*/ 79 h 575"/>
              <a:gd name="T62" fmla="*/ 326 w 575"/>
              <a:gd name="T63" fmla="*/ 26 h 575"/>
              <a:gd name="T64" fmla="*/ 249 w 575"/>
              <a:gd name="T65" fmla="*/ 26 h 575"/>
              <a:gd name="T66" fmla="*/ 172 w 575"/>
              <a:gd name="T67" fmla="*/ 79 h 575"/>
              <a:gd name="T68" fmla="*/ 90 w 575"/>
              <a:gd name="T69" fmla="*/ 90 h 575"/>
              <a:gd name="T70" fmla="*/ 79 w 575"/>
              <a:gd name="T71" fmla="*/ 172 h 575"/>
              <a:gd name="T72" fmla="*/ 26 w 575"/>
              <a:gd name="T73" fmla="*/ 249 h 575"/>
              <a:gd name="T74" fmla="*/ 26 w 575"/>
              <a:gd name="T75" fmla="*/ 326 h 575"/>
              <a:gd name="T76" fmla="*/ 79 w 575"/>
              <a:gd name="T77" fmla="*/ 403 h 575"/>
              <a:gd name="T78" fmla="*/ 90 w 575"/>
              <a:gd name="T79" fmla="*/ 485 h 575"/>
              <a:gd name="T80" fmla="*/ 172 w 575"/>
              <a:gd name="T81" fmla="*/ 496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75" h="575">
                <a:moveTo>
                  <a:pt x="288" y="575"/>
                </a:moveTo>
                <a:cubicBezTo>
                  <a:pt x="270" y="575"/>
                  <a:pt x="254" y="567"/>
                  <a:pt x="243" y="554"/>
                </a:cubicBezTo>
                <a:cubicBezTo>
                  <a:pt x="216" y="522"/>
                  <a:pt x="216" y="522"/>
                  <a:pt x="216" y="522"/>
                </a:cubicBezTo>
                <a:cubicBezTo>
                  <a:pt x="205" y="510"/>
                  <a:pt x="189" y="503"/>
                  <a:pt x="173" y="504"/>
                </a:cubicBezTo>
                <a:cubicBezTo>
                  <a:pt x="131" y="508"/>
                  <a:pt x="131" y="508"/>
                  <a:pt x="131" y="508"/>
                </a:cubicBezTo>
                <a:cubicBezTo>
                  <a:pt x="113" y="509"/>
                  <a:pt x="97" y="503"/>
                  <a:pt x="84" y="491"/>
                </a:cubicBezTo>
                <a:cubicBezTo>
                  <a:pt x="72" y="478"/>
                  <a:pt x="66" y="462"/>
                  <a:pt x="67" y="444"/>
                </a:cubicBezTo>
                <a:cubicBezTo>
                  <a:pt x="71" y="402"/>
                  <a:pt x="71" y="402"/>
                  <a:pt x="71" y="402"/>
                </a:cubicBezTo>
                <a:cubicBezTo>
                  <a:pt x="72" y="386"/>
                  <a:pt x="66" y="370"/>
                  <a:pt x="53" y="360"/>
                </a:cubicBezTo>
                <a:cubicBezTo>
                  <a:pt x="21" y="332"/>
                  <a:pt x="21" y="332"/>
                  <a:pt x="21" y="332"/>
                </a:cubicBezTo>
                <a:cubicBezTo>
                  <a:pt x="8" y="321"/>
                  <a:pt x="0" y="305"/>
                  <a:pt x="0" y="287"/>
                </a:cubicBezTo>
                <a:cubicBezTo>
                  <a:pt x="0" y="270"/>
                  <a:pt x="8" y="254"/>
                  <a:pt x="21" y="243"/>
                </a:cubicBezTo>
                <a:cubicBezTo>
                  <a:pt x="53" y="215"/>
                  <a:pt x="53" y="215"/>
                  <a:pt x="53" y="215"/>
                </a:cubicBezTo>
                <a:cubicBezTo>
                  <a:pt x="66" y="205"/>
                  <a:pt x="72" y="189"/>
                  <a:pt x="71" y="173"/>
                </a:cubicBezTo>
                <a:cubicBezTo>
                  <a:pt x="67" y="131"/>
                  <a:pt x="67" y="131"/>
                  <a:pt x="67" y="131"/>
                </a:cubicBezTo>
                <a:cubicBezTo>
                  <a:pt x="66" y="113"/>
                  <a:pt x="72" y="96"/>
                  <a:pt x="84" y="84"/>
                </a:cubicBezTo>
                <a:cubicBezTo>
                  <a:pt x="97" y="72"/>
                  <a:pt x="113" y="66"/>
                  <a:pt x="131" y="67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89" y="72"/>
                  <a:pt x="205" y="65"/>
                  <a:pt x="216" y="53"/>
                </a:cubicBezTo>
                <a:cubicBezTo>
                  <a:pt x="243" y="21"/>
                  <a:pt x="243" y="21"/>
                  <a:pt x="243" y="21"/>
                </a:cubicBezTo>
                <a:cubicBezTo>
                  <a:pt x="254" y="8"/>
                  <a:pt x="270" y="0"/>
                  <a:pt x="288" y="0"/>
                </a:cubicBezTo>
                <a:cubicBezTo>
                  <a:pt x="305" y="0"/>
                  <a:pt x="321" y="8"/>
                  <a:pt x="333" y="21"/>
                </a:cubicBezTo>
                <a:cubicBezTo>
                  <a:pt x="360" y="53"/>
                  <a:pt x="360" y="53"/>
                  <a:pt x="360" y="53"/>
                </a:cubicBezTo>
                <a:cubicBezTo>
                  <a:pt x="370" y="65"/>
                  <a:pt x="386" y="72"/>
                  <a:pt x="403" y="71"/>
                </a:cubicBezTo>
                <a:cubicBezTo>
                  <a:pt x="445" y="67"/>
                  <a:pt x="445" y="67"/>
                  <a:pt x="445" y="67"/>
                </a:cubicBezTo>
                <a:cubicBezTo>
                  <a:pt x="462" y="66"/>
                  <a:pt x="479" y="72"/>
                  <a:pt x="491" y="84"/>
                </a:cubicBezTo>
                <a:cubicBezTo>
                  <a:pt x="503" y="96"/>
                  <a:pt x="509" y="113"/>
                  <a:pt x="508" y="131"/>
                </a:cubicBezTo>
                <a:cubicBezTo>
                  <a:pt x="505" y="173"/>
                  <a:pt x="505" y="173"/>
                  <a:pt x="505" y="173"/>
                </a:cubicBezTo>
                <a:cubicBezTo>
                  <a:pt x="503" y="189"/>
                  <a:pt x="510" y="205"/>
                  <a:pt x="522" y="215"/>
                </a:cubicBezTo>
                <a:cubicBezTo>
                  <a:pt x="554" y="243"/>
                  <a:pt x="554" y="243"/>
                  <a:pt x="554" y="243"/>
                </a:cubicBezTo>
                <a:cubicBezTo>
                  <a:pt x="568" y="254"/>
                  <a:pt x="575" y="270"/>
                  <a:pt x="575" y="287"/>
                </a:cubicBezTo>
                <a:cubicBezTo>
                  <a:pt x="575" y="305"/>
                  <a:pt x="568" y="321"/>
                  <a:pt x="554" y="332"/>
                </a:cubicBezTo>
                <a:cubicBezTo>
                  <a:pt x="522" y="360"/>
                  <a:pt x="522" y="360"/>
                  <a:pt x="522" y="360"/>
                </a:cubicBezTo>
                <a:cubicBezTo>
                  <a:pt x="510" y="370"/>
                  <a:pt x="503" y="386"/>
                  <a:pt x="505" y="402"/>
                </a:cubicBezTo>
                <a:cubicBezTo>
                  <a:pt x="508" y="444"/>
                  <a:pt x="508" y="444"/>
                  <a:pt x="508" y="444"/>
                </a:cubicBezTo>
                <a:cubicBezTo>
                  <a:pt x="509" y="462"/>
                  <a:pt x="503" y="478"/>
                  <a:pt x="491" y="491"/>
                </a:cubicBezTo>
                <a:cubicBezTo>
                  <a:pt x="479" y="503"/>
                  <a:pt x="462" y="509"/>
                  <a:pt x="445" y="508"/>
                </a:cubicBezTo>
                <a:cubicBezTo>
                  <a:pt x="403" y="504"/>
                  <a:pt x="403" y="504"/>
                  <a:pt x="403" y="504"/>
                </a:cubicBezTo>
                <a:cubicBezTo>
                  <a:pt x="386" y="503"/>
                  <a:pt x="370" y="510"/>
                  <a:pt x="360" y="522"/>
                </a:cubicBezTo>
                <a:cubicBezTo>
                  <a:pt x="333" y="554"/>
                  <a:pt x="333" y="554"/>
                  <a:pt x="333" y="554"/>
                </a:cubicBezTo>
                <a:cubicBezTo>
                  <a:pt x="321" y="567"/>
                  <a:pt x="305" y="575"/>
                  <a:pt x="288" y="575"/>
                </a:cubicBezTo>
                <a:close/>
                <a:moveTo>
                  <a:pt x="177" y="496"/>
                </a:moveTo>
                <a:cubicBezTo>
                  <a:pt x="194" y="496"/>
                  <a:pt x="211" y="504"/>
                  <a:pt x="222" y="517"/>
                </a:cubicBezTo>
                <a:cubicBezTo>
                  <a:pt x="249" y="549"/>
                  <a:pt x="249" y="549"/>
                  <a:pt x="249" y="549"/>
                </a:cubicBezTo>
                <a:cubicBezTo>
                  <a:pt x="259" y="560"/>
                  <a:pt x="273" y="567"/>
                  <a:pt x="288" y="567"/>
                </a:cubicBezTo>
                <a:cubicBezTo>
                  <a:pt x="303" y="567"/>
                  <a:pt x="317" y="560"/>
                  <a:pt x="326" y="549"/>
                </a:cubicBezTo>
                <a:cubicBezTo>
                  <a:pt x="354" y="517"/>
                  <a:pt x="354" y="517"/>
                  <a:pt x="354" y="517"/>
                </a:cubicBezTo>
                <a:cubicBezTo>
                  <a:pt x="366" y="502"/>
                  <a:pt x="384" y="495"/>
                  <a:pt x="403" y="496"/>
                </a:cubicBezTo>
                <a:cubicBezTo>
                  <a:pt x="445" y="500"/>
                  <a:pt x="445" y="500"/>
                  <a:pt x="445" y="500"/>
                </a:cubicBezTo>
                <a:cubicBezTo>
                  <a:pt x="460" y="501"/>
                  <a:pt x="475" y="496"/>
                  <a:pt x="485" y="485"/>
                </a:cubicBezTo>
                <a:cubicBezTo>
                  <a:pt x="496" y="474"/>
                  <a:pt x="501" y="460"/>
                  <a:pt x="500" y="445"/>
                </a:cubicBezTo>
                <a:cubicBezTo>
                  <a:pt x="497" y="403"/>
                  <a:pt x="497" y="403"/>
                  <a:pt x="497" y="403"/>
                </a:cubicBezTo>
                <a:cubicBezTo>
                  <a:pt x="495" y="384"/>
                  <a:pt x="503" y="366"/>
                  <a:pt x="517" y="353"/>
                </a:cubicBezTo>
                <a:cubicBezTo>
                  <a:pt x="549" y="326"/>
                  <a:pt x="549" y="326"/>
                  <a:pt x="549" y="326"/>
                </a:cubicBezTo>
                <a:cubicBezTo>
                  <a:pt x="561" y="317"/>
                  <a:pt x="567" y="302"/>
                  <a:pt x="567" y="287"/>
                </a:cubicBezTo>
                <a:cubicBezTo>
                  <a:pt x="567" y="273"/>
                  <a:pt x="561" y="258"/>
                  <a:pt x="549" y="249"/>
                </a:cubicBezTo>
                <a:cubicBezTo>
                  <a:pt x="517" y="221"/>
                  <a:pt x="517" y="221"/>
                  <a:pt x="517" y="221"/>
                </a:cubicBezTo>
                <a:cubicBezTo>
                  <a:pt x="503" y="209"/>
                  <a:pt x="495" y="191"/>
                  <a:pt x="497" y="172"/>
                </a:cubicBezTo>
                <a:cubicBezTo>
                  <a:pt x="500" y="130"/>
                  <a:pt x="500" y="130"/>
                  <a:pt x="500" y="130"/>
                </a:cubicBezTo>
                <a:cubicBezTo>
                  <a:pt x="501" y="115"/>
                  <a:pt x="496" y="100"/>
                  <a:pt x="485" y="90"/>
                </a:cubicBezTo>
                <a:cubicBezTo>
                  <a:pt x="475" y="79"/>
                  <a:pt x="460" y="74"/>
                  <a:pt x="445" y="75"/>
                </a:cubicBezTo>
                <a:cubicBezTo>
                  <a:pt x="403" y="79"/>
                  <a:pt x="403" y="79"/>
                  <a:pt x="403" y="79"/>
                </a:cubicBezTo>
                <a:cubicBezTo>
                  <a:pt x="384" y="80"/>
                  <a:pt x="366" y="72"/>
                  <a:pt x="354" y="58"/>
                </a:cubicBezTo>
                <a:cubicBezTo>
                  <a:pt x="326" y="26"/>
                  <a:pt x="326" y="26"/>
                  <a:pt x="326" y="26"/>
                </a:cubicBezTo>
                <a:cubicBezTo>
                  <a:pt x="317" y="15"/>
                  <a:pt x="303" y="8"/>
                  <a:pt x="288" y="8"/>
                </a:cubicBezTo>
                <a:cubicBezTo>
                  <a:pt x="273" y="8"/>
                  <a:pt x="259" y="15"/>
                  <a:pt x="249" y="26"/>
                </a:cubicBezTo>
                <a:cubicBezTo>
                  <a:pt x="222" y="58"/>
                  <a:pt x="222" y="58"/>
                  <a:pt x="222" y="58"/>
                </a:cubicBezTo>
                <a:cubicBezTo>
                  <a:pt x="210" y="72"/>
                  <a:pt x="191" y="80"/>
                  <a:pt x="172" y="79"/>
                </a:cubicBezTo>
                <a:cubicBezTo>
                  <a:pt x="130" y="75"/>
                  <a:pt x="130" y="75"/>
                  <a:pt x="130" y="75"/>
                </a:cubicBezTo>
                <a:cubicBezTo>
                  <a:pt x="115" y="74"/>
                  <a:pt x="101" y="79"/>
                  <a:pt x="90" y="90"/>
                </a:cubicBezTo>
                <a:cubicBezTo>
                  <a:pt x="80" y="100"/>
                  <a:pt x="74" y="115"/>
                  <a:pt x="75" y="130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80" y="191"/>
                  <a:pt x="73" y="209"/>
                  <a:pt x="58" y="221"/>
                </a:cubicBezTo>
                <a:cubicBezTo>
                  <a:pt x="26" y="249"/>
                  <a:pt x="26" y="249"/>
                  <a:pt x="26" y="249"/>
                </a:cubicBezTo>
                <a:cubicBezTo>
                  <a:pt x="15" y="258"/>
                  <a:pt x="8" y="273"/>
                  <a:pt x="8" y="287"/>
                </a:cubicBezTo>
                <a:cubicBezTo>
                  <a:pt x="8" y="302"/>
                  <a:pt x="15" y="317"/>
                  <a:pt x="26" y="326"/>
                </a:cubicBezTo>
                <a:cubicBezTo>
                  <a:pt x="58" y="353"/>
                  <a:pt x="58" y="353"/>
                  <a:pt x="58" y="353"/>
                </a:cubicBezTo>
                <a:cubicBezTo>
                  <a:pt x="73" y="366"/>
                  <a:pt x="80" y="384"/>
                  <a:pt x="79" y="403"/>
                </a:cubicBezTo>
                <a:cubicBezTo>
                  <a:pt x="75" y="445"/>
                  <a:pt x="75" y="445"/>
                  <a:pt x="75" y="445"/>
                </a:cubicBezTo>
                <a:cubicBezTo>
                  <a:pt x="74" y="460"/>
                  <a:pt x="80" y="474"/>
                  <a:pt x="90" y="485"/>
                </a:cubicBezTo>
                <a:cubicBezTo>
                  <a:pt x="101" y="496"/>
                  <a:pt x="115" y="501"/>
                  <a:pt x="130" y="500"/>
                </a:cubicBezTo>
                <a:cubicBezTo>
                  <a:pt x="172" y="496"/>
                  <a:pt x="172" y="496"/>
                  <a:pt x="172" y="496"/>
                </a:cubicBezTo>
                <a:cubicBezTo>
                  <a:pt x="174" y="496"/>
                  <a:pt x="175" y="496"/>
                  <a:pt x="177" y="496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1171"/>
          <p:cNvSpPr>
            <a:spLocks noEditPoints="1"/>
          </p:cNvSpPr>
          <p:nvPr/>
        </p:nvSpPr>
        <p:spPr bwMode="auto">
          <a:xfrm>
            <a:off x="6232526" y="2711483"/>
            <a:ext cx="2112963" cy="2111375"/>
          </a:xfrm>
          <a:custGeom>
            <a:avLst/>
            <a:gdLst>
              <a:gd name="T0" fmla="*/ 281 w 666"/>
              <a:gd name="T1" fmla="*/ 641 h 665"/>
              <a:gd name="T2" fmla="*/ 199 w 666"/>
              <a:gd name="T3" fmla="*/ 583 h 665"/>
              <a:gd name="T4" fmla="*/ 97 w 666"/>
              <a:gd name="T5" fmla="*/ 568 h 665"/>
              <a:gd name="T6" fmla="*/ 82 w 666"/>
              <a:gd name="T7" fmla="*/ 466 h 665"/>
              <a:gd name="T8" fmla="*/ 24 w 666"/>
              <a:gd name="T9" fmla="*/ 384 h 665"/>
              <a:gd name="T10" fmla="*/ 24 w 666"/>
              <a:gd name="T11" fmla="*/ 281 h 665"/>
              <a:gd name="T12" fmla="*/ 82 w 666"/>
              <a:gd name="T13" fmla="*/ 199 h 665"/>
              <a:gd name="T14" fmla="*/ 97 w 666"/>
              <a:gd name="T15" fmla="*/ 97 h 665"/>
              <a:gd name="T16" fmla="*/ 199 w 666"/>
              <a:gd name="T17" fmla="*/ 82 h 665"/>
              <a:gd name="T18" fmla="*/ 281 w 666"/>
              <a:gd name="T19" fmla="*/ 23 h 665"/>
              <a:gd name="T20" fmla="*/ 384 w 666"/>
              <a:gd name="T21" fmla="*/ 23 h 665"/>
              <a:gd name="T22" fmla="*/ 466 w 666"/>
              <a:gd name="T23" fmla="*/ 82 h 665"/>
              <a:gd name="T24" fmla="*/ 568 w 666"/>
              <a:gd name="T25" fmla="*/ 97 h 665"/>
              <a:gd name="T26" fmla="*/ 584 w 666"/>
              <a:gd name="T27" fmla="*/ 199 h 665"/>
              <a:gd name="T28" fmla="*/ 642 w 666"/>
              <a:gd name="T29" fmla="*/ 281 h 665"/>
              <a:gd name="T30" fmla="*/ 642 w 666"/>
              <a:gd name="T31" fmla="*/ 384 h 665"/>
              <a:gd name="T32" fmla="*/ 584 w 666"/>
              <a:gd name="T33" fmla="*/ 466 h 665"/>
              <a:gd name="T34" fmla="*/ 568 w 666"/>
              <a:gd name="T35" fmla="*/ 568 h 665"/>
              <a:gd name="T36" fmla="*/ 466 w 666"/>
              <a:gd name="T37" fmla="*/ 583 h 665"/>
              <a:gd name="T38" fmla="*/ 384 w 666"/>
              <a:gd name="T39" fmla="*/ 641 h 665"/>
              <a:gd name="T40" fmla="*/ 204 w 666"/>
              <a:gd name="T41" fmla="*/ 575 h 665"/>
              <a:gd name="T42" fmla="*/ 287 w 666"/>
              <a:gd name="T43" fmla="*/ 636 h 665"/>
              <a:gd name="T44" fmla="*/ 378 w 666"/>
              <a:gd name="T45" fmla="*/ 636 h 665"/>
              <a:gd name="T46" fmla="*/ 467 w 666"/>
              <a:gd name="T47" fmla="*/ 575 h 665"/>
              <a:gd name="T48" fmla="*/ 562 w 666"/>
              <a:gd name="T49" fmla="*/ 562 h 665"/>
              <a:gd name="T50" fmla="*/ 576 w 666"/>
              <a:gd name="T51" fmla="*/ 466 h 665"/>
              <a:gd name="T52" fmla="*/ 637 w 666"/>
              <a:gd name="T53" fmla="*/ 378 h 665"/>
              <a:gd name="T54" fmla="*/ 637 w 666"/>
              <a:gd name="T55" fmla="*/ 287 h 665"/>
              <a:gd name="T56" fmla="*/ 576 w 666"/>
              <a:gd name="T57" fmla="*/ 198 h 665"/>
              <a:gd name="T58" fmla="*/ 562 w 666"/>
              <a:gd name="T59" fmla="*/ 103 h 665"/>
              <a:gd name="T60" fmla="*/ 467 w 666"/>
              <a:gd name="T61" fmla="*/ 90 h 665"/>
              <a:gd name="T62" fmla="*/ 378 w 666"/>
              <a:gd name="T63" fmla="*/ 29 h 665"/>
              <a:gd name="T64" fmla="*/ 287 w 666"/>
              <a:gd name="T65" fmla="*/ 29 h 665"/>
              <a:gd name="T66" fmla="*/ 199 w 666"/>
              <a:gd name="T67" fmla="*/ 90 h 665"/>
              <a:gd name="T68" fmla="*/ 103 w 666"/>
              <a:gd name="T69" fmla="*/ 103 h 665"/>
              <a:gd name="T70" fmla="*/ 90 w 666"/>
              <a:gd name="T71" fmla="*/ 198 h 665"/>
              <a:gd name="T72" fmla="*/ 29 w 666"/>
              <a:gd name="T73" fmla="*/ 287 h 665"/>
              <a:gd name="T74" fmla="*/ 29 w 666"/>
              <a:gd name="T75" fmla="*/ 378 h 665"/>
              <a:gd name="T76" fmla="*/ 90 w 666"/>
              <a:gd name="T77" fmla="*/ 466 h 665"/>
              <a:gd name="T78" fmla="*/ 103 w 666"/>
              <a:gd name="T79" fmla="*/ 562 h 665"/>
              <a:gd name="T80" fmla="*/ 199 w 666"/>
              <a:gd name="T81" fmla="*/ 575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6" h="665">
                <a:moveTo>
                  <a:pt x="333" y="665"/>
                </a:moveTo>
                <a:cubicBezTo>
                  <a:pt x="313" y="665"/>
                  <a:pt x="294" y="657"/>
                  <a:pt x="281" y="641"/>
                </a:cubicBezTo>
                <a:cubicBezTo>
                  <a:pt x="250" y="604"/>
                  <a:pt x="250" y="604"/>
                  <a:pt x="250" y="604"/>
                </a:cubicBezTo>
                <a:cubicBezTo>
                  <a:pt x="237" y="590"/>
                  <a:pt x="219" y="582"/>
                  <a:pt x="199" y="583"/>
                </a:cubicBezTo>
                <a:cubicBezTo>
                  <a:pt x="151" y="587"/>
                  <a:pt x="151" y="587"/>
                  <a:pt x="151" y="587"/>
                </a:cubicBezTo>
                <a:cubicBezTo>
                  <a:pt x="131" y="589"/>
                  <a:pt x="111" y="582"/>
                  <a:pt x="97" y="568"/>
                </a:cubicBezTo>
                <a:cubicBezTo>
                  <a:pt x="83" y="554"/>
                  <a:pt x="76" y="534"/>
                  <a:pt x="78" y="514"/>
                </a:cubicBezTo>
                <a:cubicBezTo>
                  <a:pt x="82" y="466"/>
                  <a:pt x="82" y="466"/>
                  <a:pt x="82" y="466"/>
                </a:cubicBezTo>
                <a:cubicBezTo>
                  <a:pt x="83" y="447"/>
                  <a:pt x="76" y="428"/>
                  <a:pt x="61" y="416"/>
                </a:cubicBezTo>
                <a:cubicBezTo>
                  <a:pt x="24" y="384"/>
                  <a:pt x="24" y="384"/>
                  <a:pt x="24" y="384"/>
                </a:cubicBezTo>
                <a:cubicBezTo>
                  <a:pt x="9" y="371"/>
                  <a:pt x="0" y="352"/>
                  <a:pt x="0" y="332"/>
                </a:cubicBezTo>
                <a:cubicBezTo>
                  <a:pt x="0" y="313"/>
                  <a:pt x="9" y="294"/>
                  <a:pt x="24" y="281"/>
                </a:cubicBezTo>
                <a:cubicBezTo>
                  <a:pt x="61" y="249"/>
                  <a:pt x="61" y="249"/>
                  <a:pt x="61" y="249"/>
                </a:cubicBezTo>
                <a:cubicBezTo>
                  <a:pt x="76" y="237"/>
                  <a:pt x="83" y="218"/>
                  <a:pt x="82" y="199"/>
                </a:cubicBezTo>
                <a:cubicBezTo>
                  <a:pt x="78" y="150"/>
                  <a:pt x="78" y="150"/>
                  <a:pt x="78" y="150"/>
                </a:cubicBezTo>
                <a:cubicBezTo>
                  <a:pt x="76" y="131"/>
                  <a:pt x="83" y="111"/>
                  <a:pt x="97" y="97"/>
                </a:cubicBezTo>
                <a:cubicBezTo>
                  <a:pt x="111" y="83"/>
                  <a:pt x="131" y="76"/>
                  <a:pt x="151" y="78"/>
                </a:cubicBezTo>
                <a:cubicBezTo>
                  <a:pt x="199" y="82"/>
                  <a:pt x="199" y="82"/>
                  <a:pt x="199" y="82"/>
                </a:cubicBezTo>
                <a:cubicBezTo>
                  <a:pt x="219" y="83"/>
                  <a:pt x="237" y="75"/>
                  <a:pt x="250" y="61"/>
                </a:cubicBezTo>
                <a:cubicBezTo>
                  <a:pt x="281" y="23"/>
                  <a:pt x="281" y="23"/>
                  <a:pt x="281" y="23"/>
                </a:cubicBezTo>
                <a:cubicBezTo>
                  <a:pt x="294" y="8"/>
                  <a:pt x="313" y="0"/>
                  <a:pt x="333" y="0"/>
                </a:cubicBezTo>
                <a:cubicBezTo>
                  <a:pt x="353" y="0"/>
                  <a:pt x="371" y="8"/>
                  <a:pt x="384" y="23"/>
                </a:cubicBezTo>
                <a:cubicBezTo>
                  <a:pt x="416" y="61"/>
                  <a:pt x="416" y="61"/>
                  <a:pt x="416" y="61"/>
                </a:cubicBezTo>
                <a:cubicBezTo>
                  <a:pt x="428" y="75"/>
                  <a:pt x="447" y="83"/>
                  <a:pt x="466" y="82"/>
                </a:cubicBezTo>
                <a:cubicBezTo>
                  <a:pt x="515" y="78"/>
                  <a:pt x="515" y="78"/>
                  <a:pt x="515" y="78"/>
                </a:cubicBezTo>
                <a:cubicBezTo>
                  <a:pt x="535" y="76"/>
                  <a:pt x="554" y="83"/>
                  <a:pt x="568" y="97"/>
                </a:cubicBezTo>
                <a:cubicBezTo>
                  <a:pt x="582" y="111"/>
                  <a:pt x="589" y="131"/>
                  <a:pt x="588" y="150"/>
                </a:cubicBezTo>
                <a:cubicBezTo>
                  <a:pt x="584" y="199"/>
                  <a:pt x="584" y="199"/>
                  <a:pt x="584" y="199"/>
                </a:cubicBezTo>
                <a:cubicBezTo>
                  <a:pt x="582" y="218"/>
                  <a:pt x="590" y="237"/>
                  <a:pt x="604" y="249"/>
                </a:cubicBezTo>
                <a:cubicBezTo>
                  <a:pt x="642" y="281"/>
                  <a:pt x="642" y="281"/>
                  <a:pt x="642" y="281"/>
                </a:cubicBezTo>
                <a:cubicBezTo>
                  <a:pt x="657" y="294"/>
                  <a:pt x="666" y="313"/>
                  <a:pt x="666" y="332"/>
                </a:cubicBezTo>
                <a:cubicBezTo>
                  <a:pt x="666" y="352"/>
                  <a:pt x="657" y="371"/>
                  <a:pt x="642" y="384"/>
                </a:cubicBezTo>
                <a:cubicBezTo>
                  <a:pt x="604" y="416"/>
                  <a:pt x="604" y="416"/>
                  <a:pt x="604" y="416"/>
                </a:cubicBezTo>
                <a:cubicBezTo>
                  <a:pt x="590" y="428"/>
                  <a:pt x="582" y="447"/>
                  <a:pt x="584" y="466"/>
                </a:cubicBezTo>
                <a:cubicBezTo>
                  <a:pt x="588" y="514"/>
                  <a:pt x="588" y="514"/>
                  <a:pt x="588" y="514"/>
                </a:cubicBezTo>
                <a:cubicBezTo>
                  <a:pt x="589" y="534"/>
                  <a:pt x="582" y="554"/>
                  <a:pt x="568" y="568"/>
                </a:cubicBezTo>
                <a:cubicBezTo>
                  <a:pt x="554" y="582"/>
                  <a:pt x="535" y="589"/>
                  <a:pt x="515" y="587"/>
                </a:cubicBezTo>
                <a:cubicBezTo>
                  <a:pt x="466" y="583"/>
                  <a:pt x="466" y="583"/>
                  <a:pt x="466" y="583"/>
                </a:cubicBezTo>
                <a:cubicBezTo>
                  <a:pt x="447" y="582"/>
                  <a:pt x="428" y="590"/>
                  <a:pt x="416" y="604"/>
                </a:cubicBezTo>
                <a:cubicBezTo>
                  <a:pt x="384" y="641"/>
                  <a:pt x="384" y="641"/>
                  <a:pt x="384" y="641"/>
                </a:cubicBezTo>
                <a:cubicBezTo>
                  <a:pt x="371" y="657"/>
                  <a:pt x="353" y="665"/>
                  <a:pt x="333" y="665"/>
                </a:cubicBezTo>
                <a:close/>
                <a:moveTo>
                  <a:pt x="204" y="575"/>
                </a:moveTo>
                <a:cubicBezTo>
                  <a:pt x="224" y="575"/>
                  <a:pt x="243" y="584"/>
                  <a:pt x="256" y="599"/>
                </a:cubicBezTo>
                <a:cubicBezTo>
                  <a:pt x="287" y="636"/>
                  <a:pt x="287" y="636"/>
                  <a:pt x="287" y="636"/>
                </a:cubicBezTo>
                <a:cubicBezTo>
                  <a:pt x="299" y="650"/>
                  <a:pt x="315" y="657"/>
                  <a:pt x="333" y="657"/>
                </a:cubicBezTo>
                <a:cubicBezTo>
                  <a:pt x="350" y="657"/>
                  <a:pt x="367" y="650"/>
                  <a:pt x="378" y="636"/>
                </a:cubicBezTo>
                <a:cubicBezTo>
                  <a:pt x="410" y="599"/>
                  <a:pt x="410" y="599"/>
                  <a:pt x="410" y="599"/>
                </a:cubicBezTo>
                <a:cubicBezTo>
                  <a:pt x="424" y="582"/>
                  <a:pt x="445" y="574"/>
                  <a:pt x="467" y="575"/>
                </a:cubicBezTo>
                <a:cubicBezTo>
                  <a:pt x="515" y="579"/>
                  <a:pt x="515" y="579"/>
                  <a:pt x="515" y="579"/>
                </a:cubicBezTo>
                <a:cubicBezTo>
                  <a:pt x="533" y="581"/>
                  <a:pt x="550" y="575"/>
                  <a:pt x="562" y="562"/>
                </a:cubicBezTo>
                <a:cubicBezTo>
                  <a:pt x="575" y="550"/>
                  <a:pt x="581" y="533"/>
                  <a:pt x="580" y="515"/>
                </a:cubicBezTo>
                <a:cubicBezTo>
                  <a:pt x="576" y="466"/>
                  <a:pt x="576" y="466"/>
                  <a:pt x="576" y="466"/>
                </a:cubicBezTo>
                <a:cubicBezTo>
                  <a:pt x="574" y="445"/>
                  <a:pt x="583" y="424"/>
                  <a:pt x="599" y="409"/>
                </a:cubicBezTo>
                <a:cubicBezTo>
                  <a:pt x="637" y="378"/>
                  <a:pt x="637" y="378"/>
                  <a:pt x="637" y="378"/>
                </a:cubicBezTo>
                <a:cubicBezTo>
                  <a:pt x="650" y="367"/>
                  <a:pt x="658" y="350"/>
                  <a:pt x="658" y="332"/>
                </a:cubicBezTo>
                <a:cubicBezTo>
                  <a:pt x="658" y="315"/>
                  <a:pt x="650" y="298"/>
                  <a:pt x="637" y="287"/>
                </a:cubicBezTo>
                <a:cubicBezTo>
                  <a:pt x="599" y="255"/>
                  <a:pt x="599" y="255"/>
                  <a:pt x="599" y="255"/>
                </a:cubicBezTo>
                <a:cubicBezTo>
                  <a:pt x="583" y="241"/>
                  <a:pt x="574" y="220"/>
                  <a:pt x="576" y="198"/>
                </a:cubicBezTo>
                <a:cubicBezTo>
                  <a:pt x="580" y="150"/>
                  <a:pt x="580" y="150"/>
                  <a:pt x="580" y="150"/>
                </a:cubicBezTo>
                <a:cubicBezTo>
                  <a:pt x="581" y="132"/>
                  <a:pt x="575" y="115"/>
                  <a:pt x="562" y="103"/>
                </a:cubicBezTo>
                <a:cubicBezTo>
                  <a:pt x="550" y="90"/>
                  <a:pt x="533" y="84"/>
                  <a:pt x="515" y="86"/>
                </a:cubicBezTo>
                <a:cubicBezTo>
                  <a:pt x="467" y="90"/>
                  <a:pt x="467" y="90"/>
                  <a:pt x="467" y="90"/>
                </a:cubicBezTo>
                <a:cubicBezTo>
                  <a:pt x="445" y="91"/>
                  <a:pt x="424" y="82"/>
                  <a:pt x="410" y="66"/>
                </a:cubicBezTo>
                <a:cubicBezTo>
                  <a:pt x="378" y="29"/>
                  <a:pt x="378" y="29"/>
                  <a:pt x="378" y="29"/>
                </a:cubicBezTo>
                <a:cubicBezTo>
                  <a:pt x="367" y="15"/>
                  <a:pt x="350" y="8"/>
                  <a:pt x="333" y="8"/>
                </a:cubicBezTo>
                <a:cubicBezTo>
                  <a:pt x="315" y="8"/>
                  <a:pt x="299" y="15"/>
                  <a:pt x="287" y="29"/>
                </a:cubicBezTo>
                <a:cubicBezTo>
                  <a:pt x="256" y="66"/>
                  <a:pt x="256" y="66"/>
                  <a:pt x="256" y="66"/>
                </a:cubicBezTo>
                <a:cubicBezTo>
                  <a:pt x="242" y="82"/>
                  <a:pt x="221" y="91"/>
                  <a:pt x="199" y="90"/>
                </a:cubicBezTo>
                <a:cubicBezTo>
                  <a:pt x="150" y="86"/>
                  <a:pt x="150" y="86"/>
                  <a:pt x="150" y="86"/>
                </a:cubicBezTo>
                <a:cubicBezTo>
                  <a:pt x="133" y="84"/>
                  <a:pt x="115" y="91"/>
                  <a:pt x="103" y="103"/>
                </a:cubicBezTo>
                <a:cubicBezTo>
                  <a:pt x="91" y="115"/>
                  <a:pt x="84" y="132"/>
                  <a:pt x="86" y="150"/>
                </a:cubicBezTo>
                <a:cubicBezTo>
                  <a:pt x="90" y="198"/>
                  <a:pt x="90" y="198"/>
                  <a:pt x="90" y="198"/>
                </a:cubicBezTo>
                <a:cubicBezTo>
                  <a:pt x="92" y="220"/>
                  <a:pt x="83" y="241"/>
                  <a:pt x="66" y="255"/>
                </a:cubicBezTo>
                <a:cubicBezTo>
                  <a:pt x="29" y="287"/>
                  <a:pt x="29" y="287"/>
                  <a:pt x="29" y="287"/>
                </a:cubicBezTo>
                <a:cubicBezTo>
                  <a:pt x="16" y="298"/>
                  <a:pt x="8" y="315"/>
                  <a:pt x="8" y="332"/>
                </a:cubicBezTo>
                <a:cubicBezTo>
                  <a:pt x="8" y="350"/>
                  <a:pt x="16" y="367"/>
                  <a:pt x="29" y="378"/>
                </a:cubicBezTo>
                <a:cubicBezTo>
                  <a:pt x="66" y="409"/>
                  <a:pt x="66" y="409"/>
                  <a:pt x="66" y="409"/>
                </a:cubicBezTo>
                <a:cubicBezTo>
                  <a:pt x="83" y="424"/>
                  <a:pt x="92" y="445"/>
                  <a:pt x="90" y="466"/>
                </a:cubicBezTo>
                <a:cubicBezTo>
                  <a:pt x="86" y="515"/>
                  <a:pt x="86" y="515"/>
                  <a:pt x="86" y="515"/>
                </a:cubicBezTo>
                <a:cubicBezTo>
                  <a:pt x="84" y="533"/>
                  <a:pt x="91" y="550"/>
                  <a:pt x="103" y="562"/>
                </a:cubicBezTo>
                <a:cubicBezTo>
                  <a:pt x="115" y="575"/>
                  <a:pt x="132" y="581"/>
                  <a:pt x="150" y="579"/>
                </a:cubicBezTo>
                <a:cubicBezTo>
                  <a:pt x="199" y="575"/>
                  <a:pt x="199" y="575"/>
                  <a:pt x="199" y="575"/>
                </a:cubicBezTo>
                <a:cubicBezTo>
                  <a:pt x="201" y="575"/>
                  <a:pt x="202" y="575"/>
                  <a:pt x="204" y="575"/>
                </a:cubicBezTo>
                <a:close/>
              </a:path>
            </a:pathLst>
          </a:custGeom>
          <a:solidFill>
            <a:schemeClr val="accent3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1172"/>
          <p:cNvSpPr>
            <a:spLocks noEditPoints="1"/>
          </p:cNvSpPr>
          <p:nvPr/>
        </p:nvSpPr>
        <p:spPr bwMode="auto">
          <a:xfrm>
            <a:off x="6521451" y="2997233"/>
            <a:ext cx="1535113" cy="1539875"/>
          </a:xfrm>
          <a:custGeom>
            <a:avLst/>
            <a:gdLst>
              <a:gd name="T0" fmla="*/ 204 w 484"/>
              <a:gd name="T1" fmla="*/ 467 h 485"/>
              <a:gd name="T2" fmla="*/ 145 w 484"/>
              <a:gd name="T3" fmla="*/ 425 h 485"/>
              <a:gd name="T4" fmla="*/ 71 w 484"/>
              <a:gd name="T5" fmla="*/ 414 h 485"/>
              <a:gd name="T6" fmla="*/ 59 w 484"/>
              <a:gd name="T7" fmla="*/ 339 h 485"/>
              <a:gd name="T8" fmla="*/ 17 w 484"/>
              <a:gd name="T9" fmla="*/ 281 h 485"/>
              <a:gd name="T10" fmla="*/ 17 w 484"/>
              <a:gd name="T11" fmla="*/ 204 h 485"/>
              <a:gd name="T12" fmla="*/ 59 w 484"/>
              <a:gd name="T13" fmla="*/ 146 h 485"/>
              <a:gd name="T14" fmla="*/ 71 w 484"/>
              <a:gd name="T15" fmla="*/ 71 h 485"/>
              <a:gd name="T16" fmla="*/ 145 w 484"/>
              <a:gd name="T17" fmla="*/ 60 h 485"/>
              <a:gd name="T18" fmla="*/ 204 w 484"/>
              <a:gd name="T19" fmla="*/ 18 h 485"/>
              <a:gd name="T20" fmla="*/ 280 w 484"/>
              <a:gd name="T21" fmla="*/ 18 h 485"/>
              <a:gd name="T22" fmla="*/ 338 w 484"/>
              <a:gd name="T23" fmla="*/ 60 h 485"/>
              <a:gd name="T24" fmla="*/ 413 w 484"/>
              <a:gd name="T25" fmla="*/ 71 h 485"/>
              <a:gd name="T26" fmla="*/ 425 w 484"/>
              <a:gd name="T27" fmla="*/ 146 h 485"/>
              <a:gd name="T28" fmla="*/ 466 w 484"/>
              <a:gd name="T29" fmla="*/ 204 h 485"/>
              <a:gd name="T30" fmla="*/ 466 w 484"/>
              <a:gd name="T31" fmla="*/ 281 h 485"/>
              <a:gd name="T32" fmla="*/ 425 w 484"/>
              <a:gd name="T33" fmla="*/ 339 h 485"/>
              <a:gd name="T34" fmla="*/ 413 w 484"/>
              <a:gd name="T35" fmla="*/ 414 h 485"/>
              <a:gd name="T36" fmla="*/ 338 w 484"/>
              <a:gd name="T37" fmla="*/ 425 h 485"/>
              <a:gd name="T38" fmla="*/ 280 w 484"/>
              <a:gd name="T39" fmla="*/ 467 h 485"/>
              <a:gd name="T40" fmla="*/ 149 w 484"/>
              <a:gd name="T41" fmla="*/ 417 h 485"/>
              <a:gd name="T42" fmla="*/ 210 w 484"/>
              <a:gd name="T43" fmla="*/ 462 h 485"/>
              <a:gd name="T44" fmla="*/ 274 w 484"/>
              <a:gd name="T45" fmla="*/ 462 h 485"/>
              <a:gd name="T46" fmla="*/ 339 w 484"/>
              <a:gd name="T47" fmla="*/ 417 h 485"/>
              <a:gd name="T48" fmla="*/ 407 w 484"/>
              <a:gd name="T49" fmla="*/ 408 h 485"/>
              <a:gd name="T50" fmla="*/ 417 w 484"/>
              <a:gd name="T51" fmla="*/ 340 h 485"/>
              <a:gd name="T52" fmla="*/ 461 w 484"/>
              <a:gd name="T53" fmla="*/ 274 h 485"/>
              <a:gd name="T54" fmla="*/ 461 w 484"/>
              <a:gd name="T55" fmla="*/ 210 h 485"/>
              <a:gd name="T56" fmla="*/ 417 w 484"/>
              <a:gd name="T57" fmla="*/ 145 h 485"/>
              <a:gd name="T58" fmla="*/ 407 w 484"/>
              <a:gd name="T59" fmla="*/ 77 h 485"/>
              <a:gd name="T60" fmla="*/ 339 w 484"/>
              <a:gd name="T61" fmla="*/ 68 h 485"/>
              <a:gd name="T62" fmla="*/ 274 w 484"/>
              <a:gd name="T63" fmla="*/ 23 h 485"/>
              <a:gd name="T64" fmla="*/ 210 w 484"/>
              <a:gd name="T65" fmla="*/ 23 h 485"/>
              <a:gd name="T66" fmla="*/ 145 w 484"/>
              <a:gd name="T67" fmla="*/ 68 h 485"/>
              <a:gd name="T68" fmla="*/ 76 w 484"/>
              <a:gd name="T69" fmla="*/ 77 h 485"/>
              <a:gd name="T70" fmla="*/ 67 w 484"/>
              <a:gd name="T71" fmla="*/ 145 h 485"/>
              <a:gd name="T72" fmla="*/ 22 w 484"/>
              <a:gd name="T73" fmla="*/ 210 h 485"/>
              <a:gd name="T74" fmla="*/ 22 w 484"/>
              <a:gd name="T75" fmla="*/ 274 h 485"/>
              <a:gd name="T76" fmla="*/ 67 w 484"/>
              <a:gd name="T77" fmla="*/ 340 h 485"/>
              <a:gd name="T78" fmla="*/ 76 w 484"/>
              <a:gd name="T79" fmla="*/ 408 h 485"/>
              <a:gd name="T80" fmla="*/ 145 w 484"/>
              <a:gd name="T81" fmla="*/ 417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84" h="485">
                <a:moveTo>
                  <a:pt x="242" y="485"/>
                </a:moveTo>
                <a:cubicBezTo>
                  <a:pt x="227" y="485"/>
                  <a:pt x="213" y="478"/>
                  <a:pt x="204" y="467"/>
                </a:cubicBezTo>
                <a:cubicBezTo>
                  <a:pt x="181" y="440"/>
                  <a:pt x="181" y="440"/>
                  <a:pt x="181" y="440"/>
                </a:cubicBezTo>
                <a:cubicBezTo>
                  <a:pt x="172" y="430"/>
                  <a:pt x="159" y="424"/>
                  <a:pt x="145" y="425"/>
                </a:cubicBezTo>
                <a:cubicBezTo>
                  <a:pt x="110" y="428"/>
                  <a:pt x="110" y="428"/>
                  <a:pt x="110" y="428"/>
                </a:cubicBezTo>
                <a:cubicBezTo>
                  <a:pt x="95" y="429"/>
                  <a:pt x="81" y="424"/>
                  <a:pt x="71" y="414"/>
                </a:cubicBezTo>
                <a:cubicBezTo>
                  <a:pt x="60" y="403"/>
                  <a:pt x="55" y="389"/>
                  <a:pt x="56" y="374"/>
                </a:cubicBezTo>
                <a:cubicBezTo>
                  <a:pt x="59" y="339"/>
                  <a:pt x="59" y="339"/>
                  <a:pt x="59" y="339"/>
                </a:cubicBezTo>
                <a:cubicBezTo>
                  <a:pt x="60" y="325"/>
                  <a:pt x="55" y="312"/>
                  <a:pt x="44" y="303"/>
                </a:cubicBezTo>
                <a:cubicBezTo>
                  <a:pt x="17" y="281"/>
                  <a:pt x="17" y="281"/>
                  <a:pt x="17" y="281"/>
                </a:cubicBezTo>
                <a:cubicBezTo>
                  <a:pt x="6" y="271"/>
                  <a:pt x="0" y="257"/>
                  <a:pt x="0" y="242"/>
                </a:cubicBezTo>
                <a:cubicBezTo>
                  <a:pt x="0" y="228"/>
                  <a:pt x="6" y="214"/>
                  <a:pt x="17" y="204"/>
                </a:cubicBezTo>
                <a:cubicBezTo>
                  <a:pt x="44" y="181"/>
                  <a:pt x="44" y="181"/>
                  <a:pt x="44" y="181"/>
                </a:cubicBezTo>
                <a:cubicBezTo>
                  <a:pt x="55" y="173"/>
                  <a:pt x="60" y="159"/>
                  <a:pt x="59" y="146"/>
                </a:cubicBezTo>
                <a:cubicBezTo>
                  <a:pt x="56" y="111"/>
                  <a:pt x="56" y="111"/>
                  <a:pt x="56" y="111"/>
                </a:cubicBezTo>
                <a:cubicBezTo>
                  <a:pt x="55" y="96"/>
                  <a:pt x="60" y="82"/>
                  <a:pt x="71" y="71"/>
                </a:cubicBezTo>
                <a:cubicBezTo>
                  <a:pt x="81" y="61"/>
                  <a:pt x="95" y="56"/>
                  <a:pt x="110" y="57"/>
                </a:cubicBezTo>
                <a:cubicBezTo>
                  <a:pt x="145" y="60"/>
                  <a:pt x="145" y="60"/>
                  <a:pt x="145" y="60"/>
                </a:cubicBezTo>
                <a:cubicBezTo>
                  <a:pt x="159" y="61"/>
                  <a:pt x="172" y="55"/>
                  <a:pt x="181" y="45"/>
                </a:cubicBezTo>
                <a:cubicBezTo>
                  <a:pt x="204" y="18"/>
                  <a:pt x="204" y="18"/>
                  <a:pt x="204" y="18"/>
                </a:cubicBezTo>
                <a:cubicBezTo>
                  <a:pt x="213" y="7"/>
                  <a:pt x="227" y="0"/>
                  <a:pt x="242" y="0"/>
                </a:cubicBezTo>
                <a:cubicBezTo>
                  <a:pt x="256" y="0"/>
                  <a:pt x="270" y="7"/>
                  <a:pt x="280" y="18"/>
                </a:cubicBezTo>
                <a:cubicBezTo>
                  <a:pt x="303" y="45"/>
                  <a:pt x="303" y="45"/>
                  <a:pt x="303" y="45"/>
                </a:cubicBezTo>
                <a:cubicBezTo>
                  <a:pt x="311" y="55"/>
                  <a:pt x="325" y="61"/>
                  <a:pt x="338" y="60"/>
                </a:cubicBezTo>
                <a:cubicBezTo>
                  <a:pt x="373" y="57"/>
                  <a:pt x="373" y="57"/>
                  <a:pt x="373" y="57"/>
                </a:cubicBezTo>
                <a:cubicBezTo>
                  <a:pt x="388" y="56"/>
                  <a:pt x="403" y="61"/>
                  <a:pt x="413" y="71"/>
                </a:cubicBezTo>
                <a:cubicBezTo>
                  <a:pt x="423" y="82"/>
                  <a:pt x="429" y="96"/>
                  <a:pt x="427" y="111"/>
                </a:cubicBezTo>
                <a:cubicBezTo>
                  <a:pt x="425" y="146"/>
                  <a:pt x="425" y="146"/>
                  <a:pt x="425" y="146"/>
                </a:cubicBezTo>
                <a:cubicBezTo>
                  <a:pt x="423" y="159"/>
                  <a:pt x="429" y="173"/>
                  <a:pt x="439" y="181"/>
                </a:cubicBezTo>
                <a:cubicBezTo>
                  <a:pt x="466" y="204"/>
                  <a:pt x="466" y="204"/>
                  <a:pt x="466" y="204"/>
                </a:cubicBezTo>
                <a:cubicBezTo>
                  <a:pt x="477" y="214"/>
                  <a:pt x="484" y="228"/>
                  <a:pt x="484" y="242"/>
                </a:cubicBezTo>
                <a:cubicBezTo>
                  <a:pt x="484" y="257"/>
                  <a:pt x="477" y="271"/>
                  <a:pt x="466" y="281"/>
                </a:cubicBezTo>
                <a:cubicBezTo>
                  <a:pt x="439" y="303"/>
                  <a:pt x="439" y="303"/>
                  <a:pt x="439" y="303"/>
                </a:cubicBezTo>
                <a:cubicBezTo>
                  <a:pt x="429" y="312"/>
                  <a:pt x="423" y="325"/>
                  <a:pt x="425" y="339"/>
                </a:cubicBezTo>
                <a:cubicBezTo>
                  <a:pt x="427" y="374"/>
                  <a:pt x="427" y="374"/>
                  <a:pt x="427" y="374"/>
                </a:cubicBezTo>
                <a:cubicBezTo>
                  <a:pt x="429" y="389"/>
                  <a:pt x="423" y="403"/>
                  <a:pt x="413" y="414"/>
                </a:cubicBezTo>
                <a:cubicBezTo>
                  <a:pt x="403" y="424"/>
                  <a:pt x="388" y="429"/>
                  <a:pt x="373" y="428"/>
                </a:cubicBezTo>
                <a:cubicBezTo>
                  <a:pt x="338" y="425"/>
                  <a:pt x="338" y="425"/>
                  <a:pt x="338" y="425"/>
                </a:cubicBezTo>
                <a:cubicBezTo>
                  <a:pt x="325" y="424"/>
                  <a:pt x="311" y="430"/>
                  <a:pt x="303" y="440"/>
                </a:cubicBezTo>
                <a:cubicBezTo>
                  <a:pt x="280" y="467"/>
                  <a:pt x="280" y="467"/>
                  <a:pt x="280" y="467"/>
                </a:cubicBezTo>
                <a:cubicBezTo>
                  <a:pt x="270" y="478"/>
                  <a:pt x="256" y="485"/>
                  <a:pt x="242" y="485"/>
                </a:cubicBezTo>
                <a:close/>
                <a:moveTo>
                  <a:pt x="149" y="417"/>
                </a:moveTo>
                <a:cubicBezTo>
                  <a:pt x="163" y="417"/>
                  <a:pt x="177" y="424"/>
                  <a:pt x="187" y="435"/>
                </a:cubicBezTo>
                <a:cubicBezTo>
                  <a:pt x="210" y="462"/>
                  <a:pt x="210" y="462"/>
                  <a:pt x="210" y="462"/>
                </a:cubicBezTo>
                <a:cubicBezTo>
                  <a:pt x="218" y="471"/>
                  <a:pt x="229" y="477"/>
                  <a:pt x="242" y="477"/>
                </a:cubicBezTo>
                <a:cubicBezTo>
                  <a:pt x="254" y="477"/>
                  <a:pt x="266" y="471"/>
                  <a:pt x="274" y="462"/>
                </a:cubicBezTo>
                <a:cubicBezTo>
                  <a:pt x="297" y="435"/>
                  <a:pt x="297" y="435"/>
                  <a:pt x="297" y="435"/>
                </a:cubicBezTo>
                <a:cubicBezTo>
                  <a:pt x="307" y="423"/>
                  <a:pt x="323" y="416"/>
                  <a:pt x="339" y="417"/>
                </a:cubicBezTo>
                <a:cubicBezTo>
                  <a:pt x="374" y="420"/>
                  <a:pt x="374" y="420"/>
                  <a:pt x="374" y="420"/>
                </a:cubicBezTo>
                <a:cubicBezTo>
                  <a:pt x="387" y="421"/>
                  <a:pt x="399" y="417"/>
                  <a:pt x="407" y="408"/>
                </a:cubicBezTo>
                <a:cubicBezTo>
                  <a:pt x="416" y="399"/>
                  <a:pt x="420" y="387"/>
                  <a:pt x="419" y="375"/>
                </a:cubicBezTo>
                <a:cubicBezTo>
                  <a:pt x="417" y="340"/>
                  <a:pt x="417" y="340"/>
                  <a:pt x="417" y="340"/>
                </a:cubicBezTo>
                <a:cubicBezTo>
                  <a:pt x="415" y="324"/>
                  <a:pt x="422" y="308"/>
                  <a:pt x="434" y="297"/>
                </a:cubicBezTo>
                <a:cubicBezTo>
                  <a:pt x="461" y="274"/>
                  <a:pt x="461" y="274"/>
                  <a:pt x="461" y="274"/>
                </a:cubicBezTo>
                <a:cubicBezTo>
                  <a:pt x="470" y="267"/>
                  <a:pt x="476" y="255"/>
                  <a:pt x="476" y="242"/>
                </a:cubicBezTo>
                <a:cubicBezTo>
                  <a:pt x="476" y="230"/>
                  <a:pt x="470" y="218"/>
                  <a:pt x="461" y="210"/>
                </a:cubicBezTo>
                <a:cubicBezTo>
                  <a:pt x="434" y="188"/>
                  <a:pt x="434" y="188"/>
                  <a:pt x="434" y="188"/>
                </a:cubicBezTo>
                <a:cubicBezTo>
                  <a:pt x="422" y="177"/>
                  <a:pt x="415" y="161"/>
                  <a:pt x="417" y="145"/>
                </a:cubicBezTo>
                <a:cubicBezTo>
                  <a:pt x="419" y="110"/>
                  <a:pt x="419" y="110"/>
                  <a:pt x="419" y="110"/>
                </a:cubicBezTo>
                <a:cubicBezTo>
                  <a:pt x="420" y="98"/>
                  <a:pt x="416" y="86"/>
                  <a:pt x="407" y="77"/>
                </a:cubicBezTo>
                <a:cubicBezTo>
                  <a:pt x="399" y="68"/>
                  <a:pt x="387" y="64"/>
                  <a:pt x="374" y="65"/>
                </a:cubicBezTo>
                <a:cubicBezTo>
                  <a:pt x="339" y="68"/>
                  <a:pt x="339" y="68"/>
                  <a:pt x="339" y="68"/>
                </a:cubicBezTo>
                <a:cubicBezTo>
                  <a:pt x="323" y="69"/>
                  <a:pt x="307" y="62"/>
                  <a:pt x="297" y="50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66" y="14"/>
                  <a:pt x="254" y="8"/>
                  <a:pt x="242" y="8"/>
                </a:cubicBezTo>
                <a:cubicBezTo>
                  <a:pt x="229" y="8"/>
                  <a:pt x="218" y="14"/>
                  <a:pt x="210" y="23"/>
                </a:cubicBezTo>
                <a:cubicBezTo>
                  <a:pt x="187" y="50"/>
                  <a:pt x="187" y="50"/>
                  <a:pt x="187" y="50"/>
                </a:cubicBezTo>
                <a:cubicBezTo>
                  <a:pt x="176" y="62"/>
                  <a:pt x="161" y="69"/>
                  <a:pt x="145" y="68"/>
                </a:cubicBezTo>
                <a:cubicBezTo>
                  <a:pt x="109" y="65"/>
                  <a:pt x="109" y="65"/>
                  <a:pt x="109" y="65"/>
                </a:cubicBezTo>
                <a:cubicBezTo>
                  <a:pt x="97" y="64"/>
                  <a:pt x="85" y="68"/>
                  <a:pt x="76" y="77"/>
                </a:cubicBezTo>
                <a:cubicBezTo>
                  <a:pt x="67" y="86"/>
                  <a:pt x="63" y="98"/>
                  <a:pt x="64" y="110"/>
                </a:cubicBezTo>
                <a:cubicBezTo>
                  <a:pt x="67" y="145"/>
                  <a:pt x="67" y="145"/>
                  <a:pt x="67" y="145"/>
                </a:cubicBezTo>
                <a:cubicBezTo>
                  <a:pt x="68" y="161"/>
                  <a:pt x="62" y="177"/>
                  <a:pt x="49" y="188"/>
                </a:cubicBezTo>
                <a:cubicBezTo>
                  <a:pt x="22" y="210"/>
                  <a:pt x="22" y="210"/>
                  <a:pt x="22" y="210"/>
                </a:cubicBezTo>
                <a:cubicBezTo>
                  <a:pt x="13" y="218"/>
                  <a:pt x="8" y="230"/>
                  <a:pt x="8" y="242"/>
                </a:cubicBezTo>
                <a:cubicBezTo>
                  <a:pt x="8" y="255"/>
                  <a:pt x="13" y="267"/>
                  <a:pt x="22" y="274"/>
                </a:cubicBezTo>
                <a:cubicBezTo>
                  <a:pt x="49" y="297"/>
                  <a:pt x="49" y="297"/>
                  <a:pt x="49" y="297"/>
                </a:cubicBezTo>
                <a:cubicBezTo>
                  <a:pt x="62" y="308"/>
                  <a:pt x="68" y="324"/>
                  <a:pt x="67" y="340"/>
                </a:cubicBezTo>
                <a:cubicBezTo>
                  <a:pt x="64" y="375"/>
                  <a:pt x="64" y="375"/>
                  <a:pt x="64" y="375"/>
                </a:cubicBezTo>
                <a:cubicBezTo>
                  <a:pt x="63" y="387"/>
                  <a:pt x="67" y="399"/>
                  <a:pt x="76" y="408"/>
                </a:cubicBezTo>
                <a:cubicBezTo>
                  <a:pt x="85" y="417"/>
                  <a:pt x="97" y="421"/>
                  <a:pt x="109" y="420"/>
                </a:cubicBezTo>
                <a:cubicBezTo>
                  <a:pt x="145" y="417"/>
                  <a:pt x="145" y="417"/>
                  <a:pt x="145" y="417"/>
                </a:cubicBezTo>
                <a:cubicBezTo>
                  <a:pt x="146" y="417"/>
                  <a:pt x="147" y="417"/>
                  <a:pt x="149" y="417"/>
                </a:cubicBezTo>
                <a:close/>
              </a:path>
            </a:pathLst>
          </a:custGeom>
          <a:solidFill>
            <a:schemeClr val="accent3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1173"/>
          <p:cNvSpPr>
            <a:spLocks/>
          </p:cNvSpPr>
          <p:nvPr/>
        </p:nvSpPr>
        <p:spPr bwMode="auto">
          <a:xfrm>
            <a:off x="6677026" y="3155983"/>
            <a:ext cx="1220788" cy="1222375"/>
          </a:xfrm>
          <a:custGeom>
            <a:avLst/>
            <a:gdLst>
              <a:gd name="T0" fmla="*/ 13 w 385"/>
              <a:gd name="T1" fmla="*/ 221 h 385"/>
              <a:gd name="T2" fmla="*/ 0 w 385"/>
              <a:gd name="T3" fmla="*/ 192 h 385"/>
              <a:gd name="T4" fmla="*/ 13 w 385"/>
              <a:gd name="T5" fmla="*/ 164 h 385"/>
              <a:gd name="T6" fmla="*/ 35 w 385"/>
              <a:gd name="T7" fmla="*/ 146 h 385"/>
              <a:gd name="T8" fmla="*/ 48 w 385"/>
              <a:gd name="T9" fmla="*/ 114 h 385"/>
              <a:gd name="T10" fmla="*/ 46 w 385"/>
              <a:gd name="T11" fmla="*/ 86 h 385"/>
              <a:gd name="T12" fmla="*/ 56 w 385"/>
              <a:gd name="T13" fmla="*/ 56 h 385"/>
              <a:gd name="T14" fmla="*/ 86 w 385"/>
              <a:gd name="T15" fmla="*/ 45 h 385"/>
              <a:gd name="T16" fmla="*/ 114 w 385"/>
              <a:gd name="T17" fmla="*/ 48 h 385"/>
              <a:gd name="T18" fmla="*/ 146 w 385"/>
              <a:gd name="T19" fmla="*/ 35 h 385"/>
              <a:gd name="T20" fmla="*/ 164 w 385"/>
              <a:gd name="T21" fmla="*/ 13 h 385"/>
              <a:gd name="T22" fmla="*/ 193 w 385"/>
              <a:gd name="T23" fmla="*/ 0 h 385"/>
              <a:gd name="T24" fmla="*/ 221 w 385"/>
              <a:gd name="T25" fmla="*/ 13 h 385"/>
              <a:gd name="T26" fmla="*/ 240 w 385"/>
              <a:gd name="T27" fmla="*/ 35 h 385"/>
              <a:gd name="T28" fmla="*/ 271 w 385"/>
              <a:gd name="T29" fmla="*/ 48 h 385"/>
              <a:gd name="T30" fmla="*/ 300 w 385"/>
              <a:gd name="T31" fmla="*/ 45 h 385"/>
              <a:gd name="T32" fmla="*/ 329 w 385"/>
              <a:gd name="T33" fmla="*/ 56 h 385"/>
              <a:gd name="T34" fmla="*/ 340 w 385"/>
              <a:gd name="T35" fmla="*/ 86 h 385"/>
              <a:gd name="T36" fmla="*/ 337 w 385"/>
              <a:gd name="T37" fmla="*/ 114 h 385"/>
              <a:gd name="T38" fmla="*/ 351 w 385"/>
              <a:gd name="T39" fmla="*/ 146 h 385"/>
              <a:gd name="T40" fmla="*/ 372 w 385"/>
              <a:gd name="T41" fmla="*/ 164 h 385"/>
              <a:gd name="T42" fmla="*/ 385 w 385"/>
              <a:gd name="T43" fmla="*/ 192 h 385"/>
              <a:gd name="T44" fmla="*/ 372 w 385"/>
              <a:gd name="T45" fmla="*/ 221 h 385"/>
              <a:gd name="T46" fmla="*/ 351 w 385"/>
              <a:gd name="T47" fmla="*/ 239 h 385"/>
              <a:gd name="T48" fmla="*/ 337 w 385"/>
              <a:gd name="T49" fmla="*/ 271 h 385"/>
              <a:gd name="T50" fmla="*/ 340 w 385"/>
              <a:gd name="T51" fmla="*/ 299 h 385"/>
              <a:gd name="T52" fmla="*/ 329 w 385"/>
              <a:gd name="T53" fmla="*/ 329 h 385"/>
              <a:gd name="T54" fmla="*/ 300 w 385"/>
              <a:gd name="T55" fmla="*/ 340 h 385"/>
              <a:gd name="T56" fmla="*/ 271 w 385"/>
              <a:gd name="T57" fmla="*/ 337 h 385"/>
              <a:gd name="T58" fmla="*/ 240 w 385"/>
              <a:gd name="T59" fmla="*/ 350 h 385"/>
              <a:gd name="T60" fmla="*/ 221 w 385"/>
              <a:gd name="T61" fmla="*/ 372 h 385"/>
              <a:gd name="T62" fmla="*/ 193 w 385"/>
              <a:gd name="T63" fmla="*/ 385 h 385"/>
              <a:gd name="T64" fmla="*/ 164 w 385"/>
              <a:gd name="T65" fmla="*/ 372 h 385"/>
              <a:gd name="T66" fmla="*/ 146 w 385"/>
              <a:gd name="T67" fmla="*/ 350 h 385"/>
              <a:gd name="T68" fmla="*/ 114 w 385"/>
              <a:gd name="T69" fmla="*/ 337 h 385"/>
              <a:gd name="T70" fmla="*/ 86 w 385"/>
              <a:gd name="T71" fmla="*/ 340 h 385"/>
              <a:gd name="T72" fmla="*/ 56 w 385"/>
              <a:gd name="T73" fmla="*/ 329 h 385"/>
              <a:gd name="T74" fmla="*/ 46 w 385"/>
              <a:gd name="T75" fmla="*/ 299 h 385"/>
              <a:gd name="T76" fmla="*/ 48 w 385"/>
              <a:gd name="T77" fmla="*/ 271 h 385"/>
              <a:gd name="T78" fmla="*/ 35 w 385"/>
              <a:gd name="T79" fmla="*/ 239 h 385"/>
              <a:gd name="T80" fmla="*/ 13 w 385"/>
              <a:gd name="T81" fmla="*/ 221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85" h="385">
                <a:moveTo>
                  <a:pt x="13" y="221"/>
                </a:moveTo>
                <a:cubicBezTo>
                  <a:pt x="5" y="214"/>
                  <a:pt x="0" y="203"/>
                  <a:pt x="0" y="192"/>
                </a:cubicBezTo>
                <a:cubicBezTo>
                  <a:pt x="0" y="182"/>
                  <a:pt x="5" y="171"/>
                  <a:pt x="13" y="164"/>
                </a:cubicBezTo>
                <a:cubicBezTo>
                  <a:pt x="35" y="146"/>
                  <a:pt x="35" y="146"/>
                  <a:pt x="35" y="146"/>
                </a:cubicBezTo>
                <a:cubicBezTo>
                  <a:pt x="44" y="138"/>
                  <a:pt x="49" y="126"/>
                  <a:pt x="48" y="114"/>
                </a:cubicBezTo>
                <a:cubicBezTo>
                  <a:pt x="46" y="86"/>
                  <a:pt x="46" y="86"/>
                  <a:pt x="46" y="86"/>
                </a:cubicBezTo>
                <a:cubicBezTo>
                  <a:pt x="45" y="75"/>
                  <a:pt x="49" y="64"/>
                  <a:pt x="56" y="56"/>
                </a:cubicBezTo>
                <a:cubicBezTo>
                  <a:pt x="64" y="48"/>
                  <a:pt x="75" y="44"/>
                  <a:pt x="86" y="45"/>
                </a:cubicBezTo>
                <a:cubicBezTo>
                  <a:pt x="114" y="48"/>
                  <a:pt x="114" y="48"/>
                  <a:pt x="114" y="48"/>
                </a:cubicBezTo>
                <a:cubicBezTo>
                  <a:pt x="126" y="49"/>
                  <a:pt x="138" y="44"/>
                  <a:pt x="146" y="35"/>
                </a:cubicBezTo>
                <a:cubicBezTo>
                  <a:pt x="164" y="13"/>
                  <a:pt x="164" y="13"/>
                  <a:pt x="164" y="13"/>
                </a:cubicBezTo>
                <a:cubicBezTo>
                  <a:pt x="171" y="5"/>
                  <a:pt x="182" y="0"/>
                  <a:pt x="193" y="0"/>
                </a:cubicBezTo>
                <a:cubicBezTo>
                  <a:pt x="204" y="0"/>
                  <a:pt x="214" y="5"/>
                  <a:pt x="221" y="13"/>
                </a:cubicBezTo>
                <a:cubicBezTo>
                  <a:pt x="240" y="35"/>
                  <a:pt x="240" y="35"/>
                  <a:pt x="240" y="35"/>
                </a:cubicBezTo>
                <a:cubicBezTo>
                  <a:pt x="247" y="44"/>
                  <a:pt x="259" y="49"/>
                  <a:pt x="271" y="48"/>
                </a:cubicBezTo>
                <a:cubicBezTo>
                  <a:pt x="300" y="45"/>
                  <a:pt x="300" y="45"/>
                  <a:pt x="300" y="45"/>
                </a:cubicBezTo>
                <a:cubicBezTo>
                  <a:pt x="311" y="44"/>
                  <a:pt x="321" y="48"/>
                  <a:pt x="329" y="56"/>
                </a:cubicBezTo>
                <a:cubicBezTo>
                  <a:pt x="337" y="64"/>
                  <a:pt x="341" y="75"/>
                  <a:pt x="340" y="86"/>
                </a:cubicBezTo>
                <a:cubicBezTo>
                  <a:pt x="337" y="114"/>
                  <a:pt x="337" y="114"/>
                  <a:pt x="337" y="114"/>
                </a:cubicBezTo>
                <a:cubicBezTo>
                  <a:pt x="336" y="126"/>
                  <a:pt x="341" y="138"/>
                  <a:pt x="351" y="146"/>
                </a:cubicBezTo>
                <a:cubicBezTo>
                  <a:pt x="372" y="164"/>
                  <a:pt x="372" y="164"/>
                  <a:pt x="372" y="164"/>
                </a:cubicBezTo>
                <a:cubicBezTo>
                  <a:pt x="381" y="171"/>
                  <a:pt x="385" y="182"/>
                  <a:pt x="385" y="192"/>
                </a:cubicBezTo>
                <a:cubicBezTo>
                  <a:pt x="385" y="203"/>
                  <a:pt x="381" y="214"/>
                  <a:pt x="372" y="221"/>
                </a:cubicBezTo>
                <a:cubicBezTo>
                  <a:pt x="351" y="239"/>
                  <a:pt x="351" y="239"/>
                  <a:pt x="351" y="239"/>
                </a:cubicBezTo>
                <a:cubicBezTo>
                  <a:pt x="341" y="247"/>
                  <a:pt x="336" y="259"/>
                  <a:pt x="337" y="271"/>
                </a:cubicBezTo>
                <a:cubicBezTo>
                  <a:pt x="340" y="299"/>
                  <a:pt x="340" y="299"/>
                  <a:pt x="340" y="299"/>
                </a:cubicBezTo>
                <a:cubicBezTo>
                  <a:pt x="341" y="310"/>
                  <a:pt x="337" y="321"/>
                  <a:pt x="329" y="329"/>
                </a:cubicBezTo>
                <a:cubicBezTo>
                  <a:pt x="321" y="336"/>
                  <a:pt x="311" y="340"/>
                  <a:pt x="300" y="340"/>
                </a:cubicBezTo>
                <a:cubicBezTo>
                  <a:pt x="271" y="337"/>
                  <a:pt x="271" y="337"/>
                  <a:pt x="271" y="337"/>
                </a:cubicBezTo>
                <a:cubicBezTo>
                  <a:pt x="259" y="336"/>
                  <a:pt x="247" y="341"/>
                  <a:pt x="240" y="350"/>
                </a:cubicBezTo>
                <a:cubicBezTo>
                  <a:pt x="221" y="372"/>
                  <a:pt x="221" y="372"/>
                  <a:pt x="221" y="372"/>
                </a:cubicBezTo>
                <a:cubicBezTo>
                  <a:pt x="214" y="380"/>
                  <a:pt x="204" y="385"/>
                  <a:pt x="193" y="385"/>
                </a:cubicBezTo>
                <a:cubicBezTo>
                  <a:pt x="182" y="385"/>
                  <a:pt x="171" y="380"/>
                  <a:pt x="164" y="372"/>
                </a:cubicBezTo>
                <a:cubicBezTo>
                  <a:pt x="146" y="350"/>
                  <a:pt x="146" y="350"/>
                  <a:pt x="146" y="350"/>
                </a:cubicBezTo>
                <a:cubicBezTo>
                  <a:pt x="138" y="341"/>
                  <a:pt x="126" y="336"/>
                  <a:pt x="114" y="337"/>
                </a:cubicBezTo>
                <a:cubicBezTo>
                  <a:pt x="86" y="340"/>
                  <a:pt x="86" y="340"/>
                  <a:pt x="86" y="340"/>
                </a:cubicBezTo>
                <a:cubicBezTo>
                  <a:pt x="75" y="340"/>
                  <a:pt x="64" y="336"/>
                  <a:pt x="56" y="329"/>
                </a:cubicBezTo>
                <a:cubicBezTo>
                  <a:pt x="49" y="321"/>
                  <a:pt x="45" y="310"/>
                  <a:pt x="46" y="299"/>
                </a:cubicBezTo>
                <a:cubicBezTo>
                  <a:pt x="48" y="271"/>
                  <a:pt x="48" y="271"/>
                  <a:pt x="48" y="271"/>
                </a:cubicBezTo>
                <a:cubicBezTo>
                  <a:pt x="49" y="259"/>
                  <a:pt x="44" y="247"/>
                  <a:pt x="35" y="239"/>
                </a:cubicBezTo>
                <a:lnTo>
                  <a:pt x="13" y="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1175"/>
          <p:cNvSpPr>
            <a:spLocks noEditPoints="1"/>
          </p:cNvSpPr>
          <p:nvPr/>
        </p:nvSpPr>
        <p:spPr bwMode="auto">
          <a:xfrm>
            <a:off x="611188" y="2559083"/>
            <a:ext cx="2411413" cy="2416175"/>
          </a:xfrm>
          <a:custGeom>
            <a:avLst/>
            <a:gdLst>
              <a:gd name="T0" fmla="*/ 321 w 760"/>
              <a:gd name="T1" fmla="*/ 733 h 761"/>
              <a:gd name="T2" fmla="*/ 229 w 760"/>
              <a:gd name="T3" fmla="*/ 667 h 761"/>
              <a:gd name="T4" fmla="*/ 111 w 760"/>
              <a:gd name="T5" fmla="*/ 649 h 761"/>
              <a:gd name="T6" fmla="*/ 93 w 760"/>
              <a:gd name="T7" fmla="*/ 532 h 761"/>
              <a:gd name="T8" fmla="*/ 28 w 760"/>
              <a:gd name="T9" fmla="*/ 440 h 761"/>
              <a:gd name="T10" fmla="*/ 28 w 760"/>
              <a:gd name="T11" fmla="*/ 321 h 761"/>
              <a:gd name="T12" fmla="*/ 93 w 760"/>
              <a:gd name="T13" fmla="*/ 229 h 761"/>
              <a:gd name="T14" fmla="*/ 111 w 760"/>
              <a:gd name="T15" fmla="*/ 112 h 761"/>
              <a:gd name="T16" fmla="*/ 229 w 760"/>
              <a:gd name="T17" fmla="*/ 93 h 761"/>
              <a:gd name="T18" fmla="*/ 321 w 760"/>
              <a:gd name="T19" fmla="*/ 28 h 761"/>
              <a:gd name="T20" fmla="*/ 440 w 760"/>
              <a:gd name="T21" fmla="*/ 28 h 761"/>
              <a:gd name="T22" fmla="*/ 532 w 760"/>
              <a:gd name="T23" fmla="*/ 93 h 761"/>
              <a:gd name="T24" fmla="*/ 649 w 760"/>
              <a:gd name="T25" fmla="*/ 112 h 761"/>
              <a:gd name="T26" fmla="*/ 667 w 760"/>
              <a:gd name="T27" fmla="*/ 229 h 761"/>
              <a:gd name="T28" fmla="*/ 733 w 760"/>
              <a:gd name="T29" fmla="*/ 321 h 761"/>
              <a:gd name="T30" fmla="*/ 733 w 760"/>
              <a:gd name="T31" fmla="*/ 440 h 761"/>
              <a:gd name="T32" fmla="*/ 667 w 760"/>
              <a:gd name="T33" fmla="*/ 532 h 761"/>
              <a:gd name="T34" fmla="*/ 649 w 760"/>
              <a:gd name="T35" fmla="*/ 649 h 761"/>
              <a:gd name="T36" fmla="*/ 532 w 760"/>
              <a:gd name="T37" fmla="*/ 667 h 761"/>
              <a:gd name="T38" fmla="*/ 440 w 760"/>
              <a:gd name="T39" fmla="*/ 733 h 761"/>
              <a:gd name="T40" fmla="*/ 234 w 760"/>
              <a:gd name="T41" fmla="*/ 655 h 761"/>
              <a:gd name="T42" fmla="*/ 330 w 760"/>
              <a:gd name="T43" fmla="*/ 725 h 761"/>
              <a:gd name="T44" fmla="*/ 431 w 760"/>
              <a:gd name="T45" fmla="*/ 725 h 761"/>
              <a:gd name="T46" fmla="*/ 533 w 760"/>
              <a:gd name="T47" fmla="*/ 655 h 761"/>
              <a:gd name="T48" fmla="*/ 641 w 760"/>
              <a:gd name="T49" fmla="*/ 641 h 761"/>
              <a:gd name="T50" fmla="*/ 655 w 760"/>
              <a:gd name="T51" fmla="*/ 533 h 761"/>
              <a:gd name="T52" fmla="*/ 725 w 760"/>
              <a:gd name="T53" fmla="*/ 431 h 761"/>
              <a:gd name="T54" fmla="*/ 725 w 760"/>
              <a:gd name="T55" fmla="*/ 330 h 761"/>
              <a:gd name="T56" fmla="*/ 655 w 760"/>
              <a:gd name="T57" fmla="*/ 228 h 761"/>
              <a:gd name="T58" fmla="*/ 641 w 760"/>
              <a:gd name="T59" fmla="*/ 120 h 761"/>
              <a:gd name="T60" fmla="*/ 533 w 760"/>
              <a:gd name="T61" fmla="*/ 105 h 761"/>
              <a:gd name="T62" fmla="*/ 431 w 760"/>
              <a:gd name="T63" fmla="*/ 36 h 761"/>
              <a:gd name="T64" fmla="*/ 330 w 760"/>
              <a:gd name="T65" fmla="*/ 36 h 761"/>
              <a:gd name="T66" fmla="*/ 228 w 760"/>
              <a:gd name="T67" fmla="*/ 105 h 761"/>
              <a:gd name="T68" fmla="*/ 120 w 760"/>
              <a:gd name="T69" fmla="*/ 120 h 761"/>
              <a:gd name="T70" fmla="*/ 105 w 760"/>
              <a:gd name="T71" fmla="*/ 228 h 761"/>
              <a:gd name="T72" fmla="*/ 36 w 760"/>
              <a:gd name="T73" fmla="*/ 330 h 761"/>
              <a:gd name="T74" fmla="*/ 36 w 760"/>
              <a:gd name="T75" fmla="*/ 431 h 761"/>
              <a:gd name="T76" fmla="*/ 105 w 760"/>
              <a:gd name="T77" fmla="*/ 533 h 761"/>
              <a:gd name="T78" fmla="*/ 120 w 760"/>
              <a:gd name="T79" fmla="*/ 641 h 761"/>
              <a:gd name="T80" fmla="*/ 228 w 760"/>
              <a:gd name="T81" fmla="*/ 655 h 7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60" h="761">
                <a:moveTo>
                  <a:pt x="380" y="761"/>
                </a:moveTo>
                <a:cubicBezTo>
                  <a:pt x="357" y="761"/>
                  <a:pt x="335" y="751"/>
                  <a:pt x="321" y="733"/>
                </a:cubicBezTo>
                <a:cubicBezTo>
                  <a:pt x="285" y="691"/>
                  <a:pt x="285" y="691"/>
                  <a:pt x="285" y="691"/>
                </a:cubicBezTo>
                <a:cubicBezTo>
                  <a:pt x="271" y="674"/>
                  <a:pt x="250" y="666"/>
                  <a:pt x="229" y="667"/>
                </a:cubicBezTo>
                <a:cubicBezTo>
                  <a:pt x="173" y="672"/>
                  <a:pt x="173" y="672"/>
                  <a:pt x="173" y="672"/>
                </a:cubicBezTo>
                <a:cubicBezTo>
                  <a:pt x="150" y="674"/>
                  <a:pt x="128" y="666"/>
                  <a:pt x="111" y="649"/>
                </a:cubicBezTo>
                <a:cubicBezTo>
                  <a:pt x="95" y="633"/>
                  <a:pt x="87" y="610"/>
                  <a:pt x="89" y="587"/>
                </a:cubicBezTo>
                <a:cubicBezTo>
                  <a:pt x="93" y="532"/>
                  <a:pt x="93" y="532"/>
                  <a:pt x="93" y="532"/>
                </a:cubicBezTo>
                <a:cubicBezTo>
                  <a:pt x="95" y="511"/>
                  <a:pt x="86" y="490"/>
                  <a:pt x="70" y="476"/>
                </a:cubicBezTo>
                <a:cubicBezTo>
                  <a:pt x="28" y="440"/>
                  <a:pt x="28" y="440"/>
                  <a:pt x="28" y="440"/>
                </a:cubicBezTo>
                <a:cubicBezTo>
                  <a:pt x="10" y="425"/>
                  <a:pt x="0" y="403"/>
                  <a:pt x="0" y="380"/>
                </a:cubicBezTo>
                <a:cubicBezTo>
                  <a:pt x="0" y="357"/>
                  <a:pt x="10" y="336"/>
                  <a:pt x="28" y="321"/>
                </a:cubicBezTo>
                <a:cubicBezTo>
                  <a:pt x="70" y="285"/>
                  <a:pt x="70" y="285"/>
                  <a:pt x="70" y="285"/>
                </a:cubicBezTo>
                <a:cubicBezTo>
                  <a:pt x="86" y="271"/>
                  <a:pt x="95" y="250"/>
                  <a:pt x="93" y="229"/>
                </a:cubicBezTo>
                <a:cubicBezTo>
                  <a:pt x="89" y="173"/>
                  <a:pt x="89" y="173"/>
                  <a:pt x="89" y="173"/>
                </a:cubicBezTo>
                <a:cubicBezTo>
                  <a:pt x="87" y="150"/>
                  <a:pt x="95" y="128"/>
                  <a:pt x="111" y="112"/>
                </a:cubicBezTo>
                <a:cubicBezTo>
                  <a:pt x="128" y="95"/>
                  <a:pt x="150" y="87"/>
                  <a:pt x="173" y="89"/>
                </a:cubicBezTo>
                <a:cubicBezTo>
                  <a:pt x="229" y="93"/>
                  <a:pt x="229" y="93"/>
                  <a:pt x="229" y="93"/>
                </a:cubicBezTo>
                <a:cubicBezTo>
                  <a:pt x="250" y="95"/>
                  <a:pt x="271" y="87"/>
                  <a:pt x="285" y="70"/>
                </a:cubicBezTo>
                <a:cubicBezTo>
                  <a:pt x="321" y="28"/>
                  <a:pt x="321" y="28"/>
                  <a:pt x="321" y="28"/>
                </a:cubicBezTo>
                <a:cubicBezTo>
                  <a:pt x="335" y="10"/>
                  <a:pt x="357" y="0"/>
                  <a:pt x="380" y="0"/>
                </a:cubicBezTo>
                <a:cubicBezTo>
                  <a:pt x="403" y="0"/>
                  <a:pt x="425" y="10"/>
                  <a:pt x="440" y="28"/>
                </a:cubicBezTo>
                <a:cubicBezTo>
                  <a:pt x="476" y="70"/>
                  <a:pt x="476" y="70"/>
                  <a:pt x="476" y="70"/>
                </a:cubicBezTo>
                <a:cubicBezTo>
                  <a:pt x="490" y="87"/>
                  <a:pt x="511" y="95"/>
                  <a:pt x="532" y="93"/>
                </a:cubicBezTo>
                <a:cubicBezTo>
                  <a:pt x="587" y="89"/>
                  <a:pt x="587" y="89"/>
                  <a:pt x="587" y="89"/>
                </a:cubicBezTo>
                <a:cubicBezTo>
                  <a:pt x="610" y="87"/>
                  <a:pt x="633" y="95"/>
                  <a:pt x="649" y="112"/>
                </a:cubicBezTo>
                <a:cubicBezTo>
                  <a:pt x="665" y="128"/>
                  <a:pt x="674" y="150"/>
                  <a:pt x="672" y="173"/>
                </a:cubicBezTo>
                <a:cubicBezTo>
                  <a:pt x="667" y="229"/>
                  <a:pt x="667" y="229"/>
                  <a:pt x="667" y="229"/>
                </a:cubicBezTo>
                <a:cubicBezTo>
                  <a:pt x="665" y="250"/>
                  <a:pt x="674" y="271"/>
                  <a:pt x="690" y="285"/>
                </a:cubicBezTo>
                <a:cubicBezTo>
                  <a:pt x="733" y="321"/>
                  <a:pt x="733" y="321"/>
                  <a:pt x="733" y="321"/>
                </a:cubicBezTo>
                <a:cubicBezTo>
                  <a:pt x="750" y="336"/>
                  <a:pt x="760" y="357"/>
                  <a:pt x="760" y="380"/>
                </a:cubicBezTo>
                <a:cubicBezTo>
                  <a:pt x="760" y="403"/>
                  <a:pt x="750" y="425"/>
                  <a:pt x="733" y="440"/>
                </a:cubicBezTo>
                <a:cubicBezTo>
                  <a:pt x="690" y="476"/>
                  <a:pt x="690" y="476"/>
                  <a:pt x="690" y="476"/>
                </a:cubicBezTo>
                <a:cubicBezTo>
                  <a:pt x="674" y="490"/>
                  <a:pt x="665" y="511"/>
                  <a:pt x="667" y="532"/>
                </a:cubicBezTo>
                <a:cubicBezTo>
                  <a:pt x="672" y="587"/>
                  <a:pt x="672" y="587"/>
                  <a:pt x="672" y="587"/>
                </a:cubicBezTo>
                <a:cubicBezTo>
                  <a:pt x="674" y="610"/>
                  <a:pt x="665" y="633"/>
                  <a:pt x="649" y="649"/>
                </a:cubicBezTo>
                <a:cubicBezTo>
                  <a:pt x="633" y="666"/>
                  <a:pt x="610" y="674"/>
                  <a:pt x="587" y="672"/>
                </a:cubicBezTo>
                <a:cubicBezTo>
                  <a:pt x="532" y="667"/>
                  <a:pt x="532" y="667"/>
                  <a:pt x="532" y="667"/>
                </a:cubicBezTo>
                <a:cubicBezTo>
                  <a:pt x="510" y="666"/>
                  <a:pt x="490" y="674"/>
                  <a:pt x="476" y="691"/>
                </a:cubicBezTo>
                <a:cubicBezTo>
                  <a:pt x="440" y="733"/>
                  <a:pt x="440" y="733"/>
                  <a:pt x="440" y="733"/>
                </a:cubicBezTo>
                <a:cubicBezTo>
                  <a:pt x="425" y="751"/>
                  <a:pt x="403" y="761"/>
                  <a:pt x="380" y="761"/>
                </a:cubicBezTo>
                <a:close/>
                <a:moveTo>
                  <a:pt x="234" y="655"/>
                </a:moveTo>
                <a:cubicBezTo>
                  <a:pt x="257" y="655"/>
                  <a:pt x="279" y="665"/>
                  <a:pt x="294" y="683"/>
                </a:cubicBezTo>
                <a:cubicBezTo>
                  <a:pt x="330" y="725"/>
                  <a:pt x="330" y="725"/>
                  <a:pt x="330" y="725"/>
                </a:cubicBezTo>
                <a:cubicBezTo>
                  <a:pt x="342" y="740"/>
                  <a:pt x="361" y="749"/>
                  <a:pt x="380" y="749"/>
                </a:cubicBezTo>
                <a:cubicBezTo>
                  <a:pt x="400" y="749"/>
                  <a:pt x="418" y="740"/>
                  <a:pt x="431" y="725"/>
                </a:cubicBezTo>
                <a:cubicBezTo>
                  <a:pt x="467" y="683"/>
                  <a:pt x="467" y="683"/>
                  <a:pt x="467" y="683"/>
                </a:cubicBezTo>
                <a:cubicBezTo>
                  <a:pt x="483" y="664"/>
                  <a:pt x="508" y="653"/>
                  <a:pt x="533" y="655"/>
                </a:cubicBezTo>
                <a:cubicBezTo>
                  <a:pt x="588" y="660"/>
                  <a:pt x="588" y="660"/>
                  <a:pt x="588" y="660"/>
                </a:cubicBezTo>
                <a:cubicBezTo>
                  <a:pt x="608" y="662"/>
                  <a:pt x="627" y="655"/>
                  <a:pt x="641" y="641"/>
                </a:cubicBezTo>
                <a:cubicBezTo>
                  <a:pt x="654" y="627"/>
                  <a:pt x="661" y="608"/>
                  <a:pt x="660" y="588"/>
                </a:cubicBezTo>
                <a:cubicBezTo>
                  <a:pt x="655" y="533"/>
                  <a:pt x="655" y="533"/>
                  <a:pt x="655" y="533"/>
                </a:cubicBezTo>
                <a:cubicBezTo>
                  <a:pt x="653" y="508"/>
                  <a:pt x="663" y="483"/>
                  <a:pt x="683" y="467"/>
                </a:cubicBezTo>
                <a:cubicBezTo>
                  <a:pt x="725" y="431"/>
                  <a:pt x="725" y="431"/>
                  <a:pt x="725" y="431"/>
                </a:cubicBezTo>
                <a:cubicBezTo>
                  <a:pt x="740" y="418"/>
                  <a:pt x="748" y="400"/>
                  <a:pt x="748" y="380"/>
                </a:cubicBezTo>
                <a:cubicBezTo>
                  <a:pt x="748" y="361"/>
                  <a:pt x="740" y="343"/>
                  <a:pt x="725" y="330"/>
                </a:cubicBezTo>
                <a:cubicBezTo>
                  <a:pt x="683" y="294"/>
                  <a:pt x="683" y="294"/>
                  <a:pt x="683" y="294"/>
                </a:cubicBezTo>
                <a:cubicBezTo>
                  <a:pt x="663" y="278"/>
                  <a:pt x="653" y="253"/>
                  <a:pt x="655" y="228"/>
                </a:cubicBezTo>
                <a:cubicBezTo>
                  <a:pt x="660" y="172"/>
                  <a:pt x="660" y="172"/>
                  <a:pt x="660" y="172"/>
                </a:cubicBezTo>
                <a:cubicBezTo>
                  <a:pt x="661" y="153"/>
                  <a:pt x="654" y="134"/>
                  <a:pt x="641" y="120"/>
                </a:cubicBezTo>
                <a:cubicBezTo>
                  <a:pt x="627" y="106"/>
                  <a:pt x="608" y="99"/>
                  <a:pt x="588" y="101"/>
                </a:cubicBezTo>
                <a:cubicBezTo>
                  <a:pt x="533" y="105"/>
                  <a:pt x="533" y="105"/>
                  <a:pt x="533" y="105"/>
                </a:cubicBezTo>
                <a:cubicBezTo>
                  <a:pt x="508" y="108"/>
                  <a:pt x="483" y="97"/>
                  <a:pt x="467" y="78"/>
                </a:cubicBezTo>
                <a:cubicBezTo>
                  <a:pt x="431" y="36"/>
                  <a:pt x="431" y="36"/>
                  <a:pt x="431" y="36"/>
                </a:cubicBezTo>
                <a:cubicBezTo>
                  <a:pt x="418" y="21"/>
                  <a:pt x="400" y="12"/>
                  <a:pt x="380" y="12"/>
                </a:cubicBezTo>
                <a:cubicBezTo>
                  <a:pt x="361" y="12"/>
                  <a:pt x="342" y="21"/>
                  <a:pt x="330" y="36"/>
                </a:cubicBezTo>
                <a:cubicBezTo>
                  <a:pt x="294" y="78"/>
                  <a:pt x="294" y="78"/>
                  <a:pt x="294" y="78"/>
                </a:cubicBezTo>
                <a:cubicBezTo>
                  <a:pt x="277" y="97"/>
                  <a:pt x="253" y="108"/>
                  <a:pt x="228" y="105"/>
                </a:cubicBezTo>
                <a:cubicBezTo>
                  <a:pt x="172" y="101"/>
                  <a:pt x="172" y="101"/>
                  <a:pt x="172" y="101"/>
                </a:cubicBezTo>
                <a:cubicBezTo>
                  <a:pt x="153" y="99"/>
                  <a:pt x="134" y="106"/>
                  <a:pt x="120" y="120"/>
                </a:cubicBezTo>
                <a:cubicBezTo>
                  <a:pt x="106" y="134"/>
                  <a:pt x="99" y="153"/>
                  <a:pt x="101" y="172"/>
                </a:cubicBezTo>
                <a:cubicBezTo>
                  <a:pt x="105" y="228"/>
                  <a:pt x="105" y="228"/>
                  <a:pt x="105" y="228"/>
                </a:cubicBezTo>
                <a:cubicBezTo>
                  <a:pt x="107" y="253"/>
                  <a:pt x="97" y="278"/>
                  <a:pt x="78" y="294"/>
                </a:cubicBezTo>
                <a:cubicBezTo>
                  <a:pt x="36" y="330"/>
                  <a:pt x="36" y="330"/>
                  <a:pt x="36" y="330"/>
                </a:cubicBezTo>
                <a:cubicBezTo>
                  <a:pt x="21" y="343"/>
                  <a:pt x="12" y="361"/>
                  <a:pt x="12" y="380"/>
                </a:cubicBezTo>
                <a:cubicBezTo>
                  <a:pt x="12" y="400"/>
                  <a:pt x="21" y="418"/>
                  <a:pt x="36" y="431"/>
                </a:cubicBezTo>
                <a:cubicBezTo>
                  <a:pt x="78" y="467"/>
                  <a:pt x="78" y="467"/>
                  <a:pt x="78" y="467"/>
                </a:cubicBezTo>
                <a:cubicBezTo>
                  <a:pt x="97" y="483"/>
                  <a:pt x="107" y="508"/>
                  <a:pt x="105" y="533"/>
                </a:cubicBezTo>
                <a:cubicBezTo>
                  <a:pt x="101" y="588"/>
                  <a:pt x="101" y="588"/>
                  <a:pt x="101" y="588"/>
                </a:cubicBezTo>
                <a:cubicBezTo>
                  <a:pt x="99" y="608"/>
                  <a:pt x="106" y="627"/>
                  <a:pt x="120" y="641"/>
                </a:cubicBezTo>
                <a:cubicBezTo>
                  <a:pt x="134" y="655"/>
                  <a:pt x="153" y="662"/>
                  <a:pt x="172" y="660"/>
                </a:cubicBezTo>
                <a:cubicBezTo>
                  <a:pt x="228" y="655"/>
                  <a:pt x="228" y="655"/>
                  <a:pt x="228" y="655"/>
                </a:cubicBezTo>
                <a:cubicBezTo>
                  <a:pt x="230" y="655"/>
                  <a:pt x="232" y="655"/>
                  <a:pt x="234" y="6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1176"/>
          <p:cNvSpPr>
            <a:spLocks noEditPoints="1"/>
          </p:cNvSpPr>
          <p:nvPr/>
        </p:nvSpPr>
        <p:spPr bwMode="auto">
          <a:xfrm>
            <a:off x="906463" y="2854358"/>
            <a:ext cx="1824038" cy="1825625"/>
          </a:xfrm>
          <a:custGeom>
            <a:avLst/>
            <a:gdLst>
              <a:gd name="T0" fmla="*/ 242 w 575"/>
              <a:gd name="T1" fmla="*/ 554 h 575"/>
              <a:gd name="T2" fmla="*/ 172 w 575"/>
              <a:gd name="T3" fmla="*/ 504 h 575"/>
              <a:gd name="T4" fmla="*/ 84 w 575"/>
              <a:gd name="T5" fmla="*/ 491 h 575"/>
              <a:gd name="T6" fmla="*/ 70 w 575"/>
              <a:gd name="T7" fmla="*/ 402 h 575"/>
              <a:gd name="T8" fmla="*/ 21 w 575"/>
              <a:gd name="T9" fmla="*/ 332 h 575"/>
              <a:gd name="T10" fmla="*/ 21 w 575"/>
              <a:gd name="T11" fmla="*/ 243 h 575"/>
              <a:gd name="T12" fmla="*/ 70 w 575"/>
              <a:gd name="T13" fmla="*/ 173 h 575"/>
              <a:gd name="T14" fmla="*/ 84 w 575"/>
              <a:gd name="T15" fmla="*/ 84 h 575"/>
              <a:gd name="T16" fmla="*/ 172 w 575"/>
              <a:gd name="T17" fmla="*/ 71 h 575"/>
              <a:gd name="T18" fmla="*/ 242 w 575"/>
              <a:gd name="T19" fmla="*/ 21 h 575"/>
              <a:gd name="T20" fmla="*/ 332 w 575"/>
              <a:gd name="T21" fmla="*/ 21 h 575"/>
              <a:gd name="T22" fmla="*/ 402 w 575"/>
              <a:gd name="T23" fmla="*/ 71 h 575"/>
              <a:gd name="T24" fmla="*/ 491 w 575"/>
              <a:gd name="T25" fmla="*/ 84 h 575"/>
              <a:gd name="T26" fmla="*/ 504 w 575"/>
              <a:gd name="T27" fmla="*/ 173 h 575"/>
              <a:gd name="T28" fmla="*/ 554 w 575"/>
              <a:gd name="T29" fmla="*/ 243 h 575"/>
              <a:gd name="T30" fmla="*/ 554 w 575"/>
              <a:gd name="T31" fmla="*/ 332 h 575"/>
              <a:gd name="T32" fmla="*/ 504 w 575"/>
              <a:gd name="T33" fmla="*/ 402 h 575"/>
              <a:gd name="T34" fmla="*/ 491 w 575"/>
              <a:gd name="T35" fmla="*/ 491 h 575"/>
              <a:gd name="T36" fmla="*/ 402 w 575"/>
              <a:gd name="T37" fmla="*/ 504 h 575"/>
              <a:gd name="T38" fmla="*/ 332 w 575"/>
              <a:gd name="T39" fmla="*/ 554 h 575"/>
              <a:gd name="T40" fmla="*/ 176 w 575"/>
              <a:gd name="T41" fmla="*/ 496 h 575"/>
              <a:gd name="T42" fmla="*/ 249 w 575"/>
              <a:gd name="T43" fmla="*/ 549 h 575"/>
              <a:gd name="T44" fmla="*/ 326 w 575"/>
              <a:gd name="T45" fmla="*/ 549 h 575"/>
              <a:gd name="T46" fmla="*/ 403 w 575"/>
              <a:gd name="T47" fmla="*/ 496 h 575"/>
              <a:gd name="T48" fmla="*/ 485 w 575"/>
              <a:gd name="T49" fmla="*/ 485 h 575"/>
              <a:gd name="T50" fmla="*/ 496 w 575"/>
              <a:gd name="T51" fmla="*/ 403 h 575"/>
              <a:gd name="T52" fmla="*/ 549 w 575"/>
              <a:gd name="T53" fmla="*/ 326 h 575"/>
              <a:gd name="T54" fmla="*/ 549 w 575"/>
              <a:gd name="T55" fmla="*/ 249 h 575"/>
              <a:gd name="T56" fmla="*/ 496 w 575"/>
              <a:gd name="T57" fmla="*/ 172 h 575"/>
              <a:gd name="T58" fmla="*/ 485 w 575"/>
              <a:gd name="T59" fmla="*/ 90 h 575"/>
              <a:gd name="T60" fmla="*/ 403 w 575"/>
              <a:gd name="T61" fmla="*/ 79 h 575"/>
              <a:gd name="T62" fmla="*/ 326 w 575"/>
              <a:gd name="T63" fmla="*/ 26 h 575"/>
              <a:gd name="T64" fmla="*/ 249 w 575"/>
              <a:gd name="T65" fmla="*/ 26 h 575"/>
              <a:gd name="T66" fmla="*/ 172 w 575"/>
              <a:gd name="T67" fmla="*/ 79 h 575"/>
              <a:gd name="T68" fmla="*/ 90 w 575"/>
              <a:gd name="T69" fmla="*/ 90 h 575"/>
              <a:gd name="T70" fmla="*/ 78 w 575"/>
              <a:gd name="T71" fmla="*/ 172 h 575"/>
              <a:gd name="T72" fmla="*/ 26 w 575"/>
              <a:gd name="T73" fmla="*/ 249 h 575"/>
              <a:gd name="T74" fmla="*/ 26 w 575"/>
              <a:gd name="T75" fmla="*/ 326 h 575"/>
              <a:gd name="T76" fmla="*/ 78 w 575"/>
              <a:gd name="T77" fmla="*/ 403 h 575"/>
              <a:gd name="T78" fmla="*/ 90 w 575"/>
              <a:gd name="T79" fmla="*/ 485 h 575"/>
              <a:gd name="T80" fmla="*/ 172 w 575"/>
              <a:gd name="T81" fmla="*/ 496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75" h="575">
                <a:moveTo>
                  <a:pt x="287" y="575"/>
                </a:moveTo>
                <a:cubicBezTo>
                  <a:pt x="270" y="575"/>
                  <a:pt x="254" y="567"/>
                  <a:pt x="242" y="554"/>
                </a:cubicBezTo>
                <a:cubicBezTo>
                  <a:pt x="215" y="522"/>
                  <a:pt x="215" y="522"/>
                  <a:pt x="215" y="522"/>
                </a:cubicBezTo>
                <a:cubicBezTo>
                  <a:pt x="205" y="510"/>
                  <a:pt x="189" y="503"/>
                  <a:pt x="172" y="504"/>
                </a:cubicBezTo>
                <a:cubicBezTo>
                  <a:pt x="130" y="508"/>
                  <a:pt x="130" y="508"/>
                  <a:pt x="130" y="508"/>
                </a:cubicBezTo>
                <a:cubicBezTo>
                  <a:pt x="113" y="509"/>
                  <a:pt x="96" y="503"/>
                  <a:pt x="84" y="491"/>
                </a:cubicBezTo>
                <a:cubicBezTo>
                  <a:pt x="72" y="478"/>
                  <a:pt x="66" y="462"/>
                  <a:pt x="67" y="444"/>
                </a:cubicBezTo>
                <a:cubicBezTo>
                  <a:pt x="70" y="402"/>
                  <a:pt x="70" y="402"/>
                  <a:pt x="70" y="402"/>
                </a:cubicBezTo>
                <a:cubicBezTo>
                  <a:pt x="72" y="386"/>
                  <a:pt x="65" y="370"/>
                  <a:pt x="53" y="360"/>
                </a:cubicBezTo>
                <a:cubicBezTo>
                  <a:pt x="21" y="332"/>
                  <a:pt x="21" y="332"/>
                  <a:pt x="21" y="332"/>
                </a:cubicBezTo>
                <a:cubicBezTo>
                  <a:pt x="7" y="321"/>
                  <a:pt x="0" y="305"/>
                  <a:pt x="0" y="287"/>
                </a:cubicBezTo>
                <a:cubicBezTo>
                  <a:pt x="0" y="270"/>
                  <a:pt x="7" y="254"/>
                  <a:pt x="21" y="243"/>
                </a:cubicBezTo>
                <a:cubicBezTo>
                  <a:pt x="53" y="215"/>
                  <a:pt x="53" y="215"/>
                  <a:pt x="53" y="215"/>
                </a:cubicBezTo>
                <a:cubicBezTo>
                  <a:pt x="65" y="205"/>
                  <a:pt x="72" y="189"/>
                  <a:pt x="70" y="173"/>
                </a:cubicBezTo>
                <a:cubicBezTo>
                  <a:pt x="67" y="131"/>
                  <a:pt x="67" y="131"/>
                  <a:pt x="67" y="131"/>
                </a:cubicBezTo>
                <a:cubicBezTo>
                  <a:pt x="66" y="113"/>
                  <a:pt x="72" y="96"/>
                  <a:pt x="84" y="84"/>
                </a:cubicBezTo>
                <a:cubicBezTo>
                  <a:pt x="96" y="72"/>
                  <a:pt x="113" y="66"/>
                  <a:pt x="130" y="67"/>
                </a:cubicBezTo>
                <a:cubicBezTo>
                  <a:pt x="172" y="71"/>
                  <a:pt x="172" y="71"/>
                  <a:pt x="172" y="71"/>
                </a:cubicBezTo>
                <a:cubicBezTo>
                  <a:pt x="189" y="72"/>
                  <a:pt x="205" y="65"/>
                  <a:pt x="215" y="53"/>
                </a:cubicBezTo>
                <a:cubicBezTo>
                  <a:pt x="242" y="21"/>
                  <a:pt x="242" y="21"/>
                  <a:pt x="242" y="21"/>
                </a:cubicBezTo>
                <a:cubicBezTo>
                  <a:pt x="254" y="8"/>
                  <a:pt x="270" y="0"/>
                  <a:pt x="287" y="0"/>
                </a:cubicBezTo>
                <a:cubicBezTo>
                  <a:pt x="305" y="0"/>
                  <a:pt x="321" y="8"/>
                  <a:pt x="332" y="21"/>
                </a:cubicBezTo>
                <a:cubicBezTo>
                  <a:pt x="359" y="53"/>
                  <a:pt x="359" y="53"/>
                  <a:pt x="359" y="53"/>
                </a:cubicBezTo>
                <a:cubicBezTo>
                  <a:pt x="370" y="65"/>
                  <a:pt x="386" y="72"/>
                  <a:pt x="402" y="71"/>
                </a:cubicBezTo>
                <a:cubicBezTo>
                  <a:pt x="444" y="67"/>
                  <a:pt x="444" y="67"/>
                  <a:pt x="444" y="67"/>
                </a:cubicBezTo>
                <a:cubicBezTo>
                  <a:pt x="462" y="66"/>
                  <a:pt x="478" y="72"/>
                  <a:pt x="491" y="84"/>
                </a:cubicBezTo>
                <a:cubicBezTo>
                  <a:pt x="503" y="96"/>
                  <a:pt x="509" y="113"/>
                  <a:pt x="508" y="131"/>
                </a:cubicBezTo>
                <a:cubicBezTo>
                  <a:pt x="504" y="173"/>
                  <a:pt x="504" y="173"/>
                  <a:pt x="504" y="173"/>
                </a:cubicBezTo>
                <a:cubicBezTo>
                  <a:pt x="503" y="189"/>
                  <a:pt x="509" y="205"/>
                  <a:pt x="522" y="215"/>
                </a:cubicBezTo>
                <a:cubicBezTo>
                  <a:pt x="554" y="243"/>
                  <a:pt x="554" y="243"/>
                  <a:pt x="554" y="243"/>
                </a:cubicBezTo>
                <a:cubicBezTo>
                  <a:pt x="567" y="254"/>
                  <a:pt x="575" y="270"/>
                  <a:pt x="575" y="287"/>
                </a:cubicBezTo>
                <a:cubicBezTo>
                  <a:pt x="575" y="305"/>
                  <a:pt x="567" y="321"/>
                  <a:pt x="554" y="332"/>
                </a:cubicBezTo>
                <a:cubicBezTo>
                  <a:pt x="522" y="360"/>
                  <a:pt x="522" y="360"/>
                  <a:pt x="522" y="360"/>
                </a:cubicBezTo>
                <a:cubicBezTo>
                  <a:pt x="509" y="370"/>
                  <a:pt x="503" y="386"/>
                  <a:pt x="504" y="402"/>
                </a:cubicBezTo>
                <a:cubicBezTo>
                  <a:pt x="508" y="444"/>
                  <a:pt x="508" y="444"/>
                  <a:pt x="508" y="444"/>
                </a:cubicBezTo>
                <a:cubicBezTo>
                  <a:pt x="509" y="462"/>
                  <a:pt x="503" y="478"/>
                  <a:pt x="491" y="491"/>
                </a:cubicBezTo>
                <a:cubicBezTo>
                  <a:pt x="478" y="503"/>
                  <a:pt x="462" y="509"/>
                  <a:pt x="444" y="508"/>
                </a:cubicBezTo>
                <a:cubicBezTo>
                  <a:pt x="402" y="504"/>
                  <a:pt x="402" y="504"/>
                  <a:pt x="402" y="504"/>
                </a:cubicBezTo>
                <a:cubicBezTo>
                  <a:pt x="386" y="503"/>
                  <a:pt x="370" y="510"/>
                  <a:pt x="359" y="522"/>
                </a:cubicBezTo>
                <a:cubicBezTo>
                  <a:pt x="332" y="554"/>
                  <a:pt x="332" y="554"/>
                  <a:pt x="332" y="554"/>
                </a:cubicBezTo>
                <a:cubicBezTo>
                  <a:pt x="321" y="567"/>
                  <a:pt x="305" y="575"/>
                  <a:pt x="287" y="575"/>
                </a:cubicBezTo>
                <a:close/>
                <a:moveTo>
                  <a:pt x="176" y="496"/>
                </a:moveTo>
                <a:cubicBezTo>
                  <a:pt x="194" y="496"/>
                  <a:pt x="210" y="504"/>
                  <a:pt x="221" y="517"/>
                </a:cubicBezTo>
                <a:cubicBezTo>
                  <a:pt x="249" y="549"/>
                  <a:pt x="249" y="549"/>
                  <a:pt x="249" y="549"/>
                </a:cubicBezTo>
                <a:cubicBezTo>
                  <a:pt x="258" y="560"/>
                  <a:pt x="272" y="567"/>
                  <a:pt x="287" y="567"/>
                </a:cubicBezTo>
                <a:cubicBezTo>
                  <a:pt x="302" y="567"/>
                  <a:pt x="316" y="560"/>
                  <a:pt x="326" y="549"/>
                </a:cubicBezTo>
                <a:cubicBezTo>
                  <a:pt x="353" y="517"/>
                  <a:pt x="353" y="517"/>
                  <a:pt x="353" y="517"/>
                </a:cubicBezTo>
                <a:cubicBezTo>
                  <a:pt x="365" y="502"/>
                  <a:pt x="384" y="495"/>
                  <a:pt x="403" y="496"/>
                </a:cubicBezTo>
                <a:cubicBezTo>
                  <a:pt x="445" y="500"/>
                  <a:pt x="445" y="500"/>
                  <a:pt x="445" y="500"/>
                </a:cubicBezTo>
                <a:cubicBezTo>
                  <a:pt x="460" y="501"/>
                  <a:pt x="474" y="496"/>
                  <a:pt x="485" y="485"/>
                </a:cubicBezTo>
                <a:cubicBezTo>
                  <a:pt x="495" y="474"/>
                  <a:pt x="501" y="460"/>
                  <a:pt x="500" y="445"/>
                </a:cubicBezTo>
                <a:cubicBezTo>
                  <a:pt x="496" y="403"/>
                  <a:pt x="496" y="403"/>
                  <a:pt x="496" y="403"/>
                </a:cubicBezTo>
                <a:cubicBezTo>
                  <a:pt x="495" y="384"/>
                  <a:pt x="502" y="366"/>
                  <a:pt x="517" y="353"/>
                </a:cubicBezTo>
                <a:cubicBezTo>
                  <a:pt x="549" y="326"/>
                  <a:pt x="549" y="326"/>
                  <a:pt x="549" y="326"/>
                </a:cubicBezTo>
                <a:cubicBezTo>
                  <a:pt x="560" y="317"/>
                  <a:pt x="567" y="302"/>
                  <a:pt x="567" y="287"/>
                </a:cubicBezTo>
                <a:cubicBezTo>
                  <a:pt x="567" y="273"/>
                  <a:pt x="560" y="258"/>
                  <a:pt x="549" y="249"/>
                </a:cubicBezTo>
                <a:cubicBezTo>
                  <a:pt x="517" y="221"/>
                  <a:pt x="517" y="221"/>
                  <a:pt x="517" y="221"/>
                </a:cubicBezTo>
                <a:cubicBezTo>
                  <a:pt x="502" y="209"/>
                  <a:pt x="495" y="191"/>
                  <a:pt x="496" y="172"/>
                </a:cubicBezTo>
                <a:cubicBezTo>
                  <a:pt x="500" y="130"/>
                  <a:pt x="500" y="130"/>
                  <a:pt x="500" y="130"/>
                </a:cubicBezTo>
                <a:cubicBezTo>
                  <a:pt x="501" y="115"/>
                  <a:pt x="495" y="100"/>
                  <a:pt x="485" y="90"/>
                </a:cubicBezTo>
                <a:cubicBezTo>
                  <a:pt x="474" y="79"/>
                  <a:pt x="460" y="74"/>
                  <a:pt x="445" y="75"/>
                </a:cubicBezTo>
                <a:cubicBezTo>
                  <a:pt x="403" y="79"/>
                  <a:pt x="403" y="79"/>
                  <a:pt x="403" y="79"/>
                </a:cubicBezTo>
                <a:cubicBezTo>
                  <a:pt x="384" y="80"/>
                  <a:pt x="365" y="72"/>
                  <a:pt x="353" y="58"/>
                </a:cubicBezTo>
                <a:cubicBezTo>
                  <a:pt x="326" y="26"/>
                  <a:pt x="326" y="26"/>
                  <a:pt x="326" y="26"/>
                </a:cubicBezTo>
                <a:cubicBezTo>
                  <a:pt x="316" y="15"/>
                  <a:pt x="302" y="8"/>
                  <a:pt x="287" y="8"/>
                </a:cubicBezTo>
                <a:cubicBezTo>
                  <a:pt x="272" y="8"/>
                  <a:pt x="258" y="15"/>
                  <a:pt x="249" y="26"/>
                </a:cubicBezTo>
                <a:cubicBezTo>
                  <a:pt x="221" y="58"/>
                  <a:pt x="221" y="58"/>
                  <a:pt x="221" y="58"/>
                </a:cubicBezTo>
                <a:cubicBezTo>
                  <a:pt x="209" y="72"/>
                  <a:pt x="191" y="80"/>
                  <a:pt x="172" y="79"/>
                </a:cubicBezTo>
                <a:cubicBezTo>
                  <a:pt x="130" y="75"/>
                  <a:pt x="130" y="75"/>
                  <a:pt x="130" y="75"/>
                </a:cubicBezTo>
                <a:cubicBezTo>
                  <a:pt x="115" y="74"/>
                  <a:pt x="100" y="79"/>
                  <a:pt x="90" y="90"/>
                </a:cubicBezTo>
                <a:cubicBezTo>
                  <a:pt x="79" y="100"/>
                  <a:pt x="74" y="115"/>
                  <a:pt x="75" y="130"/>
                </a:cubicBezTo>
                <a:cubicBezTo>
                  <a:pt x="78" y="172"/>
                  <a:pt x="78" y="172"/>
                  <a:pt x="78" y="172"/>
                </a:cubicBezTo>
                <a:cubicBezTo>
                  <a:pt x="80" y="191"/>
                  <a:pt x="72" y="209"/>
                  <a:pt x="58" y="221"/>
                </a:cubicBezTo>
                <a:cubicBezTo>
                  <a:pt x="26" y="249"/>
                  <a:pt x="26" y="249"/>
                  <a:pt x="26" y="249"/>
                </a:cubicBezTo>
                <a:cubicBezTo>
                  <a:pt x="14" y="258"/>
                  <a:pt x="8" y="273"/>
                  <a:pt x="8" y="287"/>
                </a:cubicBezTo>
                <a:cubicBezTo>
                  <a:pt x="8" y="302"/>
                  <a:pt x="14" y="317"/>
                  <a:pt x="26" y="326"/>
                </a:cubicBezTo>
                <a:cubicBezTo>
                  <a:pt x="58" y="353"/>
                  <a:pt x="58" y="353"/>
                  <a:pt x="58" y="353"/>
                </a:cubicBezTo>
                <a:cubicBezTo>
                  <a:pt x="72" y="366"/>
                  <a:pt x="80" y="384"/>
                  <a:pt x="78" y="403"/>
                </a:cubicBezTo>
                <a:cubicBezTo>
                  <a:pt x="75" y="445"/>
                  <a:pt x="75" y="445"/>
                  <a:pt x="75" y="445"/>
                </a:cubicBezTo>
                <a:cubicBezTo>
                  <a:pt x="74" y="460"/>
                  <a:pt x="79" y="474"/>
                  <a:pt x="90" y="485"/>
                </a:cubicBezTo>
                <a:cubicBezTo>
                  <a:pt x="100" y="496"/>
                  <a:pt x="115" y="501"/>
                  <a:pt x="130" y="500"/>
                </a:cubicBezTo>
                <a:cubicBezTo>
                  <a:pt x="172" y="496"/>
                  <a:pt x="172" y="496"/>
                  <a:pt x="172" y="496"/>
                </a:cubicBezTo>
                <a:cubicBezTo>
                  <a:pt x="173" y="496"/>
                  <a:pt x="175" y="496"/>
                  <a:pt x="176" y="496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1194"/>
          <p:cNvSpPr>
            <a:spLocks noEditPoints="1"/>
          </p:cNvSpPr>
          <p:nvPr/>
        </p:nvSpPr>
        <p:spPr bwMode="auto">
          <a:xfrm>
            <a:off x="760413" y="2711483"/>
            <a:ext cx="2112963" cy="2111375"/>
          </a:xfrm>
          <a:custGeom>
            <a:avLst/>
            <a:gdLst>
              <a:gd name="T0" fmla="*/ 282 w 666"/>
              <a:gd name="T1" fmla="*/ 641 h 665"/>
              <a:gd name="T2" fmla="*/ 200 w 666"/>
              <a:gd name="T3" fmla="*/ 583 h 665"/>
              <a:gd name="T4" fmla="*/ 98 w 666"/>
              <a:gd name="T5" fmla="*/ 568 h 665"/>
              <a:gd name="T6" fmla="*/ 82 w 666"/>
              <a:gd name="T7" fmla="*/ 466 h 665"/>
              <a:gd name="T8" fmla="*/ 24 w 666"/>
              <a:gd name="T9" fmla="*/ 384 h 665"/>
              <a:gd name="T10" fmla="*/ 24 w 666"/>
              <a:gd name="T11" fmla="*/ 281 h 665"/>
              <a:gd name="T12" fmla="*/ 82 w 666"/>
              <a:gd name="T13" fmla="*/ 199 h 665"/>
              <a:gd name="T14" fmla="*/ 98 w 666"/>
              <a:gd name="T15" fmla="*/ 97 h 665"/>
              <a:gd name="T16" fmla="*/ 200 w 666"/>
              <a:gd name="T17" fmla="*/ 82 h 665"/>
              <a:gd name="T18" fmla="*/ 282 w 666"/>
              <a:gd name="T19" fmla="*/ 23 h 665"/>
              <a:gd name="T20" fmla="*/ 385 w 666"/>
              <a:gd name="T21" fmla="*/ 23 h 665"/>
              <a:gd name="T22" fmla="*/ 467 w 666"/>
              <a:gd name="T23" fmla="*/ 82 h 665"/>
              <a:gd name="T24" fmla="*/ 569 w 666"/>
              <a:gd name="T25" fmla="*/ 97 h 665"/>
              <a:gd name="T26" fmla="*/ 584 w 666"/>
              <a:gd name="T27" fmla="*/ 199 h 665"/>
              <a:gd name="T28" fmla="*/ 642 w 666"/>
              <a:gd name="T29" fmla="*/ 281 h 665"/>
              <a:gd name="T30" fmla="*/ 642 w 666"/>
              <a:gd name="T31" fmla="*/ 384 h 665"/>
              <a:gd name="T32" fmla="*/ 584 w 666"/>
              <a:gd name="T33" fmla="*/ 466 h 665"/>
              <a:gd name="T34" fmla="*/ 569 w 666"/>
              <a:gd name="T35" fmla="*/ 568 h 665"/>
              <a:gd name="T36" fmla="*/ 467 w 666"/>
              <a:gd name="T37" fmla="*/ 583 h 665"/>
              <a:gd name="T38" fmla="*/ 385 w 666"/>
              <a:gd name="T39" fmla="*/ 641 h 665"/>
              <a:gd name="T40" fmla="*/ 205 w 666"/>
              <a:gd name="T41" fmla="*/ 575 h 665"/>
              <a:gd name="T42" fmla="*/ 288 w 666"/>
              <a:gd name="T43" fmla="*/ 636 h 665"/>
              <a:gd name="T44" fmla="*/ 379 w 666"/>
              <a:gd name="T45" fmla="*/ 636 h 665"/>
              <a:gd name="T46" fmla="*/ 467 w 666"/>
              <a:gd name="T47" fmla="*/ 575 h 665"/>
              <a:gd name="T48" fmla="*/ 563 w 666"/>
              <a:gd name="T49" fmla="*/ 562 h 665"/>
              <a:gd name="T50" fmla="*/ 576 w 666"/>
              <a:gd name="T51" fmla="*/ 466 h 665"/>
              <a:gd name="T52" fmla="*/ 637 w 666"/>
              <a:gd name="T53" fmla="*/ 378 h 665"/>
              <a:gd name="T54" fmla="*/ 637 w 666"/>
              <a:gd name="T55" fmla="*/ 287 h 665"/>
              <a:gd name="T56" fmla="*/ 576 w 666"/>
              <a:gd name="T57" fmla="*/ 198 h 665"/>
              <a:gd name="T58" fmla="*/ 563 w 666"/>
              <a:gd name="T59" fmla="*/ 103 h 665"/>
              <a:gd name="T60" fmla="*/ 467 w 666"/>
              <a:gd name="T61" fmla="*/ 90 h 665"/>
              <a:gd name="T62" fmla="*/ 379 w 666"/>
              <a:gd name="T63" fmla="*/ 29 h 665"/>
              <a:gd name="T64" fmla="*/ 288 w 666"/>
              <a:gd name="T65" fmla="*/ 29 h 665"/>
              <a:gd name="T66" fmla="*/ 199 w 666"/>
              <a:gd name="T67" fmla="*/ 90 h 665"/>
              <a:gd name="T68" fmla="*/ 104 w 666"/>
              <a:gd name="T69" fmla="*/ 103 h 665"/>
              <a:gd name="T70" fmla="*/ 90 w 666"/>
              <a:gd name="T71" fmla="*/ 198 h 665"/>
              <a:gd name="T72" fmla="*/ 29 w 666"/>
              <a:gd name="T73" fmla="*/ 287 h 665"/>
              <a:gd name="T74" fmla="*/ 29 w 666"/>
              <a:gd name="T75" fmla="*/ 378 h 665"/>
              <a:gd name="T76" fmla="*/ 90 w 666"/>
              <a:gd name="T77" fmla="*/ 466 h 665"/>
              <a:gd name="T78" fmla="*/ 104 w 666"/>
              <a:gd name="T79" fmla="*/ 562 h 665"/>
              <a:gd name="T80" fmla="*/ 199 w 666"/>
              <a:gd name="T81" fmla="*/ 575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66" h="665">
                <a:moveTo>
                  <a:pt x="333" y="665"/>
                </a:moveTo>
                <a:cubicBezTo>
                  <a:pt x="313" y="665"/>
                  <a:pt x="295" y="657"/>
                  <a:pt x="282" y="641"/>
                </a:cubicBezTo>
                <a:cubicBezTo>
                  <a:pt x="250" y="604"/>
                  <a:pt x="250" y="604"/>
                  <a:pt x="250" y="604"/>
                </a:cubicBezTo>
                <a:cubicBezTo>
                  <a:pt x="238" y="590"/>
                  <a:pt x="219" y="582"/>
                  <a:pt x="200" y="583"/>
                </a:cubicBezTo>
                <a:cubicBezTo>
                  <a:pt x="151" y="587"/>
                  <a:pt x="151" y="587"/>
                  <a:pt x="151" y="587"/>
                </a:cubicBezTo>
                <a:cubicBezTo>
                  <a:pt x="131" y="589"/>
                  <a:pt x="112" y="582"/>
                  <a:pt x="98" y="568"/>
                </a:cubicBezTo>
                <a:cubicBezTo>
                  <a:pt x="84" y="554"/>
                  <a:pt x="77" y="534"/>
                  <a:pt x="78" y="514"/>
                </a:cubicBezTo>
                <a:cubicBezTo>
                  <a:pt x="82" y="466"/>
                  <a:pt x="82" y="466"/>
                  <a:pt x="82" y="466"/>
                </a:cubicBezTo>
                <a:cubicBezTo>
                  <a:pt x="84" y="447"/>
                  <a:pt x="76" y="428"/>
                  <a:pt x="62" y="416"/>
                </a:cubicBezTo>
                <a:cubicBezTo>
                  <a:pt x="24" y="384"/>
                  <a:pt x="24" y="384"/>
                  <a:pt x="24" y="384"/>
                </a:cubicBezTo>
                <a:cubicBezTo>
                  <a:pt x="9" y="371"/>
                  <a:pt x="0" y="352"/>
                  <a:pt x="0" y="332"/>
                </a:cubicBezTo>
                <a:cubicBezTo>
                  <a:pt x="0" y="313"/>
                  <a:pt x="9" y="294"/>
                  <a:pt x="24" y="281"/>
                </a:cubicBezTo>
                <a:cubicBezTo>
                  <a:pt x="62" y="249"/>
                  <a:pt x="62" y="249"/>
                  <a:pt x="62" y="249"/>
                </a:cubicBezTo>
                <a:cubicBezTo>
                  <a:pt x="76" y="237"/>
                  <a:pt x="84" y="218"/>
                  <a:pt x="82" y="199"/>
                </a:cubicBezTo>
                <a:cubicBezTo>
                  <a:pt x="78" y="150"/>
                  <a:pt x="78" y="150"/>
                  <a:pt x="78" y="150"/>
                </a:cubicBezTo>
                <a:cubicBezTo>
                  <a:pt x="77" y="131"/>
                  <a:pt x="84" y="111"/>
                  <a:pt x="98" y="97"/>
                </a:cubicBezTo>
                <a:cubicBezTo>
                  <a:pt x="112" y="83"/>
                  <a:pt x="131" y="76"/>
                  <a:pt x="151" y="78"/>
                </a:cubicBezTo>
                <a:cubicBezTo>
                  <a:pt x="200" y="82"/>
                  <a:pt x="200" y="82"/>
                  <a:pt x="200" y="82"/>
                </a:cubicBezTo>
                <a:cubicBezTo>
                  <a:pt x="219" y="83"/>
                  <a:pt x="238" y="75"/>
                  <a:pt x="250" y="61"/>
                </a:cubicBezTo>
                <a:cubicBezTo>
                  <a:pt x="282" y="23"/>
                  <a:pt x="282" y="23"/>
                  <a:pt x="282" y="23"/>
                </a:cubicBezTo>
                <a:cubicBezTo>
                  <a:pt x="295" y="8"/>
                  <a:pt x="313" y="0"/>
                  <a:pt x="333" y="0"/>
                </a:cubicBezTo>
                <a:cubicBezTo>
                  <a:pt x="353" y="0"/>
                  <a:pt x="372" y="8"/>
                  <a:pt x="385" y="23"/>
                </a:cubicBezTo>
                <a:cubicBezTo>
                  <a:pt x="416" y="61"/>
                  <a:pt x="416" y="61"/>
                  <a:pt x="416" y="61"/>
                </a:cubicBezTo>
                <a:cubicBezTo>
                  <a:pt x="429" y="75"/>
                  <a:pt x="447" y="83"/>
                  <a:pt x="467" y="82"/>
                </a:cubicBezTo>
                <a:cubicBezTo>
                  <a:pt x="515" y="78"/>
                  <a:pt x="515" y="78"/>
                  <a:pt x="515" y="78"/>
                </a:cubicBezTo>
                <a:cubicBezTo>
                  <a:pt x="535" y="76"/>
                  <a:pt x="555" y="83"/>
                  <a:pt x="569" y="97"/>
                </a:cubicBezTo>
                <a:cubicBezTo>
                  <a:pt x="583" y="111"/>
                  <a:pt x="590" y="131"/>
                  <a:pt x="588" y="150"/>
                </a:cubicBezTo>
                <a:cubicBezTo>
                  <a:pt x="584" y="199"/>
                  <a:pt x="584" y="199"/>
                  <a:pt x="584" y="199"/>
                </a:cubicBezTo>
                <a:cubicBezTo>
                  <a:pt x="583" y="218"/>
                  <a:pt x="590" y="237"/>
                  <a:pt x="605" y="249"/>
                </a:cubicBezTo>
                <a:cubicBezTo>
                  <a:pt x="642" y="281"/>
                  <a:pt x="642" y="281"/>
                  <a:pt x="642" y="281"/>
                </a:cubicBezTo>
                <a:cubicBezTo>
                  <a:pt x="657" y="294"/>
                  <a:pt x="666" y="313"/>
                  <a:pt x="666" y="332"/>
                </a:cubicBezTo>
                <a:cubicBezTo>
                  <a:pt x="666" y="352"/>
                  <a:pt x="657" y="371"/>
                  <a:pt x="642" y="384"/>
                </a:cubicBezTo>
                <a:cubicBezTo>
                  <a:pt x="605" y="416"/>
                  <a:pt x="605" y="416"/>
                  <a:pt x="605" y="416"/>
                </a:cubicBezTo>
                <a:cubicBezTo>
                  <a:pt x="590" y="428"/>
                  <a:pt x="583" y="447"/>
                  <a:pt x="584" y="466"/>
                </a:cubicBezTo>
                <a:cubicBezTo>
                  <a:pt x="588" y="514"/>
                  <a:pt x="588" y="514"/>
                  <a:pt x="588" y="514"/>
                </a:cubicBezTo>
                <a:cubicBezTo>
                  <a:pt x="590" y="534"/>
                  <a:pt x="583" y="554"/>
                  <a:pt x="569" y="568"/>
                </a:cubicBezTo>
                <a:cubicBezTo>
                  <a:pt x="555" y="582"/>
                  <a:pt x="535" y="589"/>
                  <a:pt x="515" y="587"/>
                </a:cubicBezTo>
                <a:cubicBezTo>
                  <a:pt x="467" y="583"/>
                  <a:pt x="467" y="583"/>
                  <a:pt x="467" y="583"/>
                </a:cubicBezTo>
                <a:cubicBezTo>
                  <a:pt x="447" y="582"/>
                  <a:pt x="429" y="590"/>
                  <a:pt x="416" y="604"/>
                </a:cubicBezTo>
                <a:cubicBezTo>
                  <a:pt x="385" y="641"/>
                  <a:pt x="385" y="641"/>
                  <a:pt x="385" y="641"/>
                </a:cubicBezTo>
                <a:cubicBezTo>
                  <a:pt x="372" y="657"/>
                  <a:pt x="353" y="665"/>
                  <a:pt x="333" y="665"/>
                </a:cubicBezTo>
                <a:close/>
                <a:moveTo>
                  <a:pt x="205" y="575"/>
                </a:moveTo>
                <a:cubicBezTo>
                  <a:pt x="225" y="575"/>
                  <a:pt x="243" y="584"/>
                  <a:pt x="256" y="599"/>
                </a:cubicBezTo>
                <a:cubicBezTo>
                  <a:pt x="288" y="636"/>
                  <a:pt x="288" y="636"/>
                  <a:pt x="288" y="636"/>
                </a:cubicBezTo>
                <a:cubicBezTo>
                  <a:pt x="299" y="650"/>
                  <a:pt x="316" y="657"/>
                  <a:pt x="333" y="657"/>
                </a:cubicBezTo>
                <a:cubicBezTo>
                  <a:pt x="351" y="657"/>
                  <a:pt x="367" y="650"/>
                  <a:pt x="379" y="636"/>
                </a:cubicBezTo>
                <a:cubicBezTo>
                  <a:pt x="410" y="599"/>
                  <a:pt x="410" y="599"/>
                  <a:pt x="410" y="599"/>
                </a:cubicBezTo>
                <a:cubicBezTo>
                  <a:pt x="424" y="582"/>
                  <a:pt x="445" y="574"/>
                  <a:pt x="467" y="575"/>
                </a:cubicBezTo>
                <a:cubicBezTo>
                  <a:pt x="516" y="579"/>
                  <a:pt x="516" y="579"/>
                  <a:pt x="516" y="579"/>
                </a:cubicBezTo>
                <a:cubicBezTo>
                  <a:pt x="534" y="581"/>
                  <a:pt x="551" y="575"/>
                  <a:pt x="563" y="562"/>
                </a:cubicBezTo>
                <a:cubicBezTo>
                  <a:pt x="575" y="550"/>
                  <a:pt x="582" y="533"/>
                  <a:pt x="580" y="515"/>
                </a:cubicBezTo>
                <a:cubicBezTo>
                  <a:pt x="576" y="466"/>
                  <a:pt x="576" y="466"/>
                  <a:pt x="576" y="466"/>
                </a:cubicBezTo>
                <a:cubicBezTo>
                  <a:pt x="574" y="445"/>
                  <a:pt x="583" y="424"/>
                  <a:pt x="600" y="409"/>
                </a:cubicBezTo>
                <a:cubicBezTo>
                  <a:pt x="637" y="378"/>
                  <a:pt x="637" y="378"/>
                  <a:pt x="637" y="378"/>
                </a:cubicBezTo>
                <a:cubicBezTo>
                  <a:pt x="650" y="367"/>
                  <a:pt x="658" y="350"/>
                  <a:pt x="658" y="332"/>
                </a:cubicBezTo>
                <a:cubicBezTo>
                  <a:pt x="658" y="315"/>
                  <a:pt x="650" y="298"/>
                  <a:pt x="637" y="287"/>
                </a:cubicBezTo>
                <a:cubicBezTo>
                  <a:pt x="600" y="255"/>
                  <a:pt x="600" y="255"/>
                  <a:pt x="600" y="255"/>
                </a:cubicBezTo>
                <a:cubicBezTo>
                  <a:pt x="583" y="241"/>
                  <a:pt x="574" y="220"/>
                  <a:pt x="576" y="198"/>
                </a:cubicBezTo>
                <a:cubicBezTo>
                  <a:pt x="580" y="150"/>
                  <a:pt x="580" y="150"/>
                  <a:pt x="580" y="150"/>
                </a:cubicBezTo>
                <a:cubicBezTo>
                  <a:pt x="582" y="132"/>
                  <a:pt x="575" y="115"/>
                  <a:pt x="563" y="103"/>
                </a:cubicBezTo>
                <a:cubicBezTo>
                  <a:pt x="551" y="90"/>
                  <a:pt x="534" y="84"/>
                  <a:pt x="516" y="86"/>
                </a:cubicBezTo>
                <a:cubicBezTo>
                  <a:pt x="467" y="90"/>
                  <a:pt x="467" y="90"/>
                  <a:pt x="467" y="90"/>
                </a:cubicBezTo>
                <a:cubicBezTo>
                  <a:pt x="445" y="91"/>
                  <a:pt x="424" y="82"/>
                  <a:pt x="410" y="66"/>
                </a:cubicBezTo>
                <a:cubicBezTo>
                  <a:pt x="379" y="29"/>
                  <a:pt x="379" y="29"/>
                  <a:pt x="379" y="29"/>
                </a:cubicBezTo>
                <a:cubicBezTo>
                  <a:pt x="367" y="15"/>
                  <a:pt x="351" y="8"/>
                  <a:pt x="333" y="8"/>
                </a:cubicBezTo>
                <a:cubicBezTo>
                  <a:pt x="316" y="8"/>
                  <a:pt x="299" y="15"/>
                  <a:pt x="288" y="29"/>
                </a:cubicBezTo>
                <a:cubicBezTo>
                  <a:pt x="256" y="66"/>
                  <a:pt x="256" y="66"/>
                  <a:pt x="256" y="66"/>
                </a:cubicBezTo>
                <a:cubicBezTo>
                  <a:pt x="242" y="82"/>
                  <a:pt x="221" y="91"/>
                  <a:pt x="199" y="90"/>
                </a:cubicBezTo>
                <a:cubicBezTo>
                  <a:pt x="151" y="86"/>
                  <a:pt x="151" y="86"/>
                  <a:pt x="151" y="86"/>
                </a:cubicBezTo>
                <a:cubicBezTo>
                  <a:pt x="133" y="84"/>
                  <a:pt x="116" y="90"/>
                  <a:pt x="104" y="103"/>
                </a:cubicBezTo>
                <a:cubicBezTo>
                  <a:pt x="91" y="115"/>
                  <a:pt x="85" y="132"/>
                  <a:pt x="86" y="150"/>
                </a:cubicBezTo>
                <a:cubicBezTo>
                  <a:pt x="90" y="198"/>
                  <a:pt x="90" y="198"/>
                  <a:pt x="90" y="198"/>
                </a:cubicBezTo>
                <a:cubicBezTo>
                  <a:pt x="92" y="220"/>
                  <a:pt x="83" y="241"/>
                  <a:pt x="67" y="255"/>
                </a:cubicBezTo>
                <a:cubicBezTo>
                  <a:pt x="29" y="287"/>
                  <a:pt x="29" y="287"/>
                  <a:pt x="29" y="287"/>
                </a:cubicBezTo>
                <a:cubicBezTo>
                  <a:pt x="16" y="298"/>
                  <a:pt x="8" y="315"/>
                  <a:pt x="8" y="332"/>
                </a:cubicBezTo>
                <a:cubicBezTo>
                  <a:pt x="8" y="350"/>
                  <a:pt x="16" y="367"/>
                  <a:pt x="29" y="378"/>
                </a:cubicBezTo>
                <a:cubicBezTo>
                  <a:pt x="67" y="409"/>
                  <a:pt x="67" y="409"/>
                  <a:pt x="67" y="409"/>
                </a:cubicBezTo>
                <a:cubicBezTo>
                  <a:pt x="83" y="424"/>
                  <a:pt x="92" y="445"/>
                  <a:pt x="90" y="466"/>
                </a:cubicBezTo>
                <a:cubicBezTo>
                  <a:pt x="86" y="515"/>
                  <a:pt x="86" y="515"/>
                  <a:pt x="86" y="515"/>
                </a:cubicBezTo>
                <a:cubicBezTo>
                  <a:pt x="85" y="533"/>
                  <a:pt x="91" y="550"/>
                  <a:pt x="104" y="562"/>
                </a:cubicBezTo>
                <a:cubicBezTo>
                  <a:pt x="116" y="575"/>
                  <a:pt x="133" y="581"/>
                  <a:pt x="151" y="579"/>
                </a:cubicBezTo>
                <a:cubicBezTo>
                  <a:pt x="199" y="575"/>
                  <a:pt x="199" y="575"/>
                  <a:pt x="199" y="575"/>
                </a:cubicBezTo>
                <a:cubicBezTo>
                  <a:pt x="201" y="575"/>
                  <a:pt x="203" y="575"/>
                  <a:pt x="205" y="575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1195"/>
          <p:cNvSpPr>
            <a:spLocks noEditPoints="1"/>
          </p:cNvSpPr>
          <p:nvPr/>
        </p:nvSpPr>
        <p:spPr bwMode="auto">
          <a:xfrm>
            <a:off x="1049338" y="2997233"/>
            <a:ext cx="1535113" cy="1539875"/>
          </a:xfrm>
          <a:custGeom>
            <a:avLst/>
            <a:gdLst>
              <a:gd name="T0" fmla="*/ 204 w 484"/>
              <a:gd name="T1" fmla="*/ 467 h 485"/>
              <a:gd name="T2" fmla="*/ 146 w 484"/>
              <a:gd name="T3" fmla="*/ 425 h 485"/>
              <a:gd name="T4" fmla="*/ 71 w 484"/>
              <a:gd name="T5" fmla="*/ 414 h 485"/>
              <a:gd name="T6" fmla="*/ 59 w 484"/>
              <a:gd name="T7" fmla="*/ 339 h 485"/>
              <a:gd name="T8" fmla="*/ 18 w 484"/>
              <a:gd name="T9" fmla="*/ 281 h 485"/>
              <a:gd name="T10" fmla="*/ 18 w 484"/>
              <a:gd name="T11" fmla="*/ 204 h 485"/>
              <a:gd name="T12" fmla="*/ 59 w 484"/>
              <a:gd name="T13" fmla="*/ 146 h 485"/>
              <a:gd name="T14" fmla="*/ 71 w 484"/>
              <a:gd name="T15" fmla="*/ 71 h 485"/>
              <a:gd name="T16" fmla="*/ 146 w 484"/>
              <a:gd name="T17" fmla="*/ 60 h 485"/>
              <a:gd name="T18" fmla="*/ 204 w 484"/>
              <a:gd name="T19" fmla="*/ 18 h 485"/>
              <a:gd name="T20" fmla="*/ 280 w 484"/>
              <a:gd name="T21" fmla="*/ 18 h 485"/>
              <a:gd name="T22" fmla="*/ 339 w 484"/>
              <a:gd name="T23" fmla="*/ 60 h 485"/>
              <a:gd name="T24" fmla="*/ 413 w 484"/>
              <a:gd name="T25" fmla="*/ 71 h 485"/>
              <a:gd name="T26" fmla="*/ 425 w 484"/>
              <a:gd name="T27" fmla="*/ 146 h 485"/>
              <a:gd name="T28" fmla="*/ 467 w 484"/>
              <a:gd name="T29" fmla="*/ 204 h 485"/>
              <a:gd name="T30" fmla="*/ 467 w 484"/>
              <a:gd name="T31" fmla="*/ 281 h 485"/>
              <a:gd name="T32" fmla="*/ 425 w 484"/>
              <a:gd name="T33" fmla="*/ 339 h 485"/>
              <a:gd name="T34" fmla="*/ 413 w 484"/>
              <a:gd name="T35" fmla="*/ 414 h 485"/>
              <a:gd name="T36" fmla="*/ 339 w 484"/>
              <a:gd name="T37" fmla="*/ 425 h 485"/>
              <a:gd name="T38" fmla="*/ 280 w 484"/>
              <a:gd name="T39" fmla="*/ 467 h 485"/>
              <a:gd name="T40" fmla="*/ 149 w 484"/>
              <a:gd name="T41" fmla="*/ 417 h 485"/>
              <a:gd name="T42" fmla="*/ 210 w 484"/>
              <a:gd name="T43" fmla="*/ 462 h 485"/>
              <a:gd name="T44" fmla="*/ 274 w 484"/>
              <a:gd name="T45" fmla="*/ 462 h 485"/>
              <a:gd name="T46" fmla="*/ 339 w 484"/>
              <a:gd name="T47" fmla="*/ 417 h 485"/>
              <a:gd name="T48" fmla="*/ 408 w 484"/>
              <a:gd name="T49" fmla="*/ 408 h 485"/>
              <a:gd name="T50" fmla="*/ 417 w 484"/>
              <a:gd name="T51" fmla="*/ 340 h 485"/>
              <a:gd name="T52" fmla="*/ 462 w 484"/>
              <a:gd name="T53" fmla="*/ 274 h 485"/>
              <a:gd name="T54" fmla="*/ 462 w 484"/>
              <a:gd name="T55" fmla="*/ 210 h 485"/>
              <a:gd name="T56" fmla="*/ 417 w 484"/>
              <a:gd name="T57" fmla="*/ 145 h 485"/>
              <a:gd name="T58" fmla="*/ 408 w 484"/>
              <a:gd name="T59" fmla="*/ 77 h 485"/>
              <a:gd name="T60" fmla="*/ 339 w 484"/>
              <a:gd name="T61" fmla="*/ 68 h 485"/>
              <a:gd name="T62" fmla="*/ 274 w 484"/>
              <a:gd name="T63" fmla="*/ 23 h 485"/>
              <a:gd name="T64" fmla="*/ 210 w 484"/>
              <a:gd name="T65" fmla="*/ 23 h 485"/>
              <a:gd name="T66" fmla="*/ 145 w 484"/>
              <a:gd name="T67" fmla="*/ 68 h 485"/>
              <a:gd name="T68" fmla="*/ 77 w 484"/>
              <a:gd name="T69" fmla="*/ 77 h 485"/>
              <a:gd name="T70" fmla="*/ 67 w 484"/>
              <a:gd name="T71" fmla="*/ 145 h 485"/>
              <a:gd name="T72" fmla="*/ 23 w 484"/>
              <a:gd name="T73" fmla="*/ 210 h 485"/>
              <a:gd name="T74" fmla="*/ 23 w 484"/>
              <a:gd name="T75" fmla="*/ 274 h 485"/>
              <a:gd name="T76" fmla="*/ 67 w 484"/>
              <a:gd name="T77" fmla="*/ 340 h 485"/>
              <a:gd name="T78" fmla="*/ 77 w 484"/>
              <a:gd name="T79" fmla="*/ 408 h 485"/>
              <a:gd name="T80" fmla="*/ 145 w 484"/>
              <a:gd name="T81" fmla="*/ 417 h 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484" h="485">
                <a:moveTo>
                  <a:pt x="242" y="485"/>
                </a:moveTo>
                <a:cubicBezTo>
                  <a:pt x="228" y="485"/>
                  <a:pt x="214" y="478"/>
                  <a:pt x="204" y="467"/>
                </a:cubicBezTo>
                <a:cubicBezTo>
                  <a:pt x="181" y="440"/>
                  <a:pt x="181" y="440"/>
                  <a:pt x="181" y="440"/>
                </a:cubicBezTo>
                <a:cubicBezTo>
                  <a:pt x="173" y="430"/>
                  <a:pt x="159" y="424"/>
                  <a:pt x="146" y="425"/>
                </a:cubicBezTo>
                <a:cubicBezTo>
                  <a:pt x="111" y="428"/>
                  <a:pt x="111" y="428"/>
                  <a:pt x="111" y="428"/>
                </a:cubicBezTo>
                <a:cubicBezTo>
                  <a:pt x="96" y="429"/>
                  <a:pt x="81" y="424"/>
                  <a:pt x="71" y="414"/>
                </a:cubicBezTo>
                <a:cubicBezTo>
                  <a:pt x="61" y="403"/>
                  <a:pt x="55" y="389"/>
                  <a:pt x="57" y="374"/>
                </a:cubicBezTo>
                <a:cubicBezTo>
                  <a:pt x="59" y="339"/>
                  <a:pt x="59" y="339"/>
                  <a:pt x="59" y="339"/>
                </a:cubicBezTo>
                <a:cubicBezTo>
                  <a:pt x="61" y="325"/>
                  <a:pt x="55" y="312"/>
                  <a:pt x="45" y="303"/>
                </a:cubicBezTo>
                <a:cubicBezTo>
                  <a:pt x="18" y="281"/>
                  <a:pt x="18" y="281"/>
                  <a:pt x="18" y="281"/>
                </a:cubicBezTo>
                <a:cubicBezTo>
                  <a:pt x="7" y="271"/>
                  <a:pt x="0" y="257"/>
                  <a:pt x="0" y="242"/>
                </a:cubicBezTo>
                <a:cubicBezTo>
                  <a:pt x="0" y="228"/>
                  <a:pt x="7" y="214"/>
                  <a:pt x="18" y="204"/>
                </a:cubicBezTo>
                <a:cubicBezTo>
                  <a:pt x="45" y="181"/>
                  <a:pt x="45" y="181"/>
                  <a:pt x="45" y="181"/>
                </a:cubicBezTo>
                <a:cubicBezTo>
                  <a:pt x="55" y="173"/>
                  <a:pt x="61" y="159"/>
                  <a:pt x="59" y="146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5" y="96"/>
                  <a:pt x="61" y="82"/>
                  <a:pt x="71" y="71"/>
                </a:cubicBezTo>
                <a:cubicBezTo>
                  <a:pt x="81" y="61"/>
                  <a:pt x="96" y="56"/>
                  <a:pt x="111" y="57"/>
                </a:cubicBezTo>
                <a:cubicBezTo>
                  <a:pt x="146" y="60"/>
                  <a:pt x="146" y="60"/>
                  <a:pt x="146" y="60"/>
                </a:cubicBezTo>
                <a:cubicBezTo>
                  <a:pt x="159" y="61"/>
                  <a:pt x="173" y="55"/>
                  <a:pt x="181" y="45"/>
                </a:cubicBezTo>
                <a:cubicBezTo>
                  <a:pt x="204" y="18"/>
                  <a:pt x="204" y="18"/>
                  <a:pt x="204" y="18"/>
                </a:cubicBezTo>
                <a:cubicBezTo>
                  <a:pt x="214" y="7"/>
                  <a:pt x="228" y="0"/>
                  <a:pt x="242" y="0"/>
                </a:cubicBezTo>
                <a:cubicBezTo>
                  <a:pt x="257" y="0"/>
                  <a:pt x="271" y="7"/>
                  <a:pt x="280" y="18"/>
                </a:cubicBezTo>
                <a:cubicBezTo>
                  <a:pt x="303" y="45"/>
                  <a:pt x="303" y="45"/>
                  <a:pt x="303" y="45"/>
                </a:cubicBezTo>
                <a:cubicBezTo>
                  <a:pt x="312" y="55"/>
                  <a:pt x="325" y="61"/>
                  <a:pt x="339" y="60"/>
                </a:cubicBezTo>
                <a:cubicBezTo>
                  <a:pt x="374" y="57"/>
                  <a:pt x="374" y="57"/>
                  <a:pt x="374" y="57"/>
                </a:cubicBezTo>
                <a:cubicBezTo>
                  <a:pt x="389" y="56"/>
                  <a:pt x="403" y="61"/>
                  <a:pt x="413" y="71"/>
                </a:cubicBezTo>
                <a:cubicBezTo>
                  <a:pt x="424" y="82"/>
                  <a:pt x="429" y="96"/>
                  <a:pt x="428" y="111"/>
                </a:cubicBezTo>
                <a:cubicBezTo>
                  <a:pt x="425" y="146"/>
                  <a:pt x="425" y="146"/>
                  <a:pt x="425" y="146"/>
                </a:cubicBezTo>
                <a:cubicBezTo>
                  <a:pt x="424" y="159"/>
                  <a:pt x="429" y="173"/>
                  <a:pt x="440" y="181"/>
                </a:cubicBezTo>
                <a:cubicBezTo>
                  <a:pt x="467" y="204"/>
                  <a:pt x="467" y="204"/>
                  <a:pt x="467" y="204"/>
                </a:cubicBezTo>
                <a:cubicBezTo>
                  <a:pt x="478" y="214"/>
                  <a:pt x="484" y="228"/>
                  <a:pt x="484" y="242"/>
                </a:cubicBezTo>
                <a:cubicBezTo>
                  <a:pt x="484" y="257"/>
                  <a:pt x="478" y="271"/>
                  <a:pt x="467" y="281"/>
                </a:cubicBezTo>
                <a:cubicBezTo>
                  <a:pt x="440" y="303"/>
                  <a:pt x="440" y="303"/>
                  <a:pt x="440" y="303"/>
                </a:cubicBezTo>
                <a:cubicBezTo>
                  <a:pt x="429" y="312"/>
                  <a:pt x="424" y="325"/>
                  <a:pt x="425" y="339"/>
                </a:cubicBezTo>
                <a:cubicBezTo>
                  <a:pt x="428" y="374"/>
                  <a:pt x="428" y="374"/>
                  <a:pt x="428" y="374"/>
                </a:cubicBezTo>
                <a:cubicBezTo>
                  <a:pt x="429" y="389"/>
                  <a:pt x="424" y="403"/>
                  <a:pt x="413" y="414"/>
                </a:cubicBezTo>
                <a:cubicBezTo>
                  <a:pt x="403" y="424"/>
                  <a:pt x="389" y="429"/>
                  <a:pt x="374" y="428"/>
                </a:cubicBezTo>
                <a:cubicBezTo>
                  <a:pt x="339" y="425"/>
                  <a:pt x="339" y="425"/>
                  <a:pt x="339" y="425"/>
                </a:cubicBezTo>
                <a:cubicBezTo>
                  <a:pt x="325" y="424"/>
                  <a:pt x="312" y="430"/>
                  <a:pt x="303" y="440"/>
                </a:cubicBezTo>
                <a:cubicBezTo>
                  <a:pt x="280" y="467"/>
                  <a:pt x="280" y="467"/>
                  <a:pt x="280" y="467"/>
                </a:cubicBezTo>
                <a:cubicBezTo>
                  <a:pt x="271" y="478"/>
                  <a:pt x="257" y="485"/>
                  <a:pt x="242" y="485"/>
                </a:cubicBezTo>
                <a:close/>
                <a:moveTo>
                  <a:pt x="149" y="417"/>
                </a:moveTo>
                <a:cubicBezTo>
                  <a:pt x="164" y="417"/>
                  <a:pt x="178" y="424"/>
                  <a:pt x="187" y="435"/>
                </a:cubicBezTo>
                <a:cubicBezTo>
                  <a:pt x="210" y="462"/>
                  <a:pt x="210" y="462"/>
                  <a:pt x="210" y="462"/>
                </a:cubicBezTo>
                <a:cubicBezTo>
                  <a:pt x="218" y="471"/>
                  <a:pt x="230" y="477"/>
                  <a:pt x="242" y="477"/>
                </a:cubicBezTo>
                <a:cubicBezTo>
                  <a:pt x="255" y="477"/>
                  <a:pt x="266" y="471"/>
                  <a:pt x="274" y="462"/>
                </a:cubicBezTo>
                <a:cubicBezTo>
                  <a:pt x="297" y="435"/>
                  <a:pt x="297" y="435"/>
                  <a:pt x="297" y="435"/>
                </a:cubicBezTo>
                <a:cubicBezTo>
                  <a:pt x="308" y="423"/>
                  <a:pt x="323" y="416"/>
                  <a:pt x="339" y="417"/>
                </a:cubicBezTo>
                <a:cubicBezTo>
                  <a:pt x="375" y="420"/>
                  <a:pt x="375" y="420"/>
                  <a:pt x="375" y="420"/>
                </a:cubicBezTo>
                <a:cubicBezTo>
                  <a:pt x="387" y="421"/>
                  <a:pt x="399" y="417"/>
                  <a:pt x="408" y="408"/>
                </a:cubicBezTo>
                <a:cubicBezTo>
                  <a:pt x="417" y="399"/>
                  <a:pt x="421" y="387"/>
                  <a:pt x="420" y="375"/>
                </a:cubicBezTo>
                <a:cubicBezTo>
                  <a:pt x="417" y="340"/>
                  <a:pt x="417" y="340"/>
                  <a:pt x="417" y="340"/>
                </a:cubicBezTo>
                <a:cubicBezTo>
                  <a:pt x="416" y="324"/>
                  <a:pt x="422" y="308"/>
                  <a:pt x="435" y="297"/>
                </a:cubicBezTo>
                <a:cubicBezTo>
                  <a:pt x="462" y="274"/>
                  <a:pt x="462" y="274"/>
                  <a:pt x="462" y="274"/>
                </a:cubicBezTo>
                <a:cubicBezTo>
                  <a:pt x="471" y="266"/>
                  <a:pt x="476" y="255"/>
                  <a:pt x="476" y="242"/>
                </a:cubicBezTo>
                <a:cubicBezTo>
                  <a:pt x="476" y="230"/>
                  <a:pt x="471" y="218"/>
                  <a:pt x="462" y="210"/>
                </a:cubicBezTo>
                <a:cubicBezTo>
                  <a:pt x="435" y="188"/>
                  <a:pt x="435" y="188"/>
                  <a:pt x="435" y="188"/>
                </a:cubicBezTo>
                <a:cubicBezTo>
                  <a:pt x="422" y="177"/>
                  <a:pt x="416" y="161"/>
                  <a:pt x="417" y="145"/>
                </a:cubicBezTo>
                <a:cubicBezTo>
                  <a:pt x="420" y="110"/>
                  <a:pt x="420" y="110"/>
                  <a:pt x="420" y="110"/>
                </a:cubicBezTo>
                <a:cubicBezTo>
                  <a:pt x="421" y="98"/>
                  <a:pt x="417" y="86"/>
                  <a:pt x="408" y="77"/>
                </a:cubicBezTo>
                <a:cubicBezTo>
                  <a:pt x="399" y="68"/>
                  <a:pt x="387" y="64"/>
                  <a:pt x="375" y="65"/>
                </a:cubicBezTo>
                <a:cubicBezTo>
                  <a:pt x="339" y="68"/>
                  <a:pt x="339" y="68"/>
                  <a:pt x="339" y="68"/>
                </a:cubicBezTo>
                <a:cubicBezTo>
                  <a:pt x="323" y="69"/>
                  <a:pt x="308" y="62"/>
                  <a:pt x="297" y="50"/>
                </a:cubicBezTo>
                <a:cubicBezTo>
                  <a:pt x="274" y="23"/>
                  <a:pt x="274" y="23"/>
                  <a:pt x="274" y="23"/>
                </a:cubicBezTo>
                <a:cubicBezTo>
                  <a:pt x="266" y="14"/>
                  <a:pt x="255" y="8"/>
                  <a:pt x="242" y="8"/>
                </a:cubicBezTo>
                <a:cubicBezTo>
                  <a:pt x="230" y="8"/>
                  <a:pt x="218" y="14"/>
                  <a:pt x="210" y="23"/>
                </a:cubicBezTo>
                <a:cubicBezTo>
                  <a:pt x="187" y="50"/>
                  <a:pt x="187" y="50"/>
                  <a:pt x="187" y="50"/>
                </a:cubicBezTo>
                <a:cubicBezTo>
                  <a:pt x="177" y="62"/>
                  <a:pt x="161" y="69"/>
                  <a:pt x="145" y="68"/>
                </a:cubicBezTo>
                <a:cubicBezTo>
                  <a:pt x="110" y="65"/>
                  <a:pt x="110" y="65"/>
                  <a:pt x="110" y="65"/>
                </a:cubicBezTo>
                <a:cubicBezTo>
                  <a:pt x="97" y="64"/>
                  <a:pt x="85" y="68"/>
                  <a:pt x="77" y="77"/>
                </a:cubicBezTo>
                <a:cubicBezTo>
                  <a:pt x="68" y="86"/>
                  <a:pt x="64" y="98"/>
                  <a:pt x="65" y="110"/>
                </a:cubicBezTo>
                <a:cubicBezTo>
                  <a:pt x="67" y="145"/>
                  <a:pt x="67" y="145"/>
                  <a:pt x="67" y="145"/>
                </a:cubicBezTo>
                <a:cubicBezTo>
                  <a:pt x="69" y="161"/>
                  <a:pt x="62" y="177"/>
                  <a:pt x="50" y="188"/>
                </a:cubicBezTo>
                <a:cubicBezTo>
                  <a:pt x="23" y="210"/>
                  <a:pt x="23" y="210"/>
                  <a:pt x="23" y="210"/>
                </a:cubicBezTo>
                <a:cubicBezTo>
                  <a:pt x="14" y="218"/>
                  <a:pt x="8" y="230"/>
                  <a:pt x="8" y="242"/>
                </a:cubicBezTo>
                <a:cubicBezTo>
                  <a:pt x="8" y="255"/>
                  <a:pt x="14" y="267"/>
                  <a:pt x="23" y="274"/>
                </a:cubicBezTo>
                <a:cubicBezTo>
                  <a:pt x="50" y="297"/>
                  <a:pt x="50" y="297"/>
                  <a:pt x="50" y="297"/>
                </a:cubicBezTo>
                <a:cubicBezTo>
                  <a:pt x="62" y="308"/>
                  <a:pt x="69" y="324"/>
                  <a:pt x="67" y="340"/>
                </a:cubicBezTo>
                <a:cubicBezTo>
                  <a:pt x="65" y="375"/>
                  <a:pt x="65" y="375"/>
                  <a:pt x="65" y="375"/>
                </a:cubicBezTo>
                <a:cubicBezTo>
                  <a:pt x="64" y="387"/>
                  <a:pt x="68" y="399"/>
                  <a:pt x="77" y="408"/>
                </a:cubicBezTo>
                <a:cubicBezTo>
                  <a:pt x="85" y="417"/>
                  <a:pt x="97" y="421"/>
                  <a:pt x="110" y="420"/>
                </a:cubicBezTo>
                <a:cubicBezTo>
                  <a:pt x="145" y="417"/>
                  <a:pt x="145" y="417"/>
                  <a:pt x="145" y="417"/>
                </a:cubicBezTo>
                <a:cubicBezTo>
                  <a:pt x="146" y="417"/>
                  <a:pt x="148" y="417"/>
                  <a:pt x="149" y="417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1196"/>
          <p:cNvSpPr>
            <a:spLocks/>
          </p:cNvSpPr>
          <p:nvPr/>
        </p:nvSpPr>
        <p:spPr bwMode="auto">
          <a:xfrm>
            <a:off x="1208088" y="3155983"/>
            <a:ext cx="1220788" cy="1222375"/>
          </a:xfrm>
          <a:custGeom>
            <a:avLst/>
            <a:gdLst>
              <a:gd name="T0" fmla="*/ 13 w 385"/>
              <a:gd name="T1" fmla="*/ 221 h 385"/>
              <a:gd name="T2" fmla="*/ 0 w 385"/>
              <a:gd name="T3" fmla="*/ 192 h 385"/>
              <a:gd name="T4" fmla="*/ 13 w 385"/>
              <a:gd name="T5" fmla="*/ 164 h 385"/>
              <a:gd name="T6" fmla="*/ 34 w 385"/>
              <a:gd name="T7" fmla="*/ 146 h 385"/>
              <a:gd name="T8" fmla="*/ 48 w 385"/>
              <a:gd name="T9" fmla="*/ 114 h 385"/>
              <a:gd name="T10" fmla="*/ 45 w 385"/>
              <a:gd name="T11" fmla="*/ 86 h 385"/>
              <a:gd name="T12" fmla="*/ 56 w 385"/>
              <a:gd name="T13" fmla="*/ 56 h 385"/>
              <a:gd name="T14" fmla="*/ 85 w 385"/>
              <a:gd name="T15" fmla="*/ 45 h 385"/>
              <a:gd name="T16" fmla="*/ 114 w 385"/>
              <a:gd name="T17" fmla="*/ 48 h 385"/>
              <a:gd name="T18" fmla="*/ 145 w 385"/>
              <a:gd name="T19" fmla="*/ 35 h 385"/>
              <a:gd name="T20" fmla="*/ 164 w 385"/>
              <a:gd name="T21" fmla="*/ 13 h 385"/>
              <a:gd name="T22" fmla="*/ 192 w 385"/>
              <a:gd name="T23" fmla="*/ 0 h 385"/>
              <a:gd name="T24" fmla="*/ 221 w 385"/>
              <a:gd name="T25" fmla="*/ 13 h 385"/>
              <a:gd name="T26" fmla="*/ 239 w 385"/>
              <a:gd name="T27" fmla="*/ 35 h 385"/>
              <a:gd name="T28" fmla="*/ 271 w 385"/>
              <a:gd name="T29" fmla="*/ 48 h 385"/>
              <a:gd name="T30" fmla="*/ 299 w 385"/>
              <a:gd name="T31" fmla="*/ 45 h 385"/>
              <a:gd name="T32" fmla="*/ 329 w 385"/>
              <a:gd name="T33" fmla="*/ 56 h 385"/>
              <a:gd name="T34" fmla="*/ 339 w 385"/>
              <a:gd name="T35" fmla="*/ 86 h 385"/>
              <a:gd name="T36" fmla="*/ 337 w 385"/>
              <a:gd name="T37" fmla="*/ 114 h 385"/>
              <a:gd name="T38" fmla="*/ 350 w 385"/>
              <a:gd name="T39" fmla="*/ 146 h 385"/>
              <a:gd name="T40" fmla="*/ 372 w 385"/>
              <a:gd name="T41" fmla="*/ 164 h 385"/>
              <a:gd name="T42" fmla="*/ 385 w 385"/>
              <a:gd name="T43" fmla="*/ 192 h 385"/>
              <a:gd name="T44" fmla="*/ 372 w 385"/>
              <a:gd name="T45" fmla="*/ 221 h 385"/>
              <a:gd name="T46" fmla="*/ 350 w 385"/>
              <a:gd name="T47" fmla="*/ 239 h 385"/>
              <a:gd name="T48" fmla="*/ 337 w 385"/>
              <a:gd name="T49" fmla="*/ 271 h 385"/>
              <a:gd name="T50" fmla="*/ 339 w 385"/>
              <a:gd name="T51" fmla="*/ 299 h 385"/>
              <a:gd name="T52" fmla="*/ 329 w 385"/>
              <a:gd name="T53" fmla="*/ 329 h 385"/>
              <a:gd name="T54" fmla="*/ 299 w 385"/>
              <a:gd name="T55" fmla="*/ 340 h 385"/>
              <a:gd name="T56" fmla="*/ 271 w 385"/>
              <a:gd name="T57" fmla="*/ 337 h 385"/>
              <a:gd name="T58" fmla="*/ 239 w 385"/>
              <a:gd name="T59" fmla="*/ 350 h 385"/>
              <a:gd name="T60" fmla="*/ 221 w 385"/>
              <a:gd name="T61" fmla="*/ 372 h 385"/>
              <a:gd name="T62" fmla="*/ 192 w 385"/>
              <a:gd name="T63" fmla="*/ 385 h 385"/>
              <a:gd name="T64" fmla="*/ 164 w 385"/>
              <a:gd name="T65" fmla="*/ 372 h 385"/>
              <a:gd name="T66" fmla="*/ 145 w 385"/>
              <a:gd name="T67" fmla="*/ 350 h 385"/>
              <a:gd name="T68" fmla="*/ 114 w 385"/>
              <a:gd name="T69" fmla="*/ 337 h 385"/>
              <a:gd name="T70" fmla="*/ 85 w 385"/>
              <a:gd name="T71" fmla="*/ 340 h 385"/>
              <a:gd name="T72" fmla="*/ 56 w 385"/>
              <a:gd name="T73" fmla="*/ 329 h 385"/>
              <a:gd name="T74" fmla="*/ 45 w 385"/>
              <a:gd name="T75" fmla="*/ 299 h 385"/>
              <a:gd name="T76" fmla="*/ 48 w 385"/>
              <a:gd name="T77" fmla="*/ 271 h 385"/>
              <a:gd name="T78" fmla="*/ 34 w 385"/>
              <a:gd name="T79" fmla="*/ 239 h 385"/>
              <a:gd name="T80" fmla="*/ 13 w 385"/>
              <a:gd name="T81" fmla="*/ 221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85" h="385">
                <a:moveTo>
                  <a:pt x="13" y="221"/>
                </a:moveTo>
                <a:cubicBezTo>
                  <a:pt x="4" y="214"/>
                  <a:pt x="0" y="203"/>
                  <a:pt x="0" y="192"/>
                </a:cubicBezTo>
                <a:cubicBezTo>
                  <a:pt x="0" y="182"/>
                  <a:pt x="4" y="171"/>
                  <a:pt x="13" y="164"/>
                </a:cubicBezTo>
                <a:cubicBezTo>
                  <a:pt x="34" y="146"/>
                  <a:pt x="34" y="146"/>
                  <a:pt x="34" y="146"/>
                </a:cubicBezTo>
                <a:cubicBezTo>
                  <a:pt x="44" y="138"/>
                  <a:pt x="49" y="126"/>
                  <a:pt x="48" y="114"/>
                </a:cubicBezTo>
                <a:cubicBezTo>
                  <a:pt x="45" y="86"/>
                  <a:pt x="45" y="86"/>
                  <a:pt x="45" y="86"/>
                </a:cubicBezTo>
                <a:cubicBezTo>
                  <a:pt x="44" y="75"/>
                  <a:pt x="48" y="64"/>
                  <a:pt x="56" y="56"/>
                </a:cubicBezTo>
                <a:cubicBezTo>
                  <a:pt x="64" y="48"/>
                  <a:pt x="74" y="44"/>
                  <a:pt x="85" y="45"/>
                </a:cubicBezTo>
                <a:cubicBezTo>
                  <a:pt x="114" y="48"/>
                  <a:pt x="114" y="48"/>
                  <a:pt x="114" y="48"/>
                </a:cubicBezTo>
                <a:cubicBezTo>
                  <a:pt x="126" y="49"/>
                  <a:pt x="138" y="44"/>
                  <a:pt x="145" y="35"/>
                </a:cubicBezTo>
                <a:cubicBezTo>
                  <a:pt x="164" y="13"/>
                  <a:pt x="164" y="13"/>
                  <a:pt x="164" y="13"/>
                </a:cubicBezTo>
                <a:cubicBezTo>
                  <a:pt x="171" y="5"/>
                  <a:pt x="181" y="0"/>
                  <a:pt x="192" y="0"/>
                </a:cubicBezTo>
                <a:cubicBezTo>
                  <a:pt x="203" y="0"/>
                  <a:pt x="214" y="5"/>
                  <a:pt x="221" y="13"/>
                </a:cubicBezTo>
                <a:cubicBezTo>
                  <a:pt x="239" y="35"/>
                  <a:pt x="239" y="35"/>
                  <a:pt x="239" y="35"/>
                </a:cubicBezTo>
                <a:cubicBezTo>
                  <a:pt x="247" y="44"/>
                  <a:pt x="259" y="49"/>
                  <a:pt x="271" y="48"/>
                </a:cubicBezTo>
                <a:cubicBezTo>
                  <a:pt x="299" y="45"/>
                  <a:pt x="299" y="45"/>
                  <a:pt x="299" y="45"/>
                </a:cubicBezTo>
                <a:cubicBezTo>
                  <a:pt x="310" y="44"/>
                  <a:pt x="321" y="48"/>
                  <a:pt x="329" y="56"/>
                </a:cubicBezTo>
                <a:cubicBezTo>
                  <a:pt x="336" y="64"/>
                  <a:pt x="340" y="75"/>
                  <a:pt x="339" y="86"/>
                </a:cubicBezTo>
                <a:cubicBezTo>
                  <a:pt x="337" y="114"/>
                  <a:pt x="337" y="114"/>
                  <a:pt x="337" y="114"/>
                </a:cubicBezTo>
                <a:cubicBezTo>
                  <a:pt x="336" y="126"/>
                  <a:pt x="341" y="138"/>
                  <a:pt x="350" y="146"/>
                </a:cubicBezTo>
                <a:cubicBezTo>
                  <a:pt x="372" y="164"/>
                  <a:pt x="372" y="164"/>
                  <a:pt x="372" y="164"/>
                </a:cubicBezTo>
                <a:cubicBezTo>
                  <a:pt x="380" y="171"/>
                  <a:pt x="385" y="182"/>
                  <a:pt x="385" y="192"/>
                </a:cubicBezTo>
                <a:cubicBezTo>
                  <a:pt x="385" y="203"/>
                  <a:pt x="380" y="214"/>
                  <a:pt x="372" y="221"/>
                </a:cubicBezTo>
                <a:cubicBezTo>
                  <a:pt x="350" y="239"/>
                  <a:pt x="350" y="239"/>
                  <a:pt x="350" y="239"/>
                </a:cubicBezTo>
                <a:cubicBezTo>
                  <a:pt x="341" y="247"/>
                  <a:pt x="336" y="259"/>
                  <a:pt x="337" y="271"/>
                </a:cubicBezTo>
                <a:cubicBezTo>
                  <a:pt x="339" y="299"/>
                  <a:pt x="339" y="299"/>
                  <a:pt x="339" y="299"/>
                </a:cubicBezTo>
                <a:cubicBezTo>
                  <a:pt x="340" y="310"/>
                  <a:pt x="336" y="321"/>
                  <a:pt x="329" y="329"/>
                </a:cubicBezTo>
                <a:cubicBezTo>
                  <a:pt x="321" y="336"/>
                  <a:pt x="310" y="340"/>
                  <a:pt x="299" y="340"/>
                </a:cubicBezTo>
                <a:cubicBezTo>
                  <a:pt x="271" y="337"/>
                  <a:pt x="271" y="337"/>
                  <a:pt x="271" y="337"/>
                </a:cubicBezTo>
                <a:cubicBezTo>
                  <a:pt x="259" y="336"/>
                  <a:pt x="247" y="341"/>
                  <a:pt x="239" y="350"/>
                </a:cubicBezTo>
                <a:cubicBezTo>
                  <a:pt x="221" y="372"/>
                  <a:pt x="221" y="372"/>
                  <a:pt x="221" y="372"/>
                </a:cubicBezTo>
                <a:cubicBezTo>
                  <a:pt x="214" y="380"/>
                  <a:pt x="203" y="385"/>
                  <a:pt x="192" y="385"/>
                </a:cubicBezTo>
                <a:cubicBezTo>
                  <a:pt x="181" y="385"/>
                  <a:pt x="171" y="380"/>
                  <a:pt x="164" y="372"/>
                </a:cubicBezTo>
                <a:cubicBezTo>
                  <a:pt x="145" y="350"/>
                  <a:pt x="145" y="350"/>
                  <a:pt x="145" y="350"/>
                </a:cubicBezTo>
                <a:cubicBezTo>
                  <a:pt x="138" y="341"/>
                  <a:pt x="126" y="336"/>
                  <a:pt x="114" y="337"/>
                </a:cubicBezTo>
                <a:cubicBezTo>
                  <a:pt x="85" y="340"/>
                  <a:pt x="85" y="340"/>
                  <a:pt x="85" y="340"/>
                </a:cubicBezTo>
                <a:cubicBezTo>
                  <a:pt x="74" y="340"/>
                  <a:pt x="64" y="336"/>
                  <a:pt x="56" y="329"/>
                </a:cubicBezTo>
                <a:cubicBezTo>
                  <a:pt x="48" y="321"/>
                  <a:pt x="44" y="310"/>
                  <a:pt x="45" y="299"/>
                </a:cubicBezTo>
                <a:cubicBezTo>
                  <a:pt x="48" y="271"/>
                  <a:pt x="48" y="271"/>
                  <a:pt x="48" y="271"/>
                </a:cubicBezTo>
                <a:cubicBezTo>
                  <a:pt x="49" y="259"/>
                  <a:pt x="44" y="247"/>
                  <a:pt x="34" y="239"/>
                </a:cubicBezTo>
                <a:lnTo>
                  <a:pt x="13" y="2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929468" y="5385858"/>
            <a:ext cx="10846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rtl="1"/>
            <a:r>
              <a:rPr lang="fa-IR" sz="2200" dirty="0" smtClean="0">
                <a:solidFill>
                  <a:schemeClr val="accent3"/>
                </a:solidFill>
                <a:cs typeface="B Titr" panose="00000700000000000000" pitchFamily="2" charset="-78"/>
              </a:rPr>
              <a:t>تبلت</a:t>
            </a:r>
            <a:endParaRPr lang="fa-IR" sz="2200" dirty="0">
              <a:solidFill>
                <a:schemeClr val="accent3"/>
              </a:solidFill>
              <a:cs typeface="B Titr" panose="00000700000000000000" pitchFamily="2" charset="-78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3057188" y="1617024"/>
            <a:ext cx="299152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2600" dirty="0" smtClean="0">
                <a:solidFill>
                  <a:schemeClr val="accent1"/>
                </a:solidFill>
                <a:cs typeface="B Titr" panose="00000700000000000000" pitchFamily="2" charset="-78"/>
              </a:rPr>
              <a:t>دستگاههای قابل استفاده</a:t>
            </a:r>
            <a:endParaRPr lang="fa-IR" sz="2600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099436" y="5315646"/>
            <a:ext cx="12955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r" rtl="1"/>
            <a:r>
              <a:rPr lang="fa-IR" sz="2200" dirty="0">
                <a:solidFill>
                  <a:schemeClr val="accent2"/>
                </a:solidFill>
                <a:cs typeface="B Titr" panose="00000700000000000000" pitchFamily="2" charset="-78"/>
              </a:rPr>
              <a:t>موبایل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7166463" y="5909853"/>
            <a:ext cx="1800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903" y="3314700"/>
            <a:ext cx="860860" cy="860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639" y="3344874"/>
            <a:ext cx="838306" cy="8383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436" y="3322014"/>
            <a:ext cx="873183" cy="87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32906" y="1389890"/>
            <a:ext cx="327818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2600" dirty="0" smtClean="0">
                <a:solidFill>
                  <a:schemeClr val="accent1"/>
                </a:solidFill>
                <a:cs typeface="B Titr" panose="00000700000000000000" pitchFamily="2" charset="-78"/>
              </a:rPr>
              <a:t>تجهیزات </a:t>
            </a:r>
            <a:r>
              <a:rPr lang="fa-IR" sz="2600" dirty="0">
                <a:solidFill>
                  <a:schemeClr val="accent1"/>
                </a:solidFill>
                <a:cs typeface="B Titr" panose="00000700000000000000" pitchFamily="2" charset="-78"/>
              </a:rPr>
              <a:t>صوتی و </a:t>
            </a:r>
            <a:r>
              <a:rPr lang="fa-IR" sz="2600" dirty="0" smtClean="0">
                <a:solidFill>
                  <a:schemeClr val="accent1"/>
                </a:solidFill>
                <a:cs typeface="B Titr" panose="00000700000000000000" pitchFamily="2" charset="-78"/>
              </a:rPr>
              <a:t>تصویری</a:t>
            </a:r>
            <a:endParaRPr lang="fa-IR" sz="2600" dirty="0">
              <a:solidFill>
                <a:schemeClr val="accent1"/>
              </a:solidFill>
              <a:cs typeface="B Titr" panose="00000700000000000000" pitchFamily="2" charset="-78"/>
            </a:endParaRPr>
          </a:p>
        </p:txBody>
      </p:sp>
      <p:sp>
        <p:nvSpPr>
          <p:cNvPr id="8" name="Freeform 1212"/>
          <p:cNvSpPr>
            <a:spLocks/>
          </p:cNvSpPr>
          <p:nvPr/>
        </p:nvSpPr>
        <p:spPr bwMode="auto">
          <a:xfrm>
            <a:off x="3175" y="3598859"/>
            <a:ext cx="1812925" cy="2257425"/>
          </a:xfrm>
          <a:custGeom>
            <a:avLst/>
            <a:gdLst>
              <a:gd name="T0" fmla="*/ 556 w 571"/>
              <a:gd name="T1" fmla="*/ 490 h 711"/>
              <a:gd name="T2" fmla="*/ 350 w 571"/>
              <a:gd name="T3" fmla="*/ 697 h 711"/>
              <a:gd name="T4" fmla="*/ 298 w 571"/>
              <a:gd name="T5" fmla="*/ 697 h 711"/>
              <a:gd name="T6" fmla="*/ 0 w 571"/>
              <a:gd name="T7" fmla="*/ 399 h 711"/>
              <a:gd name="T8" fmla="*/ 0 w 571"/>
              <a:gd name="T9" fmla="*/ 27 h 711"/>
              <a:gd name="T10" fmla="*/ 72 w 571"/>
              <a:gd name="T11" fmla="*/ 0 h 711"/>
              <a:gd name="T12" fmla="*/ 150 w 571"/>
              <a:gd name="T13" fmla="*/ 32 h 711"/>
              <a:gd name="T14" fmla="*/ 422 w 571"/>
              <a:gd name="T15" fmla="*/ 304 h 711"/>
              <a:gd name="T16" fmla="*/ 425 w 571"/>
              <a:gd name="T17" fmla="*/ 311 h 711"/>
              <a:gd name="T18" fmla="*/ 422 w 571"/>
              <a:gd name="T19" fmla="*/ 319 h 711"/>
              <a:gd name="T20" fmla="*/ 391 w 571"/>
              <a:gd name="T21" fmla="*/ 330 h 711"/>
              <a:gd name="T22" fmla="*/ 299 w 571"/>
              <a:gd name="T23" fmla="*/ 365 h 711"/>
              <a:gd name="T24" fmla="*/ 299 w 571"/>
              <a:gd name="T25" fmla="*/ 533 h 711"/>
              <a:gd name="T26" fmla="*/ 467 w 571"/>
              <a:gd name="T27" fmla="*/ 533 h 711"/>
              <a:gd name="T28" fmla="*/ 502 w 571"/>
              <a:gd name="T29" fmla="*/ 441 h 711"/>
              <a:gd name="T30" fmla="*/ 514 w 571"/>
              <a:gd name="T31" fmla="*/ 411 h 711"/>
              <a:gd name="T32" fmla="*/ 529 w 571"/>
              <a:gd name="T33" fmla="*/ 411 h 711"/>
              <a:gd name="T34" fmla="*/ 556 w 571"/>
              <a:gd name="T35" fmla="*/ 438 h 711"/>
              <a:gd name="T36" fmla="*/ 556 w 571"/>
              <a:gd name="T37" fmla="*/ 49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71" h="711">
                <a:moveTo>
                  <a:pt x="556" y="490"/>
                </a:moveTo>
                <a:cubicBezTo>
                  <a:pt x="350" y="697"/>
                  <a:pt x="350" y="697"/>
                  <a:pt x="350" y="697"/>
                </a:cubicBezTo>
                <a:cubicBezTo>
                  <a:pt x="335" y="711"/>
                  <a:pt x="312" y="711"/>
                  <a:pt x="298" y="697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27"/>
                  <a:pt x="0" y="27"/>
                  <a:pt x="0" y="27"/>
                </a:cubicBezTo>
                <a:cubicBezTo>
                  <a:pt x="20" y="9"/>
                  <a:pt x="46" y="0"/>
                  <a:pt x="72" y="0"/>
                </a:cubicBezTo>
                <a:cubicBezTo>
                  <a:pt x="101" y="0"/>
                  <a:pt x="129" y="11"/>
                  <a:pt x="150" y="32"/>
                </a:cubicBezTo>
                <a:cubicBezTo>
                  <a:pt x="422" y="304"/>
                  <a:pt x="422" y="304"/>
                  <a:pt x="422" y="304"/>
                </a:cubicBezTo>
                <a:cubicBezTo>
                  <a:pt x="424" y="306"/>
                  <a:pt x="425" y="309"/>
                  <a:pt x="425" y="311"/>
                </a:cubicBezTo>
                <a:cubicBezTo>
                  <a:pt x="425" y="314"/>
                  <a:pt x="424" y="317"/>
                  <a:pt x="422" y="319"/>
                </a:cubicBezTo>
                <a:cubicBezTo>
                  <a:pt x="414" y="327"/>
                  <a:pt x="403" y="331"/>
                  <a:pt x="391" y="330"/>
                </a:cubicBezTo>
                <a:cubicBezTo>
                  <a:pt x="357" y="328"/>
                  <a:pt x="323" y="341"/>
                  <a:pt x="299" y="365"/>
                </a:cubicBezTo>
                <a:cubicBezTo>
                  <a:pt x="253" y="411"/>
                  <a:pt x="253" y="487"/>
                  <a:pt x="299" y="533"/>
                </a:cubicBezTo>
                <a:cubicBezTo>
                  <a:pt x="346" y="580"/>
                  <a:pt x="421" y="580"/>
                  <a:pt x="467" y="533"/>
                </a:cubicBezTo>
                <a:cubicBezTo>
                  <a:pt x="492" y="509"/>
                  <a:pt x="504" y="476"/>
                  <a:pt x="502" y="441"/>
                </a:cubicBezTo>
                <a:cubicBezTo>
                  <a:pt x="501" y="430"/>
                  <a:pt x="506" y="419"/>
                  <a:pt x="514" y="411"/>
                </a:cubicBezTo>
                <a:cubicBezTo>
                  <a:pt x="518" y="406"/>
                  <a:pt x="525" y="406"/>
                  <a:pt x="529" y="411"/>
                </a:cubicBezTo>
                <a:cubicBezTo>
                  <a:pt x="556" y="438"/>
                  <a:pt x="556" y="438"/>
                  <a:pt x="556" y="438"/>
                </a:cubicBezTo>
                <a:cubicBezTo>
                  <a:pt x="571" y="453"/>
                  <a:pt x="571" y="476"/>
                  <a:pt x="556" y="490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879475" y="2982909"/>
            <a:ext cx="2671763" cy="2873375"/>
            <a:chOff x="877888" y="3092450"/>
            <a:chExt cx="2671763" cy="2873375"/>
          </a:xfrm>
        </p:grpSpPr>
        <p:sp>
          <p:nvSpPr>
            <p:cNvPr id="10" name="Freeform 1213"/>
            <p:cNvSpPr>
              <a:spLocks/>
            </p:cNvSpPr>
            <p:nvPr/>
          </p:nvSpPr>
          <p:spPr bwMode="auto">
            <a:xfrm>
              <a:off x="877888" y="3711575"/>
              <a:ext cx="2671763" cy="2254250"/>
            </a:xfrm>
            <a:custGeom>
              <a:avLst/>
              <a:gdLst>
                <a:gd name="T0" fmla="*/ 828 w 842"/>
                <a:gd name="T1" fmla="*/ 489 h 710"/>
                <a:gd name="T2" fmla="*/ 621 w 842"/>
                <a:gd name="T3" fmla="*/ 696 h 710"/>
                <a:gd name="T4" fmla="*/ 569 w 842"/>
                <a:gd name="T5" fmla="*/ 696 h 710"/>
                <a:gd name="T6" fmla="*/ 268 w 842"/>
                <a:gd name="T7" fmla="*/ 394 h 710"/>
                <a:gd name="T8" fmla="*/ 222 w 842"/>
                <a:gd name="T9" fmla="*/ 394 h 710"/>
                <a:gd name="T10" fmla="*/ 205 w 842"/>
                <a:gd name="T11" fmla="*/ 442 h 710"/>
                <a:gd name="T12" fmla="*/ 176 w 842"/>
                <a:gd name="T13" fmla="*/ 517 h 710"/>
                <a:gd name="T14" fmla="*/ 38 w 842"/>
                <a:gd name="T15" fmla="*/ 517 h 710"/>
                <a:gd name="T16" fmla="*/ 38 w 842"/>
                <a:gd name="T17" fmla="*/ 379 h 710"/>
                <a:gd name="T18" fmla="*/ 114 w 842"/>
                <a:gd name="T19" fmla="*/ 351 h 710"/>
                <a:gd name="T20" fmla="*/ 161 w 842"/>
                <a:gd name="T21" fmla="*/ 333 h 710"/>
                <a:gd name="T22" fmla="*/ 161 w 842"/>
                <a:gd name="T23" fmla="*/ 288 h 710"/>
                <a:gd name="T24" fmla="*/ 111 w 842"/>
                <a:gd name="T25" fmla="*/ 238 h 710"/>
                <a:gd name="T26" fmla="*/ 111 w 842"/>
                <a:gd name="T27" fmla="*/ 186 h 710"/>
                <a:gd name="T28" fmla="*/ 266 w 842"/>
                <a:gd name="T29" fmla="*/ 31 h 710"/>
                <a:gd name="T30" fmla="*/ 329 w 842"/>
                <a:gd name="T31" fmla="*/ 0 h 710"/>
                <a:gd name="T32" fmla="*/ 329 w 842"/>
                <a:gd name="T33" fmla="*/ 116 h 710"/>
                <a:gd name="T34" fmla="*/ 249 w 842"/>
                <a:gd name="T35" fmla="*/ 212 h 710"/>
                <a:gd name="T36" fmla="*/ 346 w 842"/>
                <a:gd name="T37" fmla="*/ 309 h 710"/>
                <a:gd name="T38" fmla="*/ 444 w 842"/>
                <a:gd name="T39" fmla="*/ 212 h 710"/>
                <a:gd name="T40" fmla="*/ 363 w 842"/>
                <a:gd name="T41" fmla="*/ 116 h 710"/>
                <a:gd name="T42" fmla="*/ 363 w 842"/>
                <a:gd name="T43" fmla="*/ 0 h 710"/>
                <a:gd name="T44" fmla="*/ 422 w 842"/>
                <a:gd name="T45" fmla="*/ 31 h 710"/>
                <a:gd name="T46" fmla="*/ 694 w 842"/>
                <a:gd name="T47" fmla="*/ 303 h 710"/>
                <a:gd name="T48" fmla="*/ 697 w 842"/>
                <a:gd name="T49" fmla="*/ 310 h 710"/>
                <a:gd name="T50" fmla="*/ 694 w 842"/>
                <a:gd name="T51" fmla="*/ 318 h 710"/>
                <a:gd name="T52" fmla="*/ 663 w 842"/>
                <a:gd name="T53" fmla="*/ 329 h 710"/>
                <a:gd name="T54" fmla="*/ 571 w 842"/>
                <a:gd name="T55" fmla="*/ 364 h 710"/>
                <a:gd name="T56" fmla="*/ 571 w 842"/>
                <a:gd name="T57" fmla="*/ 532 h 710"/>
                <a:gd name="T58" fmla="*/ 739 w 842"/>
                <a:gd name="T59" fmla="*/ 532 h 710"/>
                <a:gd name="T60" fmla="*/ 774 w 842"/>
                <a:gd name="T61" fmla="*/ 440 h 710"/>
                <a:gd name="T62" fmla="*/ 785 w 842"/>
                <a:gd name="T63" fmla="*/ 410 h 710"/>
                <a:gd name="T64" fmla="*/ 800 w 842"/>
                <a:gd name="T65" fmla="*/ 410 h 710"/>
                <a:gd name="T66" fmla="*/ 828 w 842"/>
                <a:gd name="T67" fmla="*/ 437 h 710"/>
                <a:gd name="T68" fmla="*/ 828 w 842"/>
                <a:gd name="T69" fmla="*/ 489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2" h="710">
                  <a:moveTo>
                    <a:pt x="828" y="489"/>
                  </a:moveTo>
                  <a:cubicBezTo>
                    <a:pt x="621" y="696"/>
                    <a:pt x="621" y="696"/>
                    <a:pt x="621" y="696"/>
                  </a:cubicBezTo>
                  <a:cubicBezTo>
                    <a:pt x="607" y="710"/>
                    <a:pt x="584" y="710"/>
                    <a:pt x="569" y="696"/>
                  </a:cubicBezTo>
                  <a:cubicBezTo>
                    <a:pt x="268" y="394"/>
                    <a:pt x="268" y="394"/>
                    <a:pt x="268" y="394"/>
                  </a:cubicBezTo>
                  <a:cubicBezTo>
                    <a:pt x="255" y="382"/>
                    <a:pt x="235" y="382"/>
                    <a:pt x="222" y="394"/>
                  </a:cubicBezTo>
                  <a:cubicBezTo>
                    <a:pt x="210" y="407"/>
                    <a:pt x="203" y="424"/>
                    <a:pt x="205" y="442"/>
                  </a:cubicBezTo>
                  <a:cubicBezTo>
                    <a:pt x="206" y="469"/>
                    <a:pt x="197" y="496"/>
                    <a:pt x="176" y="517"/>
                  </a:cubicBezTo>
                  <a:cubicBezTo>
                    <a:pt x="138" y="555"/>
                    <a:pt x="76" y="555"/>
                    <a:pt x="38" y="517"/>
                  </a:cubicBezTo>
                  <a:cubicBezTo>
                    <a:pt x="0" y="479"/>
                    <a:pt x="0" y="417"/>
                    <a:pt x="38" y="379"/>
                  </a:cubicBezTo>
                  <a:cubicBezTo>
                    <a:pt x="59" y="359"/>
                    <a:pt x="87" y="349"/>
                    <a:pt x="114" y="351"/>
                  </a:cubicBezTo>
                  <a:cubicBezTo>
                    <a:pt x="131" y="352"/>
                    <a:pt x="149" y="346"/>
                    <a:pt x="161" y="333"/>
                  </a:cubicBezTo>
                  <a:cubicBezTo>
                    <a:pt x="174" y="321"/>
                    <a:pt x="174" y="300"/>
                    <a:pt x="161" y="288"/>
                  </a:cubicBezTo>
                  <a:cubicBezTo>
                    <a:pt x="111" y="238"/>
                    <a:pt x="111" y="238"/>
                    <a:pt x="111" y="238"/>
                  </a:cubicBezTo>
                  <a:cubicBezTo>
                    <a:pt x="97" y="223"/>
                    <a:pt x="97" y="200"/>
                    <a:pt x="111" y="186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83" y="14"/>
                    <a:pt x="306" y="3"/>
                    <a:pt x="329" y="0"/>
                  </a:cubicBezTo>
                  <a:cubicBezTo>
                    <a:pt x="329" y="116"/>
                    <a:pt x="329" y="116"/>
                    <a:pt x="329" y="116"/>
                  </a:cubicBezTo>
                  <a:cubicBezTo>
                    <a:pt x="284" y="124"/>
                    <a:pt x="249" y="164"/>
                    <a:pt x="249" y="212"/>
                  </a:cubicBezTo>
                  <a:cubicBezTo>
                    <a:pt x="249" y="266"/>
                    <a:pt x="292" y="309"/>
                    <a:pt x="346" y="309"/>
                  </a:cubicBezTo>
                  <a:cubicBezTo>
                    <a:pt x="400" y="309"/>
                    <a:pt x="444" y="266"/>
                    <a:pt x="444" y="212"/>
                  </a:cubicBezTo>
                  <a:cubicBezTo>
                    <a:pt x="444" y="164"/>
                    <a:pt x="409" y="124"/>
                    <a:pt x="363" y="116"/>
                  </a:cubicBezTo>
                  <a:cubicBezTo>
                    <a:pt x="363" y="0"/>
                    <a:pt x="363" y="0"/>
                    <a:pt x="363" y="0"/>
                  </a:cubicBezTo>
                  <a:cubicBezTo>
                    <a:pt x="385" y="4"/>
                    <a:pt x="406" y="15"/>
                    <a:pt x="422" y="31"/>
                  </a:cubicBezTo>
                  <a:cubicBezTo>
                    <a:pt x="694" y="303"/>
                    <a:pt x="694" y="303"/>
                    <a:pt x="694" y="303"/>
                  </a:cubicBezTo>
                  <a:cubicBezTo>
                    <a:pt x="696" y="305"/>
                    <a:pt x="697" y="308"/>
                    <a:pt x="697" y="310"/>
                  </a:cubicBezTo>
                  <a:cubicBezTo>
                    <a:pt x="697" y="313"/>
                    <a:pt x="696" y="316"/>
                    <a:pt x="694" y="318"/>
                  </a:cubicBezTo>
                  <a:cubicBezTo>
                    <a:pt x="685" y="326"/>
                    <a:pt x="674" y="330"/>
                    <a:pt x="663" y="329"/>
                  </a:cubicBezTo>
                  <a:cubicBezTo>
                    <a:pt x="629" y="327"/>
                    <a:pt x="595" y="340"/>
                    <a:pt x="571" y="364"/>
                  </a:cubicBezTo>
                  <a:cubicBezTo>
                    <a:pt x="524" y="410"/>
                    <a:pt x="524" y="486"/>
                    <a:pt x="571" y="532"/>
                  </a:cubicBezTo>
                  <a:cubicBezTo>
                    <a:pt x="617" y="579"/>
                    <a:pt x="693" y="579"/>
                    <a:pt x="739" y="532"/>
                  </a:cubicBezTo>
                  <a:cubicBezTo>
                    <a:pt x="763" y="508"/>
                    <a:pt x="776" y="475"/>
                    <a:pt x="774" y="440"/>
                  </a:cubicBezTo>
                  <a:cubicBezTo>
                    <a:pt x="773" y="429"/>
                    <a:pt x="777" y="418"/>
                    <a:pt x="785" y="410"/>
                  </a:cubicBezTo>
                  <a:cubicBezTo>
                    <a:pt x="789" y="405"/>
                    <a:pt x="796" y="405"/>
                    <a:pt x="800" y="410"/>
                  </a:cubicBezTo>
                  <a:cubicBezTo>
                    <a:pt x="828" y="437"/>
                    <a:pt x="828" y="437"/>
                    <a:pt x="828" y="437"/>
                  </a:cubicBezTo>
                  <a:cubicBezTo>
                    <a:pt x="842" y="452"/>
                    <a:pt x="842" y="475"/>
                    <a:pt x="828" y="4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15"/>
            <p:cNvSpPr>
              <a:spLocks noEditPoints="1"/>
            </p:cNvSpPr>
            <p:nvPr/>
          </p:nvSpPr>
          <p:spPr bwMode="auto">
            <a:xfrm>
              <a:off x="1935163" y="3092450"/>
              <a:ext cx="85725" cy="993775"/>
            </a:xfrm>
            <a:custGeom>
              <a:avLst/>
              <a:gdLst>
                <a:gd name="T0" fmla="*/ 9 w 27"/>
                <a:gd name="T1" fmla="*/ 197 h 313"/>
                <a:gd name="T2" fmla="*/ 17 w 27"/>
                <a:gd name="T3" fmla="*/ 197 h 313"/>
                <a:gd name="T4" fmla="*/ 13 w 27"/>
                <a:gd name="T5" fmla="*/ 225 h 313"/>
                <a:gd name="T6" fmla="*/ 13 w 27"/>
                <a:gd name="T7" fmla="*/ 233 h 313"/>
                <a:gd name="T8" fmla="*/ 13 w 27"/>
                <a:gd name="T9" fmla="*/ 225 h 313"/>
                <a:gd name="T10" fmla="*/ 9 w 27"/>
                <a:gd name="T11" fmla="*/ 309 h 313"/>
                <a:gd name="T12" fmla="*/ 17 w 27"/>
                <a:gd name="T13" fmla="*/ 309 h 313"/>
                <a:gd name="T14" fmla="*/ 13 w 27"/>
                <a:gd name="T15" fmla="*/ 177 h 313"/>
                <a:gd name="T16" fmla="*/ 13 w 27"/>
                <a:gd name="T17" fmla="*/ 185 h 313"/>
                <a:gd name="T18" fmla="*/ 13 w 27"/>
                <a:gd name="T19" fmla="*/ 177 h 313"/>
                <a:gd name="T20" fmla="*/ 9 w 27"/>
                <a:gd name="T21" fmla="*/ 165 h 313"/>
                <a:gd name="T22" fmla="*/ 17 w 27"/>
                <a:gd name="T23" fmla="*/ 165 h 313"/>
                <a:gd name="T24" fmla="*/ 13 w 27"/>
                <a:gd name="T25" fmla="*/ 289 h 313"/>
                <a:gd name="T26" fmla="*/ 13 w 27"/>
                <a:gd name="T27" fmla="*/ 297 h 313"/>
                <a:gd name="T28" fmla="*/ 13 w 27"/>
                <a:gd name="T29" fmla="*/ 289 h 313"/>
                <a:gd name="T30" fmla="*/ 9 w 27"/>
                <a:gd name="T31" fmla="*/ 277 h 313"/>
                <a:gd name="T32" fmla="*/ 17 w 27"/>
                <a:gd name="T33" fmla="*/ 277 h 313"/>
                <a:gd name="T34" fmla="*/ 13 w 27"/>
                <a:gd name="T35" fmla="*/ 241 h 313"/>
                <a:gd name="T36" fmla="*/ 13 w 27"/>
                <a:gd name="T37" fmla="*/ 249 h 313"/>
                <a:gd name="T38" fmla="*/ 13 w 27"/>
                <a:gd name="T39" fmla="*/ 241 h 313"/>
                <a:gd name="T40" fmla="*/ 9 w 27"/>
                <a:gd name="T41" fmla="*/ 261 h 313"/>
                <a:gd name="T42" fmla="*/ 17 w 27"/>
                <a:gd name="T43" fmla="*/ 261 h 313"/>
                <a:gd name="T44" fmla="*/ 13 w 27"/>
                <a:gd name="T45" fmla="*/ 209 h 313"/>
                <a:gd name="T46" fmla="*/ 13 w 27"/>
                <a:gd name="T47" fmla="*/ 217 h 313"/>
                <a:gd name="T48" fmla="*/ 13 w 27"/>
                <a:gd name="T49" fmla="*/ 209 h 313"/>
                <a:gd name="T50" fmla="*/ 9 w 27"/>
                <a:gd name="T51" fmla="*/ 53 h 313"/>
                <a:gd name="T52" fmla="*/ 17 w 27"/>
                <a:gd name="T53" fmla="*/ 53 h 313"/>
                <a:gd name="T54" fmla="*/ 13 w 27"/>
                <a:gd name="T55" fmla="*/ 33 h 313"/>
                <a:gd name="T56" fmla="*/ 13 w 27"/>
                <a:gd name="T57" fmla="*/ 41 h 313"/>
                <a:gd name="T58" fmla="*/ 13 w 27"/>
                <a:gd name="T59" fmla="*/ 33 h 313"/>
                <a:gd name="T60" fmla="*/ 9 w 27"/>
                <a:gd name="T61" fmla="*/ 69 h 313"/>
                <a:gd name="T62" fmla="*/ 17 w 27"/>
                <a:gd name="T63" fmla="*/ 69 h 313"/>
                <a:gd name="T64" fmla="*/ 13 w 27"/>
                <a:gd name="T65" fmla="*/ 0 h 313"/>
                <a:gd name="T66" fmla="*/ 13 w 27"/>
                <a:gd name="T67" fmla="*/ 27 h 313"/>
                <a:gd name="T68" fmla="*/ 13 w 27"/>
                <a:gd name="T69" fmla="*/ 0 h 313"/>
                <a:gd name="T70" fmla="*/ 9 w 27"/>
                <a:gd name="T71" fmla="*/ 85 h 313"/>
                <a:gd name="T72" fmla="*/ 17 w 27"/>
                <a:gd name="T73" fmla="*/ 85 h 313"/>
                <a:gd name="T74" fmla="*/ 13 w 27"/>
                <a:gd name="T75" fmla="*/ 113 h 313"/>
                <a:gd name="T76" fmla="*/ 13 w 27"/>
                <a:gd name="T77" fmla="*/ 121 h 313"/>
                <a:gd name="T78" fmla="*/ 13 w 27"/>
                <a:gd name="T79" fmla="*/ 113 h 313"/>
                <a:gd name="T80" fmla="*/ 9 w 27"/>
                <a:gd name="T81" fmla="*/ 149 h 313"/>
                <a:gd name="T82" fmla="*/ 17 w 27"/>
                <a:gd name="T83" fmla="*/ 149 h 313"/>
                <a:gd name="T84" fmla="*/ 13 w 27"/>
                <a:gd name="T85" fmla="*/ 129 h 313"/>
                <a:gd name="T86" fmla="*/ 13 w 27"/>
                <a:gd name="T87" fmla="*/ 137 h 313"/>
                <a:gd name="T88" fmla="*/ 13 w 27"/>
                <a:gd name="T89" fmla="*/ 129 h 313"/>
                <a:gd name="T90" fmla="*/ 9 w 27"/>
                <a:gd name="T91" fmla="*/ 101 h 313"/>
                <a:gd name="T92" fmla="*/ 17 w 27"/>
                <a:gd name="T93" fmla="*/ 101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7" h="313">
                  <a:moveTo>
                    <a:pt x="13" y="193"/>
                  </a:moveTo>
                  <a:cubicBezTo>
                    <a:pt x="11" y="193"/>
                    <a:pt x="9" y="195"/>
                    <a:pt x="9" y="197"/>
                  </a:cubicBezTo>
                  <a:cubicBezTo>
                    <a:pt x="9" y="199"/>
                    <a:pt x="11" y="201"/>
                    <a:pt x="13" y="201"/>
                  </a:cubicBezTo>
                  <a:cubicBezTo>
                    <a:pt x="16" y="201"/>
                    <a:pt x="17" y="199"/>
                    <a:pt x="17" y="197"/>
                  </a:cubicBezTo>
                  <a:cubicBezTo>
                    <a:pt x="17" y="195"/>
                    <a:pt x="16" y="193"/>
                    <a:pt x="13" y="193"/>
                  </a:cubicBezTo>
                  <a:close/>
                  <a:moveTo>
                    <a:pt x="13" y="225"/>
                  </a:moveTo>
                  <a:cubicBezTo>
                    <a:pt x="11" y="225"/>
                    <a:pt x="9" y="227"/>
                    <a:pt x="9" y="229"/>
                  </a:cubicBezTo>
                  <a:cubicBezTo>
                    <a:pt x="9" y="231"/>
                    <a:pt x="11" y="233"/>
                    <a:pt x="13" y="233"/>
                  </a:cubicBezTo>
                  <a:cubicBezTo>
                    <a:pt x="16" y="233"/>
                    <a:pt x="17" y="231"/>
                    <a:pt x="17" y="229"/>
                  </a:cubicBezTo>
                  <a:cubicBezTo>
                    <a:pt x="17" y="227"/>
                    <a:pt x="16" y="225"/>
                    <a:pt x="13" y="225"/>
                  </a:cubicBezTo>
                  <a:close/>
                  <a:moveTo>
                    <a:pt x="13" y="305"/>
                  </a:moveTo>
                  <a:cubicBezTo>
                    <a:pt x="11" y="305"/>
                    <a:pt x="9" y="307"/>
                    <a:pt x="9" y="309"/>
                  </a:cubicBezTo>
                  <a:cubicBezTo>
                    <a:pt x="9" y="311"/>
                    <a:pt x="11" y="313"/>
                    <a:pt x="13" y="313"/>
                  </a:cubicBezTo>
                  <a:cubicBezTo>
                    <a:pt x="16" y="313"/>
                    <a:pt x="17" y="311"/>
                    <a:pt x="17" y="309"/>
                  </a:cubicBezTo>
                  <a:cubicBezTo>
                    <a:pt x="17" y="307"/>
                    <a:pt x="16" y="305"/>
                    <a:pt x="13" y="305"/>
                  </a:cubicBezTo>
                  <a:close/>
                  <a:moveTo>
                    <a:pt x="13" y="177"/>
                  </a:moveTo>
                  <a:cubicBezTo>
                    <a:pt x="11" y="177"/>
                    <a:pt x="9" y="179"/>
                    <a:pt x="9" y="181"/>
                  </a:cubicBezTo>
                  <a:cubicBezTo>
                    <a:pt x="9" y="183"/>
                    <a:pt x="11" y="185"/>
                    <a:pt x="13" y="185"/>
                  </a:cubicBezTo>
                  <a:cubicBezTo>
                    <a:pt x="16" y="185"/>
                    <a:pt x="17" y="183"/>
                    <a:pt x="17" y="181"/>
                  </a:cubicBezTo>
                  <a:cubicBezTo>
                    <a:pt x="17" y="179"/>
                    <a:pt x="16" y="177"/>
                    <a:pt x="13" y="177"/>
                  </a:cubicBezTo>
                  <a:close/>
                  <a:moveTo>
                    <a:pt x="13" y="161"/>
                  </a:moveTo>
                  <a:cubicBezTo>
                    <a:pt x="11" y="161"/>
                    <a:pt x="9" y="163"/>
                    <a:pt x="9" y="165"/>
                  </a:cubicBezTo>
                  <a:cubicBezTo>
                    <a:pt x="9" y="167"/>
                    <a:pt x="11" y="169"/>
                    <a:pt x="13" y="169"/>
                  </a:cubicBezTo>
                  <a:cubicBezTo>
                    <a:pt x="16" y="169"/>
                    <a:pt x="17" y="167"/>
                    <a:pt x="17" y="165"/>
                  </a:cubicBezTo>
                  <a:cubicBezTo>
                    <a:pt x="17" y="163"/>
                    <a:pt x="16" y="161"/>
                    <a:pt x="13" y="161"/>
                  </a:cubicBezTo>
                  <a:close/>
                  <a:moveTo>
                    <a:pt x="13" y="289"/>
                  </a:moveTo>
                  <a:cubicBezTo>
                    <a:pt x="11" y="289"/>
                    <a:pt x="9" y="291"/>
                    <a:pt x="9" y="293"/>
                  </a:cubicBezTo>
                  <a:cubicBezTo>
                    <a:pt x="9" y="295"/>
                    <a:pt x="11" y="297"/>
                    <a:pt x="13" y="297"/>
                  </a:cubicBezTo>
                  <a:cubicBezTo>
                    <a:pt x="16" y="297"/>
                    <a:pt x="17" y="295"/>
                    <a:pt x="17" y="293"/>
                  </a:cubicBezTo>
                  <a:cubicBezTo>
                    <a:pt x="17" y="291"/>
                    <a:pt x="16" y="289"/>
                    <a:pt x="13" y="289"/>
                  </a:cubicBezTo>
                  <a:close/>
                  <a:moveTo>
                    <a:pt x="13" y="273"/>
                  </a:moveTo>
                  <a:cubicBezTo>
                    <a:pt x="11" y="273"/>
                    <a:pt x="9" y="275"/>
                    <a:pt x="9" y="277"/>
                  </a:cubicBezTo>
                  <a:cubicBezTo>
                    <a:pt x="9" y="279"/>
                    <a:pt x="11" y="281"/>
                    <a:pt x="13" y="281"/>
                  </a:cubicBezTo>
                  <a:cubicBezTo>
                    <a:pt x="16" y="281"/>
                    <a:pt x="17" y="279"/>
                    <a:pt x="17" y="277"/>
                  </a:cubicBezTo>
                  <a:cubicBezTo>
                    <a:pt x="17" y="275"/>
                    <a:pt x="16" y="273"/>
                    <a:pt x="13" y="273"/>
                  </a:cubicBezTo>
                  <a:close/>
                  <a:moveTo>
                    <a:pt x="13" y="241"/>
                  </a:moveTo>
                  <a:cubicBezTo>
                    <a:pt x="11" y="241"/>
                    <a:pt x="9" y="243"/>
                    <a:pt x="9" y="245"/>
                  </a:cubicBezTo>
                  <a:cubicBezTo>
                    <a:pt x="9" y="247"/>
                    <a:pt x="11" y="249"/>
                    <a:pt x="13" y="249"/>
                  </a:cubicBezTo>
                  <a:cubicBezTo>
                    <a:pt x="16" y="249"/>
                    <a:pt x="17" y="247"/>
                    <a:pt x="17" y="245"/>
                  </a:cubicBezTo>
                  <a:cubicBezTo>
                    <a:pt x="17" y="243"/>
                    <a:pt x="16" y="241"/>
                    <a:pt x="13" y="241"/>
                  </a:cubicBezTo>
                  <a:close/>
                  <a:moveTo>
                    <a:pt x="13" y="257"/>
                  </a:moveTo>
                  <a:cubicBezTo>
                    <a:pt x="11" y="257"/>
                    <a:pt x="9" y="259"/>
                    <a:pt x="9" y="261"/>
                  </a:cubicBezTo>
                  <a:cubicBezTo>
                    <a:pt x="9" y="263"/>
                    <a:pt x="11" y="265"/>
                    <a:pt x="13" y="265"/>
                  </a:cubicBezTo>
                  <a:cubicBezTo>
                    <a:pt x="16" y="265"/>
                    <a:pt x="17" y="263"/>
                    <a:pt x="17" y="261"/>
                  </a:cubicBezTo>
                  <a:cubicBezTo>
                    <a:pt x="17" y="259"/>
                    <a:pt x="16" y="257"/>
                    <a:pt x="13" y="257"/>
                  </a:cubicBezTo>
                  <a:close/>
                  <a:moveTo>
                    <a:pt x="13" y="209"/>
                  </a:moveTo>
                  <a:cubicBezTo>
                    <a:pt x="11" y="209"/>
                    <a:pt x="9" y="211"/>
                    <a:pt x="9" y="213"/>
                  </a:cubicBezTo>
                  <a:cubicBezTo>
                    <a:pt x="9" y="215"/>
                    <a:pt x="11" y="217"/>
                    <a:pt x="13" y="217"/>
                  </a:cubicBezTo>
                  <a:cubicBezTo>
                    <a:pt x="16" y="217"/>
                    <a:pt x="17" y="215"/>
                    <a:pt x="17" y="213"/>
                  </a:cubicBezTo>
                  <a:cubicBezTo>
                    <a:pt x="17" y="211"/>
                    <a:pt x="16" y="209"/>
                    <a:pt x="13" y="209"/>
                  </a:cubicBezTo>
                  <a:close/>
                  <a:moveTo>
                    <a:pt x="13" y="49"/>
                  </a:moveTo>
                  <a:cubicBezTo>
                    <a:pt x="11" y="49"/>
                    <a:pt x="9" y="51"/>
                    <a:pt x="9" y="53"/>
                  </a:cubicBezTo>
                  <a:cubicBezTo>
                    <a:pt x="9" y="55"/>
                    <a:pt x="11" y="57"/>
                    <a:pt x="13" y="57"/>
                  </a:cubicBezTo>
                  <a:cubicBezTo>
                    <a:pt x="16" y="57"/>
                    <a:pt x="17" y="55"/>
                    <a:pt x="17" y="53"/>
                  </a:cubicBezTo>
                  <a:cubicBezTo>
                    <a:pt x="17" y="51"/>
                    <a:pt x="16" y="49"/>
                    <a:pt x="13" y="49"/>
                  </a:cubicBezTo>
                  <a:close/>
                  <a:moveTo>
                    <a:pt x="13" y="33"/>
                  </a:moveTo>
                  <a:cubicBezTo>
                    <a:pt x="11" y="33"/>
                    <a:pt x="9" y="35"/>
                    <a:pt x="9" y="37"/>
                  </a:cubicBezTo>
                  <a:cubicBezTo>
                    <a:pt x="9" y="39"/>
                    <a:pt x="11" y="41"/>
                    <a:pt x="13" y="41"/>
                  </a:cubicBezTo>
                  <a:cubicBezTo>
                    <a:pt x="16" y="41"/>
                    <a:pt x="17" y="39"/>
                    <a:pt x="17" y="37"/>
                  </a:cubicBezTo>
                  <a:cubicBezTo>
                    <a:pt x="17" y="35"/>
                    <a:pt x="16" y="33"/>
                    <a:pt x="13" y="33"/>
                  </a:cubicBezTo>
                  <a:close/>
                  <a:moveTo>
                    <a:pt x="13" y="65"/>
                  </a:moveTo>
                  <a:cubicBezTo>
                    <a:pt x="11" y="65"/>
                    <a:pt x="9" y="67"/>
                    <a:pt x="9" y="69"/>
                  </a:cubicBezTo>
                  <a:cubicBezTo>
                    <a:pt x="9" y="71"/>
                    <a:pt x="11" y="73"/>
                    <a:pt x="13" y="73"/>
                  </a:cubicBezTo>
                  <a:cubicBezTo>
                    <a:pt x="16" y="73"/>
                    <a:pt x="17" y="71"/>
                    <a:pt x="17" y="69"/>
                  </a:cubicBezTo>
                  <a:cubicBezTo>
                    <a:pt x="17" y="67"/>
                    <a:pt x="16" y="65"/>
                    <a:pt x="13" y="65"/>
                  </a:cubicBezTo>
                  <a:close/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3" y="27"/>
                  </a:cubicBezTo>
                  <a:cubicBezTo>
                    <a:pt x="21" y="27"/>
                    <a:pt x="27" y="21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81"/>
                  </a:moveTo>
                  <a:cubicBezTo>
                    <a:pt x="11" y="81"/>
                    <a:pt x="9" y="83"/>
                    <a:pt x="9" y="85"/>
                  </a:cubicBezTo>
                  <a:cubicBezTo>
                    <a:pt x="9" y="87"/>
                    <a:pt x="11" y="89"/>
                    <a:pt x="13" y="89"/>
                  </a:cubicBezTo>
                  <a:cubicBezTo>
                    <a:pt x="16" y="89"/>
                    <a:pt x="17" y="87"/>
                    <a:pt x="17" y="85"/>
                  </a:cubicBezTo>
                  <a:cubicBezTo>
                    <a:pt x="17" y="83"/>
                    <a:pt x="16" y="81"/>
                    <a:pt x="13" y="81"/>
                  </a:cubicBezTo>
                  <a:close/>
                  <a:moveTo>
                    <a:pt x="13" y="113"/>
                  </a:moveTo>
                  <a:cubicBezTo>
                    <a:pt x="11" y="113"/>
                    <a:pt x="9" y="115"/>
                    <a:pt x="9" y="117"/>
                  </a:cubicBezTo>
                  <a:cubicBezTo>
                    <a:pt x="9" y="119"/>
                    <a:pt x="11" y="121"/>
                    <a:pt x="13" y="121"/>
                  </a:cubicBezTo>
                  <a:cubicBezTo>
                    <a:pt x="16" y="121"/>
                    <a:pt x="17" y="119"/>
                    <a:pt x="17" y="117"/>
                  </a:cubicBezTo>
                  <a:cubicBezTo>
                    <a:pt x="17" y="115"/>
                    <a:pt x="16" y="113"/>
                    <a:pt x="13" y="113"/>
                  </a:cubicBezTo>
                  <a:close/>
                  <a:moveTo>
                    <a:pt x="13" y="145"/>
                  </a:moveTo>
                  <a:cubicBezTo>
                    <a:pt x="11" y="145"/>
                    <a:pt x="9" y="147"/>
                    <a:pt x="9" y="149"/>
                  </a:cubicBezTo>
                  <a:cubicBezTo>
                    <a:pt x="9" y="151"/>
                    <a:pt x="11" y="153"/>
                    <a:pt x="13" y="153"/>
                  </a:cubicBezTo>
                  <a:cubicBezTo>
                    <a:pt x="16" y="153"/>
                    <a:pt x="17" y="151"/>
                    <a:pt x="17" y="149"/>
                  </a:cubicBezTo>
                  <a:cubicBezTo>
                    <a:pt x="17" y="147"/>
                    <a:pt x="16" y="145"/>
                    <a:pt x="13" y="145"/>
                  </a:cubicBezTo>
                  <a:close/>
                  <a:moveTo>
                    <a:pt x="13" y="129"/>
                  </a:moveTo>
                  <a:cubicBezTo>
                    <a:pt x="11" y="129"/>
                    <a:pt x="9" y="131"/>
                    <a:pt x="9" y="133"/>
                  </a:cubicBezTo>
                  <a:cubicBezTo>
                    <a:pt x="9" y="135"/>
                    <a:pt x="11" y="137"/>
                    <a:pt x="13" y="137"/>
                  </a:cubicBezTo>
                  <a:cubicBezTo>
                    <a:pt x="16" y="137"/>
                    <a:pt x="17" y="135"/>
                    <a:pt x="17" y="133"/>
                  </a:cubicBezTo>
                  <a:cubicBezTo>
                    <a:pt x="17" y="131"/>
                    <a:pt x="16" y="129"/>
                    <a:pt x="13" y="129"/>
                  </a:cubicBezTo>
                  <a:close/>
                  <a:moveTo>
                    <a:pt x="13" y="97"/>
                  </a:moveTo>
                  <a:cubicBezTo>
                    <a:pt x="11" y="97"/>
                    <a:pt x="9" y="99"/>
                    <a:pt x="9" y="101"/>
                  </a:cubicBezTo>
                  <a:cubicBezTo>
                    <a:pt x="9" y="103"/>
                    <a:pt x="11" y="105"/>
                    <a:pt x="13" y="105"/>
                  </a:cubicBezTo>
                  <a:cubicBezTo>
                    <a:pt x="16" y="105"/>
                    <a:pt x="17" y="103"/>
                    <a:pt x="17" y="101"/>
                  </a:cubicBezTo>
                  <a:cubicBezTo>
                    <a:pt x="17" y="99"/>
                    <a:pt x="16" y="97"/>
                    <a:pt x="13" y="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17788" y="2982909"/>
            <a:ext cx="2673350" cy="2873375"/>
            <a:chOff x="2616201" y="3092450"/>
            <a:chExt cx="2673350" cy="2873375"/>
          </a:xfrm>
          <a:solidFill>
            <a:schemeClr val="accent2"/>
          </a:solidFill>
        </p:grpSpPr>
        <p:sp>
          <p:nvSpPr>
            <p:cNvPr id="14" name="Freeform 1211"/>
            <p:cNvSpPr>
              <a:spLocks/>
            </p:cNvSpPr>
            <p:nvPr/>
          </p:nvSpPr>
          <p:spPr bwMode="auto">
            <a:xfrm>
              <a:off x="2616201" y="3711575"/>
              <a:ext cx="2673350" cy="2254250"/>
            </a:xfrm>
            <a:custGeom>
              <a:avLst/>
              <a:gdLst>
                <a:gd name="T0" fmla="*/ 828 w 842"/>
                <a:gd name="T1" fmla="*/ 489 h 710"/>
                <a:gd name="T2" fmla="*/ 621 w 842"/>
                <a:gd name="T3" fmla="*/ 696 h 710"/>
                <a:gd name="T4" fmla="*/ 569 w 842"/>
                <a:gd name="T5" fmla="*/ 696 h 710"/>
                <a:gd name="T6" fmla="*/ 267 w 842"/>
                <a:gd name="T7" fmla="*/ 394 h 710"/>
                <a:gd name="T8" fmla="*/ 222 w 842"/>
                <a:gd name="T9" fmla="*/ 394 h 710"/>
                <a:gd name="T10" fmla="*/ 204 w 842"/>
                <a:gd name="T11" fmla="*/ 442 h 710"/>
                <a:gd name="T12" fmla="*/ 176 w 842"/>
                <a:gd name="T13" fmla="*/ 517 h 710"/>
                <a:gd name="T14" fmla="*/ 38 w 842"/>
                <a:gd name="T15" fmla="*/ 517 h 710"/>
                <a:gd name="T16" fmla="*/ 38 w 842"/>
                <a:gd name="T17" fmla="*/ 379 h 710"/>
                <a:gd name="T18" fmla="*/ 113 w 842"/>
                <a:gd name="T19" fmla="*/ 351 h 710"/>
                <a:gd name="T20" fmla="*/ 161 w 842"/>
                <a:gd name="T21" fmla="*/ 333 h 710"/>
                <a:gd name="T22" fmla="*/ 161 w 842"/>
                <a:gd name="T23" fmla="*/ 288 h 710"/>
                <a:gd name="T24" fmla="*/ 111 w 842"/>
                <a:gd name="T25" fmla="*/ 238 h 710"/>
                <a:gd name="T26" fmla="*/ 111 w 842"/>
                <a:gd name="T27" fmla="*/ 186 h 710"/>
                <a:gd name="T28" fmla="*/ 266 w 842"/>
                <a:gd name="T29" fmla="*/ 31 h 710"/>
                <a:gd name="T30" fmla="*/ 326 w 842"/>
                <a:gd name="T31" fmla="*/ 0 h 710"/>
                <a:gd name="T32" fmla="*/ 326 w 842"/>
                <a:gd name="T33" fmla="*/ 116 h 710"/>
                <a:gd name="T34" fmla="*/ 246 w 842"/>
                <a:gd name="T35" fmla="*/ 212 h 710"/>
                <a:gd name="T36" fmla="*/ 343 w 842"/>
                <a:gd name="T37" fmla="*/ 309 h 710"/>
                <a:gd name="T38" fmla="*/ 441 w 842"/>
                <a:gd name="T39" fmla="*/ 212 h 710"/>
                <a:gd name="T40" fmla="*/ 360 w 842"/>
                <a:gd name="T41" fmla="*/ 116 h 710"/>
                <a:gd name="T42" fmla="*/ 360 w 842"/>
                <a:gd name="T43" fmla="*/ 0 h 710"/>
                <a:gd name="T44" fmla="*/ 421 w 842"/>
                <a:gd name="T45" fmla="*/ 31 h 710"/>
                <a:gd name="T46" fmla="*/ 693 w 842"/>
                <a:gd name="T47" fmla="*/ 303 h 710"/>
                <a:gd name="T48" fmla="*/ 696 w 842"/>
                <a:gd name="T49" fmla="*/ 310 h 710"/>
                <a:gd name="T50" fmla="*/ 693 w 842"/>
                <a:gd name="T51" fmla="*/ 318 h 710"/>
                <a:gd name="T52" fmla="*/ 662 w 842"/>
                <a:gd name="T53" fmla="*/ 329 h 710"/>
                <a:gd name="T54" fmla="*/ 570 w 842"/>
                <a:gd name="T55" fmla="*/ 364 h 710"/>
                <a:gd name="T56" fmla="*/ 570 w 842"/>
                <a:gd name="T57" fmla="*/ 532 h 710"/>
                <a:gd name="T58" fmla="*/ 739 w 842"/>
                <a:gd name="T59" fmla="*/ 532 h 710"/>
                <a:gd name="T60" fmla="*/ 773 w 842"/>
                <a:gd name="T61" fmla="*/ 440 h 710"/>
                <a:gd name="T62" fmla="*/ 785 w 842"/>
                <a:gd name="T63" fmla="*/ 410 h 710"/>
                <a:gd name="T64" fmla="*/ 800 w 842"/>
                <a:gd name="T65" fmla="*/ 410 h 710"/>
                <a:gd name="T66" fmla="*/ 828 w 842"/>
                <a:gd name="T67" fmla="*/ 437 h 710"/>
                <a:gd name="T68" fmla="*/ 828 w 842"/>
                <a:gd name="T69" fmla="*/ 489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2" h="710">
                  <a:moveTo>
                    <a:pt x="828" y="489"/>
                  </a:moveTo>
                  <a:cubicBezTo>
                    <a:pt x="621" y="696"/>
                    <a:pt x="621" y="696"/>
                    <a:pt x="621" y="696"/>
                  </a:cubicBezTo>
                  <a:cubicBezTo>
                    <a:pt x="607" y="710"/>
                    <a:pt x="583" y="710"/>
                    <a:pt x="569" y="696"/>
                  </a:cubicBezTo>
                  <a:cubicBezTo>
                    <a:pt x="267" y="394"/>
                    <a:pt x="267" y="394"/>
                    <a:pt x="267" y="394"/>
                  </a:cubicBezTo>
                  <a:cubicBezTo>
                    <a:pt x="255" y="382"/>
                    <a:pt x="235" y="382"/>
                    <a:pt x="222" y="394"/>
                  </a:cubicBezTo>
                  <a:cubicBezTo>
                    <a:pt x="210" y="407"/>
                    <a:pt x="203" y="424"/>
                    <a:pt x="204" y="442"/>
                  </a:cubicBezTo>
                  <a:cubicBezTo>
                    <a:pt x="206" y="469"/>
                    <a:pt x="197" y="496"/>
                    <a:pt x="176" y="517"/>
                  </a:cubicBezTo>
                  <a:cubicBezTo>
                    <a:pt x="138" y="555"/>
                    <a:pt x="76" y="555"/>
                    <a:pt x="38" y="517"/>
                  </a:cubicBezTo>
                  <a:cubicBezTo>
                    <a:pt x="0" y="479"/>
                    <a:pt x="0" y="417"/>
                    <a:pt x="38" y="379"/>
                  </a:cubicBezTo>
                  <a:cubicBezTo>
                    <a:pt x="59" y="359"/>
                    <a:pt x="86" y="349"/>
                    <a:pt x="113" y="351"/>
                  </a:cubicBezTo>
                  <a:cubicBezTo>
                    <a:pt x="131" y="352"/>
                    <a:pt x="148" y="346"/>
                    <a:pt x="161" y="333"/>
                  </a:cubicBezTo>
                  <a:cubicBezTo>
                    <a:pt x="173" y="321"/>
                    <a:pt x="173" y="300"/>
                    <a:pt x="161" y="288"/>
                  </a:cubicBezTo>
                  <a:cubicBezTo>
                    <a:pt x="111" y="238"/>
                    <a:pt x="111" y="238"/>
                    <a:pt x="111" y="238"/>
                  </a:cubicBezTo>
                  <a:cubicBezTo>
                    <a:pt x="96" y="223"/>
                    <a:pt x="96" y="200"/>
                    <a:pt x="111" y="186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82" y="14"/>
                    <a:pt x="304" y="4"/>
                    <a:pt x="326" y="0"/>
                  </a:cubicBezTo>
                  <a:cubicBezTo>
                    <a:pt x="326" y="116"/>
                    <a:pt x="326" y="116"/>
                    <a:pt x="326" y="116"/>
                  </a:cubicBezTo>
                  <a:cubicBezTo>
                    <a:pt x="281" y="124"/>
                    <a:pt x="246" y="164"/>
                    <a:pt x="246" y="212"/>
                  </a:cubicBezTo>
                  <a:cubicBezTo>
                    <a:pt x="246" y="266"/>
                    <a:pt x="290" y="309"/>
                    <a:pt x="343" y="309"/>
                  </a:cubicBezTo>
                  <a:cubicBezTo>
                    <a:pt x="397" y="309"/>
                    <a:pt x="441" y="266"/>
                    <a:pt x="441" y="212"/>
                  </a:cubicBezTo>
                  <a:cubicBezTo>
                    <a:pt x="441" y="164"/>
                    <a:pt x="406" y="124"/>
                    <a:pt x="360" y="116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83" y="4"/>
                    <a:pt x="405" y="14"/>
                    <a:pt x="421" y="31"/>
                  </a:cubicBezTo>
                  <a:cubicBezTo>
                    <a:pt x="693" y="303"/>
                    <a:pt x="693" y="303"/>
                    <a:pt x="693" y="303"/>
                  </a:cubicBezTo>
                  <a:cubicBezTo>
                    <a:pt x="695" y="305"/>
                    <a:pt x="696" y="308"/>
                    <a:pt x="696" y="310"/>
                  </a:cubicBezTo>
                  <a:cubicBezTo>
                    <a:pt x="696" y="313"/>
                    <a:pt x="695" y="316"/>
                    <a:pt x="693" y="318"/>
                  </a:cubicBezTo>
                  <a:cubicBezTo>
                    <a:pt x="685" y="326"/>
                    <a:pt x="674" y="330"/>
                    <a:pt x="662" y="329"/>
                  </a:cubicBezTo>
                  <a:cubicBezTo>
                    <a:pt x="628" y="327"/>
                    <a:pt x="595" y="340"/>
                    <a:pt x="570" y="364"/>
                  </a:cubicBezTo>
                  <a:cubicBezTo>
                    <a:pt x="524" y="410"/>
                    <a:pt x="524" y="486"/>
                    <a:pt x="570" y="532"/>
                  </a:cubicBezTo>
                  <a:cubicBezTo>
                    <a:pt x="617" y="579"/>
                    <a:pt x="692" y="579"/>
                    <a:pt x="739" y="532"/>
                  </a:cubicBezTo>
                  <a:cubicBezTo>
                    <a:pt x="763" y="508"/>
                    <a:pt x="776" y="475"/>
                    <a:pt x="773" y="440"/>
                  </a:cubicBezTo>
                  <a:cubicBezTo>
                    <a:pt x="773" y="429"/>
                    <a:pt x="777" y="418"/>
                    <a:pt x="785" y="410"/>
                  </a:cubicBezTo>
                  <a:cubicBezTo>
                    <a:pt x="789" y="405"/>
                    <a:pt x="796" y="405"/>
                    <a:pt x="800" y="410"/>
                  </a:cubicBezTo>
                  <a:cubicBezTo>
                    <a:pt x="828" y="437"/>
                    <a:pt x="828" y="437"/>
                    <a:pt x="828" y="437"/>
                  </a:cubicBezTo>
                  <a:cubicBezTo>
                    <a:pt x="842" y="452"/>
                    <a:pt x="842" y="475"/>
                    <a:pt x="828" y="4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216"/>
            <p:cNvSpPr>
              <a:spLocks noEditPoints="1"/>
            </p:cNvSpPr>
            <p:nvPr/>
          </p:nvSpPr>
          <p:spPr bwMode="auto">
            <a:xfrm>
              <a:off x="3663951" y="3092450"/>
              <a:ext cx="85725" cy="993775"/>
            </a:xfrm>
            <a:custGeom>
              <a:avLst/>
              <a:gdLst>
                <a:gd name="T0" fmla="*/ 9 w 27"/>
                <a:gd name="T1" fmla="*/ 165 h 313"/>
                <a:gd name="T2" fmla="*/ 17 w 27"/>
                <a:gd name="T3" fmla="*/ 165 h 313"/>
                <a:gd name="T4" fmla="*/ 13 w 27"/>
                <a:gd name="T5" fmla="*/ 209 h 313"/>
                <a:gd name="T6" fmla="*/ 13 w 27"/>
                <a:gd name="T7" fmla="*/ 217 h 313"/>
                <a:gd name="T8" fmla="*/ 13 w 27"/>
                <a:gd name="T9" fmla="*/ 209 h 313"/>
                <a:gd name="T10" fmla="*/ 9 w 27"/>
                <a:gd name="T11" fmla="*/ 197 h 313"/>
                <a:gd name="T12" fmla="*/ 17 w 27"/>
                <a:gd name="T13" fmla="*/ 197 h 313"/>
                <a:gd name="T14" fmla="*/ 13 w 27"/>
                <a:gd name="T15" fmla="*/ 177 h 313"/>
                <a:gd name="T16" fmla="*/ 13 w 27"/>
                <a:gd name="T17" fmla="*/ 185 h 313"/>
                <a:gd name="T18" fmla="*/ 13 w 27"/>
                <a:gd name="T19" fmla="*/ 177 h 313"/>
                <a:gd name="T20" fmla="*/ 9 w 27"/>
                <a:gd name="T21" fmla="*/ 229 h 313"/>
                <a:gd name="T22" fmla="*/ 17 w 27"/>
                <a:gd name="T23" fmla="*/ 229 h 313"/>
                <a:gd name="T24" fmla="*/ 13 w 27"/>
                <a:gd name="T25" fmla="*/ 305 h 313"/>
                <a:gd name="T26" fmla="*/ 13 w 27"/>
                <a:gd name="T27" fmla="*/ 313 h 313"/>
                <a:gd name="T28" fmla="*/ 13 w 27"/>
                <a:gd name="T29" fmla="*/ 305 h 313"/>
                <a:gd name="T30" fmla="*/ 9 w 27"/>
                <a:gd name="T31" fmla="*/ 293 h 313"/>
                <a:gd name="T32" fmla="*/ 17 w 27"/>
                <a:gd name="T33" fmla="*/ 293 h 313"/>
                <a:gd name="T34" fmla="*/ 13 w 27"/>
                <a:gd name="T35" fmla="*/ 273 h 313"/>
                <a:gd name="T36" fmla="*/ 13 w 27"/>
                <a:gd name="T37" fmla="*/ 281 h 313"/>
                <a:gd name="T38" fmla="*/ 13 w 27"/>
                <a:gd name="T39" fmla="*/ 273 h 313"/>
                <a:gd name="T40" fmla="*/ 9 w 27"/>
                <a:gd name="T41" fmla="*/ 245 h 313"/>
                <a:gd name="T42" fmla="*/ 17 w 27"/>
                <a:gd name="T43" fmla="*/ 245 h 313"/>
                <a:gd name="T44" fmla="*/ 13 w 27"/>
                <a:gd name="T45" fmla="*/ 257 h 313"/>
                <a:gd name="T46" fmla="*/ 13 w 27"/>
                <a:gd name="T47" fmla="*/ 265 h 313"/>
                <a:gd name="T48" fmla="*/ 13 w 27"/>
                <a:gd name="T49" fmla="*/ 257 h 313"/>
                <a:gd name="T50" fmla="*/ 9 w 27"/>
                <a:gd name="T51" fmla="*/ 37 h 313"/>
                <a:gd name="T52" fmla="*/ 17 w 27"/>
                <a:gd name="T53" fmla="*/ 37 h 313"/>
                <a:gd name="T54" fmla="*/ 13 w 27"/>
                <a:gd name="T55" fmla="*/ 49 h 313"/>
                <a:gd name="T56" fmla="*/ 13 w 27"/>
                <a:gd name="T57" fmla="*/ 57 h 313"/>
                <a:gd name="T58" fmla="*/ 13 w 27"/>
                <a:gd name="T59" fmla="*/ 49 h 313"/>
                <a:gd name="T60" fmla="*/ 0 w 27"/>
                <a:gd name="T61" fmla="*/ 14 h 313"/>
                <a:gd name="T62" fmla="*/ 27 w 27"/>
                <a:gd name="T63" fmla="*/ 14 h 313"/>
                <a:gd name="T64" fmla="*/ 13 w 27"/>
                <a:gd name="T65" fmla="*/ 65 h 313"/>
                <a:gd name="T66" fmla="*/ 13 w 27"/>
                <a:gd name="T67" fmla="*/ 73 h 313"/>
                <a:gd name="T68" fmla="*/ 13 w 27"/>
                <a:gd name="T69" fmla="*/ 65 h 313"/>
                <a:gd name="T70" fmla="*/ 9 w 27"/>
                <a:gd name="T71" fmla="*/ 101 h 313"/>
                <a:gd name="T72" fmla="*/ 17 w 27"/>
                <a:gd name="T73" fmla="*/ 101 h 313"/>
                <a:gd name="T74" fmla="*/ 13 w 27"/>
                <a:gd name="T75" fmla="*/ 81 h 313"/>
                <a:gd name="T76" fmla="*/ 13 w 27"/>
                <a:gd name="T77" fmla="*/ 89 h 313"/>
                <a:gd name="T78" fmla="*/ 13 w 27"/>
                <a:gd name="T79" fmla="*/ 81 h 313"/>
                <a:gd name="T80" fmla="*/ 9 w 27"/>
                <a:gd name="T81" fmla="*/ 117 h 313"/>
                <a:gd name="T82" fmla="*/ 17 w 27"/>
                <a:gd name="T83" fmla="*/ 117 h 313"/>
                <a:gd name="T84" fmla="*/ 13 w 27"/>
                <a:gd name="T85" fmla="*/ 129 h 313"/>
                <a:gd name="T86" fmla="*/ 13 w 27"/>
                <a:gd name="T87" fmla="*/ 137 h 313"/>
                <a:gd name="T88" fmla="*/ 13 w 27"/>
                <a:gd name="T89" fmla="*/ 129 h 313"/>
                <a:gd name="T90" fmla="*/ 9 w 27"/>
                <a:gd name="T91" fmla="*/ 149 h 313"/>
                <a:gd name="T92" fmla="*/ 17 w 27"/>
                <a:gd name="T93" fmla="*/ 149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7" h="313">
                  <a:moveTo>
                    <a:pt x="13" y="161"/>
                  </a:moveTo>
                  <a:cubicBezTo>
                    <a:pt x="11" y="161"/>
                    <a:pt x="9" y="163"/>
                    <a:pt x="9" y="165"/>
                  </a:cubicBezTo>
                  <a:cubicBezTo>
                    <a:pt x="9" y="167"/>
                    <a:pt x="11" y="169"/>
                    <a:pt x="13" y="169"/>
                  </a:cubicBezTo>
                  <a:cubicBezTo>
                    <a:pt x="16" y="169"/>
                    <a:pt x="17" y="167"/>
                    <a:pt x="17" y="165"/>
                  </a:cubicBezTo>
                  <a:cubicBezTo>
                    <a:pt x="17" y="163"/>
                    <a:pt x="16" y="161"/>
                    <a:pt x="13" y="161"/>
                  </a:cubicBezTo>
                  <a:close/>
                  <a:moveTo>
                    <a:pt x="13" y="209"/>
                  </a:moveTo>
                  <a:cubicBezTo>
                    <a:pt x="11" y="209"/>
                    <a:pt x="9" y="211"/>
                    <a:pt x="9" y="213"/>
                  </a:cubicBezTo>
                  <a:cubicBezTo>
                    <a:pt x="9" y="215"/>
                    <a:pt x="11" y="217"/>
                    <a:pt x="13" y="217"/>
                  </a:cubicBezTo>
                  <a:cubicBezTo>
                    <a:pt x="16" y="217"/>
                    <a:pt x="17" y="215"/>
                    <a:pt x="17" y="213"/>
                  </a:cubicBezTo>
                  <a:cubicBezTo>
                    <a:pt x="17" y="211"/>
                    <a:pt x="16" y="209"/>
                    <a:pt x="13" y="209"/>
                  </a:cubicBezTo>
                  <a:close/>
                  <a:moveTo>
                    <a:pt x="13" y="193"/>
                  </a:moveTo>
                  <a:cubicBezTo>
                    <a:pt x="11" y="193"/>
                    <a:pt x="9" y="195"/>
                    <a:pt x="9" y="197"/>
                  </a:cubicBezTo>
                  <a:cubicBezTo>
                    <a:pt x="9" y="199"/>
                    <a:pt x="11" y="201"/>
                    <a:pt x="13" y="201"/>
                  </a:cubicBezTo>
                  <a:cubicBezTo>
                    <a:pt x="16" y="201"/>
                    <a:pt x="17" y="199"/>
                    <a:pt x="17" y="197"/>
                  </a:cubicBezTo>
                  <a:cubicBezTo>
                    <a:pt x="17" y="195"/>
                    <a:pt x="16" y="193"/>
                    <a:pt x="13" y="193"/>
                  </a:cubicBezTo>
                  <a:close/>
                  <a:moveTo>
                    <a:pt x="13" y="177"/>
                  </a:moveTo>
                  <a:cubicBezTo>
                    <a:pt x="11" y="177"/>
                    <a:pt x="9" y="179"/>
                    <a:pt x="9" y="181"/>
                  </a:cubicBezTo>
                  <a:cubicBezTo>
                    <a:pt x="9" y="183"/>
                    <a:pt x="11" y="185"/>
                    <a:pt x="13" y="185"/>
                  </a:cubicBezTo>
                  <a:cubicBezTo>
                    <a:pt x="16" y="185"/>
                    <a:pt x="17" y="183"/>
                    <a:pt x="17" y="181"/>
                  </a:cubicBezTo>
                  <a:cubicBezTo>
                    <a:pt x="17" y="179"/>
                    <a:pt x="16" y="177"/>
                    <a:pt x="13" y="177"/>
                  </a:cubicBezTo>
                  <a:close/>
                  <a:moveTo>
                    <a:pt x="13" y="225"/>
                  </a:moveTo>
                  <a:cubicBezTo>
                    <a:pt x="11" y="225"/>
                    <a:pt x="9" y="227"/>
                    <a:pt x="9" y="229"/>
                  </a:cubicBezTo>
                  <a:cubicBezTo>
                    <a:pt x="9" y="231"/>
                    <a:pt x="11" y="233"/>
                    <a:pt x="13" y="233"/>
                  </a:cubicBezTo>
                  <a:cubicBezTo>
                    <a:pt x="16" y="233"/>
                    <a:pt x="17" y="231"/>
                    <a:pt x="17" y="229"/>
                  </a:cubicBezTo>
                  <a:cubicBezTo>
                    <a:pt x="17" y="227"/>
                    <a:pt x="16" y="225"/>
                    <a:pt x="13" y="225"/>
                  </a:cubicBezTo>
                  <a:close/>
                  <a:moveTo>
                    <a:pt x="13" y="305"/>
                  </a:moveTo>
                  <a:cubicBezTo>
                    <a:pt x="11" y="305"/>
                    <a:pt x="9" y="307"/>
                    <a:pt x="9" y="309"/>
                  </a:cubicBezTo>
                  <a:cubicBezTo>
                    <a:pt x="9" y="311"/>
                    <a:pt x="11" y="313"/>
                    <a:pt x="13" y="313"/>
                  </a:cubicBezTo>
                  <a:cubicBezTo>
                    <a:pt x="16" y="313"/>
                    <a:pt x="17" y="311"/>
                    <a:pt x="17" y="309"/>
                  </a:cubicBezTo>
                  <a:cubicBezTo>
                    <a:pt x="17" y="307"/>
                    <a:pt x="16" y="305"/>
                    <a:pt x="13" y="305"/>
                  </a:cubicBezTo>
                  <a:close/>
                  <a:moveTo>
                    <a:pt x="13" y="289"/>
                  </a:moveTo>
                  <a:cubicBezTo>
                    <a:pt x="11" y="289"/>
                    <a:pt x="9" y="291"/>
                    <a:pt x="9" y="293"/>
                  </a:cubicBezTo>
                  <a:cubicBezTo>
                    <a:pt x="9" y="295"/>
                    <a:pt x="11" y="297"/>
                    <a:pt x="13" y="297"/>
                  </a:cubicBezTo>
                  <a:cubicBezTo>
                    <a:pt x="16" y="297"/>
                    <a:pt x="17" y="295"/>
                    <a:pt x="17" y="293"/>
                  </a:cubicBezTo>
                  <a:cubicBezTo>
                    <a:pt x="17" y="291"/>
                    <a:pt x="16" y="289"/>
                    <a:pt x="13" y="289"/>
                  </a:cubicBezTo>
                  <a:close/>
                  <a:moveTo>
                    <a:pt x="13" y="273"/>
                  </a:moveTo>
                  <a:cubicBezTo>
                    <a:pt x="11" y="273"/>
                    <a:pt x="9" y="275"/>
                    <a:pt x="9" y="277"/>
                  </a:cubicBezTo>
                  <a:cubicBezTo>
                    <a:pt x="9" y="279"/>
                    <a:pt x="11" y="281"/>
                    <a:pt x="13" y="281"/>
                  </a:cubicBezTo>
                  <a:cubicBezTo>
                    <a:pt x="16" y="281"/>
                    <a:pt x="17" y="279"/>
                    <a:pt x="17" y="277"/>
                  </a:cubicBezTo>
                  <a:cubicBezTo>
                    <a:pt x="17" y="275"/>
                    <a:pt x="16" y="273"/>
                    <a:pt x="13" y="273"/>
                  </a:cubicBezTo>
                  <a:close/>
                  <a:moveTo>
                    <a:pt x="13" y="241"/>
                  </a:moveTo>
                  <a:cubicBezTo>
                    <a:pt x="11" y="241"/>
                    <a:pt x="9" y="243"/>
                    <a:pt x="9" y="245"/>
                  </a:cubicBezTo>
                  <a:cubicBezTo>
                    <a:pt x="9" y="247"/>
                    <a:pt x="11" y="249"/>
                    <a:pt x="13" y="249"/>
                  </a:cubicBezTo>
                  <a:cubicBezTo>
                    <a:pt x="16" y="249"/>
                    <a:pt x="17" y="247"/>
                    <a:pt x="17" y="245"/>
                  </a:cubicBezTo>
                  <a:cubicBezTo>
                    <a:pt x="17" y="243"/>
                    <a:pt x="16" y="241"/>
                    <a:pt x="13" y="241"/>
                  </a:cubicBezTo>
                  <a:close/>
                  <a:moveTo>
                    <a:pt x="13" y="257"/>
                  </a:moveTo>
                  <a:cubicBezTo>
                    <a:pt x="11" y="257"/>
                    <a:pt x="9" y="259"/>
                    <a:pt x="9" y="261"/>
                  </a:cubicBezTo>
                  <a:cubicBezTo>
                    <a:pt x="9" y="263"/>
                    <a:pt x="11" y="265"/>
                    <a:pt x="13" y="265"/>
                  </a:cubicBezTo>
                  <a:cubicBezTo>
                    <a:pt x="16" y="265"/>
                    <a:pt x="17" y="263"/>
                    <a:pt x="17" y="261"/>
                  </a:cubicBezTo>
                  <a:cubicBezTo>
                    <a:pt x="17" y="259"/>
                    <a:pt x="16" y="257"/>
                    <a:pt x="13" y="257"/>
                  </a:cubicBezTo>
                  <a:close/>
                  <a:moveTo>
                    <a:pt x="13" y="33"/>
                  </a:moveTo>
                  <a:cubicBezTo>
                    <a:pt x="11" y="33"/>
                    <a:pt x="9" y="35"/>
                    <a:pt x="9" y="37"/>
                  </a:cubicBezTo>
                  <a:cubicBezTo>
                    <a:pt x="9" y="39"/>
                    <a:pt x="11" y="41"/>
                    <a:pt x="13" y="41"/>
                  </a:cubicBezTo>
                  <a:cubicBezTo>
                    <a:pt x="16" y="41"/>
                    <a:pt x="17" y="39"/>
                    <a:pt x="17" y="37"/>
                  </a:cubicBezTo>
                  <a:cubicBezTo>
                    <a:pt x="17" y="35"/>
                    <a:pt x="16" y="33"/>
                    <a:pt x="13" y="33"/>
                  </a:cubicBezTo>
                  <a:close/>
                  <a:moveTo>
                    <a:pt x="13" y="49"/>
                  </a:moveTo>
                  <a:cubicBezTo>
                    <a:pt x="11" y="49"/>
                    <a:pt x="9" y="51"/>
                    <a:pt x="9" y="53"/>
                  </a:cubicBezTo>
                  <a:cubicBezTo>
                    <a:pt x="9" y="55"/>
                    <a:pt x="11" y="57"/>
                    <a:pt x="13" y="57"/>
                  </a:cubicBezTo>
                  <a:cubicBezTo>
                    <a:pt x="16" y="57"/>
                    <a:pt x="17" y="55"/>
                    <a:pt x="17" y="53"/>
                  </a:cubicBezTo>
                  <a:cubicBezTo>
                    <a:pt x="17" y="51"/>
                    <a:pt x="16" y="49"/>
                    <a:pt x="13" y="49"/>
                  </a:cubicBezTo>
                  <a:close/>
                  <a:moveTo>
                    <a:pt x="13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3" y="27"/>
                  </a:cubicBezTo>
                  <a:cubicBezTo>
                    <a:pt x="21" y="27"/>
                    <a:pt x="27" y="21"/>
                    <a:pt x="27" y="14"/>
                  </a:cubicBezTo>
                  <a:cubicBezTo>
                    <a:pt x="27" y="6"/>
                    <a:pt x="21" y="0"/>
                    <a:pt x="13" y="0"/>
                  </a:cubicBezTo>
                  <a:close/>
                  <a:moveTo>
                    <a:pt x="13" y="65"/>
                  </a:moveTo>
                  <a:cubicBezTo>
                    <a:pt x="11" y="65"/>
                    <a:pt x="9" y="67"/>
                    <a:pt x="9" y="69"/>
                  </a:cubicBezTo>
                  <a:cubicBezTo>
                    <a:pt x="9" y="71"/>
                    <a:pt x="11" y="73"/>
                    <a:pt x="13" y="73"/>
                  </a:cubicBezTo>
                  <a:cubicBezTo>
                    <a:pt x="16" y="73"/>
                    <a:pt x="17" y="71"/>
                    <a:pt x="17" y="69"/>
                  </a:cubicBezTo>
                  <a:cubicBezTo>
                    <a:pt x="17" y="67"/>
                    <a:pt x="16" y="65"/>
                    <a:pt x="13" y="65"/>
                  </a:cubicBezTo>
                  <a:close/>
                  <a:moveTo>
                    <a:pt x="13" y="97"/>
                  </a:moveTo>
                  <a:cubicBezTo>
                    <a:pt x="11" y="97"/>
                    <a:pt x="9" y="99"/>
                    <a:pt x="9" y="101"/>
                  </a:cubicBezTo>
                  <a:cubicBezTo>
                    <a:pt x="9" y="103"/>
                    <a:pt x="11" y="105"/>
                    <a:pt x="13" y="105"/>
                  </a:cubicBezTo>
                  <a:cubicBezTo>
                    <a:pt x="16" y="105"/>
                    <a:pt x="17" y="103"/>
                    <a:pt x="17" y="101"/>
                  </a:cubicBezTo>
                  <a:cubicBezTo>
                    <a:pt x="17" y="99"/>
                    <a:pt x="16" y="97"/>
                    <a:pt x="13" y="97"/>
                  </a:cubicBezTo>
                  <a:close/>
                  <a:moveTo>
                    <a:pt x="13" y="81"/>
                  </a:moveTo>
                  <a:cubicBezTo>
                    <a:pt x="11" y="81"/>
                    <a:pt x="9" y="83"/>
                    <a:pt x="9" y="85"/>
                  </a:cubicBezTo>
                  <a:cubicBezTo>
                    <a:pt x="9" y="87"/>
                    <a:pt x="11" y="89"/>
                    <a:pt x="13" y="89"/>
                  </a:cubicBezTo>
                  <a:cubicBezTo>
                    <a:pt x="16" y="89"/>
                    <a:pt x="17" y="87"/>
                    <a:pt x="17" y="85"/>
                  </a:cubicBezTo>
                  <a:cubicBezTo>
                    <a:pt x="17" y="83"/>
                    <a:pt x="16" y="81"/>
                    <a:pt x="13" y="81"/>
                  </a:cubicBezTo>
                  <a:close/>
                  <a:moveTo>
                    <a:pt x="13" y="113"/>
                  </a:moveTo>
                  <a:cubicBezTo>
                    <a:pt x="11" y="113"/>
                    <a:pt x="9" y="115"/>
                    <a:pt x="9" y="117"/>
                  </a:cubicBezTo>
                  <a:cubicBezTo>
                    <a:pt x="9" y="119"/>
                    <a:pt x="11" y="121"/>
                    <a:pt x="13" y="121"/>
                  </a:cubicBezTo>
                  <a:cubicBezTo>
                    <a:pt x="16" y="121"/>
                    <a:pt x="17" y="119"/>
                    <a:pt x="17" y="117"/>
                  </a:cubicBezTo>
                  <a:cubicBezTo>
                    <a:pt x="17" y="115"/>
                    <a:pt x="16" y="113"/>
                    <a:pt x="13" y="113"/>
                  </a:cubicBezTo>
                  <a:close/>
                  <a:moveTo>
                    <a:pt x="13" y="129"/>
                  </a:moveTo>
                  <a:cubicBezTo>
                    <a:pt x="11" y="129"/>
                    <a:pt x="9" y="131"/>
                    <a:pt x="9" y="133"/>
                  </a:cubicBezTo>
                  <a:cubicBezTo>
                    <a:pt x="9" y="135"/>
                    <a:pt x="11" y="137"/>
                    <a:pt x="13" y="137"/>
                  </a:cubicBezTo>
                  <a:cubicBezTo>
                    <a:pt x="16" y="137"/>
                    <a:pt x="17" y="135"/>
                    <a:pt x="17" y="133"/>
                  </a:cubicBezTo>
                  <a:cubicBezTo>
                    <a:pt x="17" y="131"/>
                    <a:pt x="16" y="129"/>
                    <a:pt x="13" y="129"/>
                  </a:cubicBezTo>
                  <a:close/>
                  <a:moveTo>
                    <a:pt x="13" y="145"/>
                  </a:moveTo>
                  <a:cubicBezTo>
                    <a:pt x="11" y="145"/>
                    <a:pt x="9" y="147"/>
                    <a:pt x="9" y="149"/>
                  </a:cubicBezTo>
                  <a:cubicBezTo>
                    <a:pt x="9" y="151"/>
                    <a:pt x="11" y="153"/>
                    <a:pt x="13" y="153"/>
                  </a:cubicBezTo>
                  <a:cubicBezTo>
                    <a:pt x="16" y="153"/>
                    <a:pt x="17" y="151"/>
                    <a:pt x="17" y="149"/>
                  </a:cubicBezTo>
                  <a:cubicBezTo>
                    <a:pt x="17" y="147"/>
                    <a:pt x="16" y="145"/>
                    <a:pt x="13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354513" y="2982909"/>
            <a:ext cx="2674938" cy="2873375"/>
            <a:chOff x="4352926" y="3092450"/>
            <a:chExt cx="2674938" cy="2873375"/>
          </a:xfrm>
          <a:solidFill>
            <a:schemeClr val="accent3"/>
          </a:solidFill>
        </p:grpSpPr>
        <p:sp>
          <p:nvSpPr>
            <p:cNvPr id="18" name="Freeform 1209"/>
            <p:cNvSpPr>
              <a:spLocks/>
            </p:cNvSpPr>
            <p:nvPr/>
          </p:nvSpPr>
          <p:spPr bwMode="auto">
            <a:xfrm>
              <a:off x="4352926" y="3711575"/>
              <a:ext cx="2674938" cy="2254250"/>
            </a:xfrm>
            <a:custGeom>
              <a:avLst/>
              <a:gdLst>
                <a:gd name="T0" fmla="*/ 828 w 843"/>
                <a:gd name="T1" fmla="*/ 489 h 710"/>
                <a:gd name="T2" fmla="*/ 621 w 843"/>
                <a:gd name="T3" fmla="*/ 696 h 710"/>
                <a:gd name="T4" fmla="*/ 570 w 843"/>
                <a:gd name="T5" fmla="*/ 696 h 710"/>
                <a:gd name="T6" fmla="*/ 268 w 843"/>
                <a:gd name="T7" fmla="*/ 394 h 710"/>
                <a:gd name="T8" fmla="*/ 223 w 843"/>
                <a:gd name="T9" fmla="*/ 394 h 710"/>
                <a:gd name="T10" fmla="*/ 205 w 843"/>
                <a:gd name="T11" fmla="*/ 442 h 710"/>
                <a:gd name="T12" fmla="*/ 176 w 843"/>
                <a:gd name="T13" fmla="*/ 517 h 710"/>
                <a:gd name="T14" fmla="*/ 39 w 843"/>
                <a:gd name="T15" fmla="*/ 517 h 710"/>
                <a:gd name="T16" fmla="*/ 39 w 843"/>
                <a:gd name="T17" fmla="*/ 379 h 710"/>
                <a:gd name="T18" fmla="*/ 114 w 843"/>
                <a:gd name="T19" fmla="*/ 351 h 710"/>
                <a:gd name="T20" fmla="*/ 161 w 843"/>
                <a:gd name="T21" fmla="*/ 333 h 710"/>
                <a:gd name="T22" fmla="*/ 161 w 843"/>
                <a:gd name="T23" fmla="*/ 288 h 710"/>
                <a:gd name="T24" fmla="*/ 111 w 843"/>
                <a:gd name="T25" fmla="*/ 238 h 710"/>
                <a:gd name="T26" fmla="*/ 111 w 843"/>
                <a:gd name="T27" fmla="*/ 186 h 710"/>
                <a:gd name="T28" fmla="*/ 266 w 843"/>
                <a:gd name="T29" fmla="*/ 31 h 710"/>
                <a:gd name="T30" fmla="*/ 325 w 843"/>
                <a:gd name="T31" fmla="*/ 0 h 710"/>
                <a:gd name="T32" fmla="*/ 325 w 843"/>
                <a:gd name="T33" fmla="*/ 116 h 710"/>
                <a:gd name="T34" fmla="*/ 244 w 843"/>
                <a:gd name="T35" fmla="*/ 212 h 710"/>
                <a:gd name="T36" fmla="*/ 342 w 843"/>
                <a:gd name="T37" fmla="*/ 309 h 710"/>
                <a:gd name="T38" fmla="*/ 439 w 843"/>
                <a:gd name="T39" fmla="*/ 212 h 710"/>
                <a:gd name="T40" fmla="*/ 359 w 843"/>
                <a:gd name="T41" fmla="*/ 116 h 710"/>
                <a:gd name="T42" fmla="*/ 359 w 843"/>
                <a:gd name="T43" fmla="*/ 0 h 710"/>
                <a:gd name="T44" fmla="*/ 422 w 843"/>
                <a:gd name="T45" fmla="*/ 31 h 710"/>
                <a:gd name="T46" fmla="*/ 694 w 843"/>
                <a:gd name="T47" fmla="*/ 303 h 710"/>
                <a:gd name="T48" fmla="*/ 697 w 843"/>
                <a:gd name="T49" fmla="*/ 310 h 710"/>
                <a:gd name="T50" fmla="*/ 694 w 843"/>
                <a:gd name="T51" fmla="*/ 318 h 710"/>
                <a:gd name="T52" fmla="*/ 663 w 843"/>
                <a:gd name="T53" fmla="*/ 329 h 710"/>
                <a:gd name="T54" fmla="*/ 571 w 843"/>
                <a:gd name="T55" fmla="*/ 364 h 710"/>
                <a:gd name="T56" fmla="*/ 571 w 843"/>
                <a:gd name="T57" fmla="*/ 532 h 710"/>
                <a:gd name="T58" fmla="*/ 739 w 843"/>
                <a:gd name="T59" fmla="*/ 532 h 710"/>
                <a:gd name="T60" fmla="*/ 774 w 843"/>
                <a:gd name="T61" fmla="*/ 440 h 710"/>
                <a:gd name="T62" fmla="*/ 786 w 843"/>
                <a:gd name="T63" fmla="*/ 410 h 710"/>
                <a:gd name="T64" fmla="*/ 801 w 843"/>
                <a:gd name="T65" fmla="*/ 410 h 710"/>
                <a:gd name="T66" fmla="*/ 828 w 843"/>
                <a:gd name="T67" fmla="*/ 437 h 710"/>
                <a:gd name="T68" fmla="*/ 828 w 843"/>
                <a:gd name="T69" fmla="*/ 489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3" h="710">
                  <a:moveTo>
                    <a:pt x="828" y="489"/>
                  </a:moveTo>
                  <a:cubicBezTo>
                    <a:pt x="621" y="696"/>
                    <a:pt x="621" y="696"/>
                    <a:pt x="621" y="696"/>
                  </a:cubicBezTo>
                  <a:cubicBezTo>
                    <a:pt x="607" y="710"/>
                    <a:pt x="584" y="710"/>
                    <a:pt x="570" y="696"/>
                  </a:cubicBezTo>
                  <a:cubicBezTo>
                    <a:pt x="268" y="394"/>
                    <a:pt x="268" y="394"/>
                    <a:pt x="268" y="394"/>
                  </a:cubicBezTo>
                  <a:cubicBezTo>
                    <a:pt x="256" y="382"/>
                    <a:pt x="235" y="382"/>
                    <a:pt x="223" y="394"/>
                  </a:cubicBezTo>
                  <a:cubicBezTo>
                    <a:pt x="210" y="407"/>
                    <a:pt x="204" y="424"/>
                    <a:pt x="205" y="442"/>
                  </a:cubicBezTo>
                  <a:cubicBezTo>
                    <a:pt x="207" y="469"/>
                    <a:pt x="197" y="496"/>
                    <a:pt x="176" y="517"/>
                  </a:cubicBezTo>
                  <a:cubicBezTo>
                    <a:pt x="138" y="555"/>
                    <a:pt x="77" y="555"/>
                    <a:pt x="39" y="517"/>
                  </a:cubicBezTo>
                  <a:cubicBezTo>
                    <a:pt x="0" y="479"/>
                    <a:pt x="0" y="417"/>
                    <a:pt x="39" y="379"/>
                  </a:cubicBezTo>
                  <a:cubicBezTo>
                    <a:pt x="59" y="359"/>
                    <a:pt x="87" y="349"/>
                    <a:pt x="114" y="351"/>
                  </a:cubicBezTo>
                  <a:cubicBezTo>
                    <a:pt x="132" y="352"/>
                    <a:pt x="149" y="346"/>
                    <a:pt x="161" y="333"/>
                  </a:cubicBezTo>
                  <a:cubicBezTo>
                    <a:pt x="174" y="321"/>
                    <a:pt x="174" y="300"/>
                    <a:pt x="161" y="288"/>
                  </a:cubicBezTo>
                  <a:cubicBezTo>
                    <a:pt x="111" y="238"/>
                    <a:pt x="111" y="238"/>
                    <a:pt x="111" y="238"/>
                  </a:cubicBezTo>
                  <a:cubicBezTo>
                    <a:pt x="97" y="223"/>
                    <a:pt x="97" y="200"/>
                    <a:pt x="111" y="186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82" y="15"/>
                    <a:pt x="303" y="4"/>
                    <a:pt x="325" y="0"/>
                  </a:cubicBezTo>
                  <a:cubicBezTo>
                    <a:pt x="325" y="116"/>
                    <a:pt x="325" y="116"/>
                    <a:pt x="325" y="116"/>
                  </a:cubicBezTo>
                  <a:cubicBezTo>
                    <a:pt x="279" y="124"/>
                    <a:pt x="244" y="164"/>
                    <a:pt x="244" y="212"/>
                  </a:cubicBezTo>
                  <a:cubicBezTo>
                    <a:pt x="244" y="266"/>
                    <a:pt x="288" y="309"/>
                    <a:pt x="342" y="309"/>
                  </a:cubicBezTo>
                  <a:cubicBezTo>
                    <a:pt x="395" y="309"/>
                    <a:pt x="439" y="266"/>
                    <a:pt x="439" y="212"/>
                  </a:cubicBezTo>
                  <a:cubicBezTo>
                    <a:pt x="439" y="164"/>
                    <a:pt x="404" y="124"/>
                    <a:pt x="359" y="116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82" y="3"/>
                    <a:pt x="405" y="14"/>
                    <a:pt x="422" y="31"/>
                  </a:cubicBezTo>
                  <a:cubicBezTo>
                    <a:pt x="694" y="303"/>
                    <a:pt x="694" y="303"/>
                    <a:pt x="694" y="303"/>
                  </a:cubicBezTo>
                  <a:cubicBezTo>
                    <a:pt x="696" y="305"/>
                    <a:pt x="697" y="308"/>
                    <a:pt x="697" y="310"/>
                  </a:cubicBezTo>
                  <a:cubicBezTo>
                    <a:pt x="697" y="313"/>
                    <a:pt x="696" y="316"/>
                    <a:pt x="694" y="318"/>
                  </a:cubicBezTo>
                  <a:cubicBezTo>
                    <a:pt x="686" y="326"/>
                    <a:pt x="674" y="330"/>
                    <a:pt x="663" y="329"/>
                  </a:cubicBezTo>
                  <a:cubicBezTo>
                    <a:pt x="629" y="327"/>
                    <a:pt x="595" y="340"/>
                    <a:pt x="571" y="364"/>
                  </a:cubicBezTo>
                  <a:cubicBezTo>
                    <a:pt x="525" y="410"/>
                    <a:pt x="525" y="486"/>
                    <a:pt x="571" y="532"/>
                  </a:cubicBezTo>
                  <a:cubicBezTo>
                    <a:pt x="617" y="579"/>
                    <a:pt x="693" y="579"/>
                    <a:pt x="739" y="532"/>
                  </a:cubicBezTo>
                  <a:cubicBezTo>
                    <a:pt x="764" y="508"/>
                    <a:pt x="776" y="475"/>
                    <a:pt x="774" y="440"/>
                  </a:cubicBezTo>
                  <a:cubicBezTo>
                    <a:pt x="773" y="429"/>
                    <a:pt x="777" y="418"/>
                    <a:pt x="786" y="410"/>
                  </a:cubicBezTo>
                  <a:cubicBezTo>
                    <a:pt x="790" y="405"/>
                    <a:pt x="796" y="405"/>
                    <a:pt x="801" y="410"/>
                  </a:cubicBezTo>
                  <a:cubicBezTo>
                    <a:pt x="828" y="437"/>
                    <a:pt x="828" y="437"/>
                    <a:pt x="828" y="437"/>
                  </a:cubicBezTo>
                  <a:cubicBezTo>
                    <a:pt x="843" y="452"/>
                    <a:pt x="843" y="475"/>
                    <a:pt x="828" y="4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17"/>
            <p:cNvSpPr>
              <a:spLocks noEditPoints="1"/>
            </p:cNvSpPr>
            <p:nvPr/>
          </p:nvSpPr>
          <p:spPr bwMode="auto">
            <a:xfrm>
              <a:off x="5394326" y="3092450"/>
              <a:ext cx="85725" cy="993775"/>
            </a:xfrm>
            <a:custGeom>
              <a:avLst/>
              <a:gdLst>
                <a:gd name="T0" fmla="*/ 10 w 27"/>
                <a:gd name="T1" fmla="*/ 245 h 313"/>
                <a:gd name="T2" fmla="*/ 18 w 27"/>
                <a:gd name="T3" fmla="*/ 245 h 313"/>
                <a:gd name="T4" fmla="*/ 14 w 27"/>
                <a:gd name="T5" fmla="*/ 225 h 313"/>
                <a:gd name="T6" fmla="*/ 14 w 27"/>
                <a:gd name="T7" fmla="*/ 233 h 313"/>
                <a:gd name="T8" fmla="*/ 14 w 27"/>
                <a:gd name="T9" fmla="*/ 225 h 313"/>
                <a:gd name="T10" fmla="*/ 10 w 27"/>
                <a:gd name="T11" fmla="*/ 213 h 313"/>
                <a:gd name="T12" fmla="*/ 18 w 27"/>
                <a:gd name="T13" fmla="*/ 213 h 313"/>
                <a:gd name="T14" fmla="*/ 14 w 27"/>
                <a:gd name="T15" fmla="*/ 193 h 313"/>
                <a:gd name="T16" fmla="*/ 14 w 27"/>
                <a:gd name="T17" fmla="*/ 201 h 313"/>
                <a:gd name="T18" fmla="*/ 14 w 27"/>
                <a:gd name="T19" fmla="*/ 193 h 313"/>
                <a:gd name="T20" fmla="*/ 10 w 27"/>
                <a:gd name="T21" fmla="*/ 277 h 313"/>
                <a:gd name="T22" fmla="*/ 18 w 27"/>
                <a:gd name="T23" fmla="*/ 277 h 313"/>
                <a:gd name="T24" fmla="*/ 14 w 27"/>
                <a:gd name="T25" fmla="*/ 305 h 313"/>
                <a:gd name="T26" fmla="*/ 14 w 27"/>
                <a:gd name="T27" fmla="*/ 313 h 313"/>
                <a:gd name="T28" fmla="*/ 14 w 27"/>
                <a:gd name="T29" fmla="*/ 305 h 313"/>
                <a:gd name="T30" fmla="*/ 10 w 27"/>
                <a:gd name="T31" fmla="*/ 293 h 313"/>
                <a:gd name="T32" fmla="*/ 18 w 27"/>
                <a:gd name="T33" fmla="*/ 293 h 313"/>
                <a:gd name="T34" fmla="*/ 14 w 27"/>
                <a:gd name="T35" fmla="*/ 161 h 313"/>
                <a:gd name="T36" fmla="*/ 14 w 27"/>
                <a:gd name="T37" fmla="*/ 169 h 313"/>
                <a:gd name="T38" fmla="*/ 14 w 27"/>
                <a:gd name="T39" fmla="*/ 161 h 313"/>
                <a:gd name="T40" fmla="*/ 10 w 27"/>
                <a:gd name="T41" fmla="*/ 261 h 313"/>
                <a:gd name="T42" fmla="*/ 18 w 27"/>
                <a:gd name="T43" fmla="*/ 261 h 313"/>
                <a:gd name="T44" fmla="*/ 14 w 27"/>
                <a:gd name="T45" fmla="*/ 177 h 313"/>
                <a:gd name="T46" fmla="*/ 14 w 27"/>
                <a:gd name="T47" fmla="*/ 185 h 313"/>
                <a:gd name="T48" fmla="*/ 14 w 27"/>
                <a:gd name="T49" fmla="*/ 177 h 313"/>
                <a:gd name="T50" fmla="*/ 10 w 27"/>
                <a:gd name="T51" fmla="*/ 53 h 313"/>
                <a:gd name="T52" fmla="*/ 18 w 27"/>
                <a:gd name="T53" fmla="*/ 53 h 313"/>
                <a:gd name="T54" fmla="*/ 14 w 27"/>
                <a:gd name="T55" fmla="*/ 33 h 313"/>
                <a:gd name="T56" fmla="*/ 14 w 27"/>
                <a:gd name="T57" fmla="*/ 41 h 313"/>
                <a:gd name="T58" fmla="*/ 14 w 27"/>
                <a:gd name="T59" fmla="*/ 33 h 313"/>
                <a:gd name="T60" fmla="*/ 10 w 27"/>
                <a:gd name="T61" fmla="*/ 69 h 313"/>
                <a:gd name="T62" fmla="*/ 18 w 27"/>
                <a:gd name="T63" fmla="*/ 69 h 313"/>
                <a:gd name="T64" fmla="*/ 14 w 27"/>
                <a:gd name="T65" fmla="*/ 0 h 313"/>
                <a:gd name="T66" fmla="*/ 14 w 27"/>
                <a:gd name="T67" fmla="*/ 27 h 313"/>
                <a:gd name="T68" fmla="*/ 14 w 27"/>
                <a:gd name="T69" fmla="*/ 0 h 313"/>
                <a:gd name="T70" fmla="*/ 10 w 27"/>
                <a:gd name="T71" fmla="*/ 133 h 313"/>
                <a:gd name="T72" fmla="*/ 18 w 27"/>
                <a:gd name="T73" fmla="*/ 133 h 313"/>
                <a:gd name="T74" fmla="*/ 14 w 27"/>
                <a:gd name="T75" fmla="*/ 145 h 313"/>
                <a:gd name="T76" fmla="*/ 14 w 27"/>
                <a:gd name="T77" fmla="*/ 153 h 313"/>
                <a:gd name="T78" fmla="*/ 14 w 27"/>
                <a:gd name="T79" fmla="*/ 145 h 313"/>
                <a:gd name="T80" fmla="*/ 10 w 27"/>
                <a:gd name="T81" fmla="*/ 117 h 313"/>
                <a:gd name="T82" fmla="*/ 18 w 27"/>
                <a:gd name="T83" fmla="*/ 117 h 313"/>
                <a:gd name="T84" fmla="*/ 14 w 27"/>
                <a:gd name="T85" fmla="*/ 81 h 313"/>
                <a:gd name="T86" fmla="*/ 14 w 27"/>
                <a:gd name="T87" fmla="*/ 89 h 313"/>
                <a:gd name="T88" fmla="*/ 14 w 27"/>
                <a:gd name="T89" fmla="*/ 81 h 313"/>
                <a:gd name="T90" fmla="*/ 10 w 27"/>
                <a:gd name="T91" fmla="*/ 101 h 313"/>
                <a:gd name="T92" fmla="*/ 18 w 27"/>
                <a:gd name="T93" fmla="*/ 101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7" h="313">
                  <a:moveTo>
                    <a:pt x="14" y="241"/>
                  </a:moveTo>
                  <a:cubicBezTo>
                    <a:pt x="11" y="241"/>
                    <a:pt x="10" y="243"/>
                    <a:pt x="10" y="245"/>
                  </a:cubicBezTo>
                  <a:cubicBezTo>
                    <a:pt x="10" y="247"/>
                    <a:pt x="11" y="249"/>
                    <a:pt x="14" y="249"/>
                  </a:cubicBezTo>
                  <a:cubicBezTo>
                    <a:pt x="16" y="249"/>
                    <a:pt x="18" y="247"/>
                    <a:pt x="18" y="245"/>
                  </a:cubicBezTo>
                  <a:cubicBezTo>
                    <a:pt x="18" y="243"/>
                    <a:pt x="16" y="241"/>
                    <a:pt x="14" y="241"/>
                  </a:cubicBezTo>
                  <a:close/>
                  <a:moveTo>
                    <a:pt x="14" y="225"/>
                  </a:moveTo>
                  <a:cubicBezTo>
                    <a:pt x="11" y="225"/>
                    <a:pt x="10" y="227"/>
                    <a:pt x="10" y="229"/>
                  </a:cubicBezTo>
                  <a:cubicBezTo>
                    <a:pt x="10" y="231"/>
                    <a:pt x="11" y="233"/>
                    <a:pt x="14" y="233"/>
                  </a:cubicBezTo>
                  <a:cubicBezTo>
                    <a:pt x="16" y="233"/>
                    <a:pt x="18" y="231"/>
                    <a:pt x="18" y="229"/>
                  </a:cubicBezTo>
                  <a:cubicBezTo>
                    <a:pt x="18" y="227"/>
                    <a:pt x="16" y="225"/>
                    <a:pt x="14" y="225"/>
                  </a:cubicBezTo>
                  <a:close/>
                  <a:moveTo>
                    <a:pt x="14" y="209"/>
                  </a:moveTo>
                  <a:cubicBezTo>
                    <a:pt x="11" y="209"/>
                    <a:pt x="10" y="211"/>
                    <a:pt x="10" y="213"/>
                  </a:cubicBezTo>
                  <a:cubicBezTo>
                    <a:pt x="10" y="215"/>
                    <a:pt x="11" y="217"/>
                    <a:pt x="14" y="217"/>
                  </a:cubicBezTo>
                  <a:cubicBezTo>
                    <a:pt x="16" y="217"/>
                    <a:pt x="18" y="215"/>
                    <a:pt x="18" y="213"/>
                  </a:cubicBezTo>
                  <a:cubicBezTo>
                    <a:pt x="18" y="211"/>
                    <a:pt x="16" y="209"/>
                    <a:pt x="14" y="209"/>
                  </a:cubicBezTo>
                  <a:close/>
                  <a:moveTo>
                    <a:pt x="14" y="193"/>
                  </a:moveTo>
                  <a:cubicBezTo>
                    <a:pt x="11" y="193"/>
                    <a:pt x="10" y="195"/>
                    <a:pt x="10" y="197"/>
                  </a:cubicBezTo>
                  <a:cubicBezTo>
                    <a:pt x="10" y="199"/>
                    <a:pt x="11" y="201"/>
                    <a:pt x="14" y="201"/>
                  </a:cubicBezTo>
                  <a:cubicBezTo>
                    <a:pt x="16" y="201"/>
                    <a:pt x="18" y="199"/>
                    <a:pt x="18" y="197"/>
                  </a:cubicBezTo>
                  <a:cubicBezTo>
                    <a:pt x="18" y="195"/>
                    <a:pt x="16" y="193"/>
                    <a:pt x="14" y="193"/>
                  </a:cubicBezTo>
                  <a:close/>
                  <a:moveTo>
                    <a:pt x="14" y="273"/>
                  </a:moveTo>
                  <a:cubicBezTo>
                    <a:pt x="11" y="273"/>
                    <a:pt x="10" y="275"/>
                    <a:pt x="10" y="277"/>
                  </a:cubicBezTo>
                  <a:cubicBezTo>
                    <a:pt x="10" y="279"/>
                    <a:pt x="11" y="281"/>
                    <a:pt x="14" y="281"/>
                  </a:cubicBezTo>
                  <a:cubicBezTo>
                    <a:pt x="16" y="281"/>
                    <a:pt x="18" y="279"/>
                    <a:pt x="18" y="277"/>
                  </a:cubicBezTo>
                  <a:cubicBezTo>
                    <a:pt x="18" y="275"/>
                    <a:pt x="16" y="273"/>
                    <a:pt x="14" y="273"/>
                  </a:cubicBezTo>
                  <a:close/>
                  <a:moveTo>
                    <a:pt x="14" y="305"/>
                  </a:moveTo>
                  <a:cubicBezTo>
                    <a:pt x="11" y="305"/>
                    <a:pt x="10" y="307"/>
                    <a:pt x="10" y="309"/>
                  </a:cubicBezTo>
                  <a:cubicBezTo>
                    <a:pt x="10" y="311"/>
                    <a:pt x="11" y="313"/>
                    <a:pt x="14" y="313"/>
                  </a:cubicBezTo>
                  <a:cubicBezTo>
                    <a:pt x="16" y="313"/>
                    <a:pt x="18" y="311"/>
                    <a:pt x="18" y="309"/>
                  </a:cubicBezTo>
                  <a:cubicBezTo>
                    <a:pt x="18" y="307"/>
                    <a:pt x="16" y="305"/>
                    <a:pt x="14" y="305"/>
                  </a:cubicBezTo>
                  <a:close/>
                  <a:moveTo>
                    <a:pt x="14" y="289"/>
                  </a:moveTo>
                  <a:cubicBezTo>
                    <a:pt x="11" y="289"/>
                    <a:pt x="10" y="291"/>
                    <a:pt x="10" y="293"/>
                  </a:cubicBezTo>
                  <a:cubicBezTo>
                    <a:pt x="10" y="295"/>
                    <a:pt x="11" y="297"/>
                    <a:pt x="14" y="297"/>
                  </a:cubicBezTo>
                  <a:cubicBezTo>
                    <a:pt x="16" y="297"/>
                    <a:pt x="18" y="295"/>
                    <a:pt x="18" y="293"/>
                  </a:cubicBezTo>
                  <a:cubicBezTo>
                    <a:pt x="18" y="291"/>
                    <a:pt x="16" y="289"/>
                    <a:pt x="14" y="289"/>
                  </a:cubicBezTo>
                  <a:close/>
                  <a:moveTo>
                    <a:pt x="14" y="161"/>
                  </a:moveTo>
                  <a:cubicBezTo>
                    <a:pt x="11" y="161"/>
                    <a:pt x="10" y="163"/>
                    <a:pt x="10" y="165"/>
                  </a:cubicBezTo>
                  <a:cubicBezTo>
                    <a:pt x="10" y="167"/>
                    <a:pt x="11" y="169"/>
                    <a:pt x="14" y="169"/>
                  </a:cubicBezTo>
                  <a:cubicBezTo>
                    <a:pt x="16" y="169"/>
                    <a:pt x="18" y="167"/>
                    <a:pt x="18" y="165"/>
                  </a:cubicBezTo>
                  <a:cubicBezTo>
                    <a:pt x="18" y="163"/>
                    <a:pt x="16" y="161"/>
                    <a:pt x="14" y="161"/>
                  </a:cubicBezTo>
                  <a:close/>
                  <a:moveTo>
                    <a:pt x="14" y="257"/>
                  </a:moveTo>
                  <a:cubicBezTo>
                    <a:pt x="11" y="257"/>
                    <a:pt x="10" y="259"/>
                    <a:pt x="10" y="261"/>
                  </a:cubicBezTo>
                  <a:cubicBezTo>
                    <a:pt x="10" y="263"/>
                    <a:pt x="11" y="265"/>
                    <a:pt x="14" y="265"/>
                  </a:cubicBezTo>
                  <a:cubicBezTo>
                    <a:pt x="16" y="265"/>
                    <a:pt x="18" y="263"/>
                    <a:pt x="18" y="261"/>
                  </a:cubicBezTo>
                  <a:cubicBezTo>
                    <a:pt x="18" y="259"/>
                    <a:pt x="16" y="257"/>
                    <a:pt x="14" y="257"/>
                  </a:cubicBezTo>
                  <a:close/>
                  <a:moveTo>
                    <a:pt x="14" y="177"/>
                  </a:moveTo>
                  <a:cubicBezTo>
                    <a:pt x="11" y="177"/>
                    <a:pt x="10" y="179"/>
                    <a:pt x="10" y="181"/>
                  </a:cubicBezTo>
                  <a:cubicBezTo>
                    <a:pt x="10" y="183"/>
                    <a:pt x="11" y="185"/>
                    <a:pt x="14" y="185"/>
                  </a:cubicBezTo>
                  <a:cubicBezTo>
                    <a:pt x="16" y="185"/>
                    <a:pt x="18" y="183"/>
                    <a:pt x="18" y="181"/>
                  </a:cubicBezTo>
                  <a:cubicBezTo>
                    <a:pt x="18" y="179"/>
                    <a:pt x="16" y="177"/>
                    <a:pt x="14" y="177"/>
                  </a:cubicBezTo>
                  <a:close/>
                  <a:moveTo>
                    <a:pt x="14" y="49"/>
                  </a:moveTo>
                  <a:cubicBezTo>
                    <a:pt x="11" y="49"/>
                    <a:pt x="10" y="51"/>
                    <a:pt x="10" y="53"/>
                  </a:cubicBezTo>
                  <a:cubicBezTo>
                    <a:pt x="10" y="55"/>
                    <a:pt x="11" y="57"/>
                    <a:pt x="14" y="57"/>
                  </a:cubicBezTo>
                  <a:cubicBezTo>
                    <a:pt x="16" y="57"/>
                    <a:pt x="18" y="55"/>
                    <a:pt x="18" y="53"/>
                  </a:cubicBezTo>
                  <a:cubicBezTo>
                    <a:pt x="18" y="51"/>
                    <a:pt x="16" y="49"/>
                    <a:pt x="14" y="49"/>
                  </a:cubicBezTo>
                  <a:close/>
                  <a:moveTo>
                    <a:pt x="14" y="33"/>
                  </a:moveTo>
                  <a:cubicBezTo>
                    <a:pt x="11" y="33"/>
                    <a:pt x="10" y="35"/>
                    <a:pt x="10" y="37"/>
                  </a:cubicBezTo>
                  <a:cubicBezTo>
                    <a:pt x="10" y="39"/>
                    <a:pt x="11" y="41"/>
                    <a:pt x="14" y="41"/>
                  </a:cubicBezTo>
                  <a:cubicBezTo>
                    <a:pt x="16" y="41"/>
                    <a:pt x="18" y="39"/>
                    <a:pt x="18" y="37"/>
                  </a:cubicBezTo>
                  <a:cubicBezTo>
                    <a:pt x="18" y="35"/>
                    <a:pt x="16" y="33"/>
                    <a:pt x="14" y="33"/>
                  </a:cubicBezTo>
                  <a:close/>
                  <a:moveTo>
                    <a:pt x="14" y="65"/>
                  </a:moveTo>
                  <a:cubicBezTo>
                    <a:pt x="11" y="65"/>
                    <a:pt x="10" y="67"/>
                    <a:pt x="10" y="69"/>
                  </a:cubicBezTo>
                  <a:cubicBezTo>
                    <a:pt x="10" y="71"/>
                    <a:pt x="11" y="73"/>
                    <a:pt x="14" y="73"/>
                  </a:cubicBezTo>
                  <a:cubicBezTo>
                    <a:pt x="16" y="73"/>
                    <a:pt x="18" y="71"/>
                    <a:pt x="18" y="69"/>
                  </a:cubicBezTo>
                  <a:cubicBezTo>
                    <a:pt x="18" y="67"/>
                    <a:pt x="16" y="65"/>
                    <a:pt x="14" y="65"/>
                  </a:cubicBezTo>
                  <a:close/>
                  <a:moveTo>
                    <a:pt x="14" y="0"/>
                  </a:move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21" y="27"/>
                    <a:pt x="27" y="21"/>
                    <a:pt x="27" y="14"/>
                  </a:cubicBezTo>
                  <a:cubicBezTo>
                    <a:pt x="27" y="6"/>
                    <a:pt x="21" y="0"/>
                    <a:pt x="14" y="0"/>
                  </a:cubicBezTo>
                  <a:close/>
                  <a:moveTo>
                    <a:pt x="14" y="129"/>
                  </a:moveTo>
                  <a:cubicBezTo>
                    <a:pt x="11" y="129"/>
                    <a:pt x="10" y="131"/>
                    <a:pt x="10" y="133"/>
                  </a:cubicBezTo>
                  <a:cubicBezTo>
                    <a:pt x="10" y="135"/>
                    <a:pt x="11" y="137"/>
                    <a:pt x="14" y="137"/>
                  </a:cubicBezTo>
                  <a:cubicBezTo>
                    <a:pt x="16" y="137"/>
                    <a:pt x="18" y="135"/>
                    <a:pt x="18" y="133"/>
                  </a:cubicBezTo>
                  <a:cubicBezTo>
                    <a:pt x="18" y="131"/>
                    <a:pt x="16" y="129"/>
                    <a:pt x="14" y="129"/>
                  </a:cubicBezTo>
                  <a:close/>
                  <a:moveTo>
                    <a:pt x="14" y="145"/>
                  </a:moveTo>
                  <a:cubicBezTo>
                    <a:pt x="11" y="145"/>
                    <a:pt x="10" y="147"/>
                    <a:pt x="10" y="149"/>
                  </a:cubicBezTo>
                  <a:cubicBezTo>
                    <a:pt x="10" y="151"/>
                    <a:pt x="11" y="153"/>
                    <a:pt x="14" y="153"/>
                  </a:cubicBezTo>
                  <a:cubicBezTo>
                    <a:pt x="16" y="153"/>
                    <a:pt x="18" y="151"/>
                    <a:pt x="18" y="149"/>
                  </a:cubicBezTo>
                  <a:cubicBezTo>
                    <a:pt x="18" y="147"/>
                    <a:pt x="16" y="145"/>
                    <a:pt x="14" y="145"/>
                  </a:cubicBezTo>
                  <a:close/>
                  <a:moveTo>
                    <a:pt x="14" y="113"/>
                  </a:moveTo>
                  <a:cubicBezTo>
                    <a:pt x="11" y="113"/>
                    <a:pt x="10" y="115"/>
                    <a:pt x="10" y="117"/>
                  </a:cubicBezTo>
                  <a:cubicBezTo>
                    <a:pt x="10" y="119"/>
                    <a:pt x="11" y="121"/>
                    <a:pt x="14" y="121"/>
                  </a:cubicBezTo>
                  <a:cubicBezTo>
                    <a:pt x="16" y="121"/>
                    <a:pt x="18" y="119"/>
                    <a:pt x="18" y="117"/>
                  </a:cubicBezTo>
                  <a:cubicBezTo>
                    <a:pt x="18" y="115"/>
                    <a:pt x="16" y="113"/>
                    <a:pt x="14" y="113"/>
                  </a:cubicBezTo>
                  <a:close/>
                  <a:moveTo>
                    <a:pt x="14" y="81"/>
                  </a:moveTo>
                  <a:cubicBezTo>
                    <a:pt x="11" y="81"/>
                    <a:pt x="10" y="83"/>
                    <a:pt x="10" y="85"/>
                  </a:cubicBezTo>
                  <a:cubicBezTo>
                    <a:pt x="10" y="87"/>
                    <a:pt x="11" y="89"/>
                    <a:pt x="14" y="89"/>
                  </a:cubicBezTo>
                  <a:cubicBezTo>
                    <a:pt x="16" y="89"/>
                    <a:pt x="18" y="87"/>
                    <a:pt x="18" y="85"/>
                  </a:cubicBezTo>
                  <a:cubicBezTo>
                    <a:pt x="18" y="83"/>
                    <a:pt x="16" y="81"/>
                    <a:pt x="14" y="81"/>
                  </a:cubicBezTo>
                  <a:close/>
                  <a:moveTo>
                    <a:pt x="14" y="97"/>
                  </a:moveTo>
                  <a:cubicBezTo>
                    <a:pt x="11" y="97"/>
                    <a:pt x="10" y="99"/>
                    <a:pt x="10" y="101"/>
                  </a:cubicBezTo>
                  <a:cubicBezTo>
                    <a:pt x="10" y="103"/>
                    <a:pt x="11" y="105"/>
                    <a:pt x="14" y="105"/>
                  </a:cubicBezTo>
                  <a:cubicBezTo>
                    <a:pt x="16" y="105"/>
                    <a:pt x="18" y="103"/>
                    <a:pt x="18" y="101"/>
                  </a:cubicBezTo>
                  <a:cubicBezTo>
                    <a:pt x="18" y="99"/>
                    <a:pt x="16" y="97"/>
                    <a:pt x="14" y="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1210"/>
          <p:cNvSpPr>
            <a:spLocks/>
          </p:cNvSpPr>
          <p:nvPr/>
        </p:nvSpPr>
        <p:spPr bwMode="auto">
          <a:xfrm>
            <a:off x="6094413" y="3598859"/>
            <a:ext cx="2671763" cy="2257425"/>
          </a:xfrm>
          <a:custGeom>
            <a:avLst/>
            <a:gdLst>
              <a:gd name="T0" fmla="*/ 828 w 842"/>
              <a:gd name="T1" fmla="*/ 490 h 711"/>
              <a:gd name="T2" fmla="*/ 621 w 842"/>
              <a:gd name="T3" fmla="*/ 697 h 711"/>
              <a:gd name="T4" fmla="*/ 569 w 842"/>
              <a:gd name="T5" fmla="*/ 697 h 711"/>
              <a:gd name="T6" fmla="*/ 268 w 842"/>
              <a:gd name="T7" fmla="*/ 395 h 711"/>
              <a:gd name="T8" fmla="*/ 222 w 842"/>
              <a:gd name="T9" fmla="*/ 395 h 711"/>
              <a:gd name="T10" fmla="*/ 204 w 842"/>
              <a:gd name="T11" fmla="*/ 443 h 711"/>
              <a:gd name="T12" fmla="*/ 176 w 842"/>
              <a:gd name="T13" fmla="*/ 518 h 711"/>
              <a:gd name="T14" fmla="*/ 38 w 842"/>
              <a:gd name="T15" fmla="*/ 518 h 711"/>
              <a:gd name="T16" fmla="*/ 38 w 842"/>
              <a:gd name="T17" fmla="*/ 380 h 711"/>
              <a:gd name="T18" fmla="*/ 114 w 842"/>
              <a:gd name="T19" fmla="*/ 352 h 711"/>
              <a:gd name="T20" fmla="*/ 161 w 842"/>
              <a:gd name="T21" fmla="*/ 334 h 711"/>
              <a:gd name="T22" fmla="*/ 161 w 842"/>
              <a:gd name="T23" fmla="*/ 289 h 711"/>
              <a:gd name="T24" fmla="*/ 111 w 842"/>
              <a:gd name="T25" fmla="*/ 239 h 711"/>
              <a:gd name="T26" fmla="*/ 111 w 842"/>
              <a:gd name="T27" fmla="*/ 187 h 711"/>
              <a:gd name="T28" fmla="*/ 266 w 842"/>
              <a:gd name="T29" fmla="*/ 32 h 711"/>
              <a:gd name="T30" fmla="*/ 322 w 842"/>
              <a:gd name="T31" fmla="*/ 2 h 711"/>
              <a:gd name="T32" fmla="*/ 322 w 842"/>
              <a:gd name="T33" fmla="*/ 117 h 711"/>
              <a:gd name="T34" fmla="*/ 241 w 842"/>
              <a:gd name="T35" fmla="*/ 213 h 711"/>
              <a:gd name="T36" fmla="*/ 339 w 842"/>
              <a:gd name="T37" fmla="*/ 310 h 711"/>
              <a:gd name="T38" fmla="*/ 436 w 842"/>
              <a:gd name="T39" fmla="*/ 213 h 711"/>
              <a:gd name="T40" fmla="*/ 356 w 842"/>
              <a:gd name="T41" fmla="*/ 117 h 711"/>
              <a:gd name="T42" fmla="*/ 356 w 842"/>
              <a:gd name="T43" fmla="*/ 0 h 711"/>
              <a:gd name="T44" fmla="*/ 421 w 842"/>
              <a:gd name="T45" fmla="*/ 32 h 711"/>
              <a:gd name="T46" fmla="*/ 693 w 842"/>
              <a:gd name="T47" fmla="*/ 304 h 711"/>
              <a:gd name="T48" fmla="*/ 697 w 842"/>
              <a:gd name="T49" fmla="*/ 311 h 711"/>
              <a:gd name="T50" fmla="*/ 693 w 842"/>
              <a:gd name="T51" fmla="*/ 319 h 711"/>
              <a:gd name="T52" fmla="*/ 663 w 842"/>
              <a:gd name="T53" fmla="*/ 330 h 711"/>
              <a:gd name="T54" fmla="*/ 571 w 842"/>
              <a:gd name="T55" fmla="*/ 365 h 711"/>
              <a:gd name="T56" fmla="*/ 571 w 842"/>
              <a:gd name="T57" fmla="*/ 533 h 711"/>
              <a:gd name="T58" fmla="*/ 739 w 842"/>
              <a:gd name="T59" fmla="*/ 533 h 711"/>
              <a:gd name="T60" fmla="*/ 774 w 842"/>
              <a:gd name="T61" fmla="*/ 441 h 711"/>
              <a:gd name="T62" fmla="*/ 785 w 842"/>
              <a:gd name="T63" fmla="*/ 411 h 711"/>
              <a:gd name="T64" fmla="*/ 800 w 842"/>
              <a:gd name="T65" fmla="*/ 411 h 711"/>
              <a:gd name="T66" fmla="*/ 828 w 842"/>
              <a:gd name="T67" fmla="*/ 438 h 711"/>
              <a:gd name="T68" fmla="*/ 828 w 842"/>
              <a:gd name="T69" fmla="*/ 490 h 7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42" h="711">
                <a:moveTo>
                  <a:pt x="828" y="490"/>
                </a:moveTo>
                <a:cubicBezTo>
                  <a:pt x="621" y="697"/>
                  <a:pt x="621" y="697"/>
                  <a:pt x="621" y="697"/>
                </a:cubicBezTo>
                <a:cubicBezTo>
                  <a:pt x="607" y="711"/>
                  <a:pt x="584" y="711"/>
                  <a:pt x="569" y="697"/>
                </a:cubicBezTo>
                <a:cubicBezTo>
                  <a:pt x="268" y="395"/>
                  <a:pt x="268" y="395"/>
                  <a:pt x="268" y="395"/>
                </a:cubicBezTo>
                <a:cubicBezTo>
                  <a:pt x="255" y="383"/>
                  <a:pt x="235" y="383"/>
                  <a:pt x="222" y="395"/>
                </a:cubicBezTo>
                <a:cubicBezTo>
                  <a:pt x="210" y="408"/>
                  <a:pt x="203" y="425"/>
                  <a:pt x="204" y="443"/>
                </a:cubicBezTo>
                <a:cubicBezTo>
                  <a:pt x="206" y="470"/>
                  <a:pt x="197" y="497"/>
                  <a:pt x="176" y="518"/>
                </a:cubicBezTo>
                <a:cubicBezTo>
                  <a:pt x="138" y="556"/>
                  <a:pt x="76" y="556"/>
                  <a:pt x="38" y="518"/>
                </a:cubicBezTo>
                <a:cubicBezTo>
                  <a:pt x="0" y="480"/>
                  <a:pt x="0" y="418"/>
                  <a:pt x="38" y="380"/>
                </a:cubicBezTo>
                <a:cubicBezTo>
                  <a:pt x="59" y="360"/>
                  <a:pt x="87" y="350"/>
                  <a:pt x="114" y="352"/>
                </a:cubicBezTo>
                <a:cubicBezTo>
                  <a:pt x="131" y="353"/>
                  <a:pt x="149" y="347"/>
                  <a:pt x="161" y="334"/>
                </a:cubicBezTo>
                <a:cubicBezTo>
                  <a:pt x="174" y="322"/>
                  <a:pt x="174" y="301"/>
                  <a:pt x="161" y="289"/>
                </a:cubicBezTo>
                <a:cubicBezTo>
                  <a:pt x="111" y="239"/>
                  <a:pt x="111" y="239"/>
                  <a:pt x="111" y="239"/>
                </a:cubicBezTo>
                <a:cubicBezTo>
                  <a:pt x="97" y="224"/>
                  <a:pt x="97" y="201"/>
                  <a:pt x="111" y="187"/>
                </a:cubicBezTo>
                <a:cubicBezTo>
                  <a:pt x="266" y="32"/>
                  <a:pt x="266" y="32"/>
                  <a:pt x="266" y="32"/>
                </a:cubicBezTo>
                <a:cubicBezTo>
                  <a:pt x="281" y="17"/>
                  <a:pt x="301" y="6"/>
                  <a:pt x="322" y="2"/>
                </a:cubicBezTo>
                <a:cubicBezTo>
                  <a:pt x="322" y="117"/>
                  <a:pt x="322" y="117"/>
                  <a:pt x="322" y="117"/>
                </a:cubicBezTo>
                <a:cubicBezTo>
                  <a:pt x="276" y="125"/>
                  <a:pt x="241" y="165"/>
                  <a:pt x="241" y="213"/>
                </a:cubicBezTo>
                <a:cubicBezTo>
                  <a:pt x="241" y="267"/>
                  <a:pt x="285" y="310"/>
                  <a:pt x="339" y="310"/>
                </a:cubicBezTo>
                <a:cubicBezTo>
                  <a:pt x="393" y="310"/>
                  <a:pt x="436" y="267"/>
                  <a:pt x="436" y="213"/>
                </a:cubicBezTo>
                <a:cubicBezTo>
                  <a:pt x="436" y="165"/>
                  <a:pt x="401" y="125"/>
                  <a:pt x="356" y="117"/>
                </a:cubicBezTo>
                <a:cubicBezTo>
                  <a:pt x="356" y="0"/>
                  <a:pt x="356" y="0"/>
                  <a:pt x="356" y="0"/>
                </a:cubicBezTo>
                <a:cubicBezTo>
                  <a:pt x="380" y="3"/>
                  <a:pt x="404" y="14"/>
                  <a:pt x="421" y="32"/>
                </a:cubicBezTo>
                <a:cubicBezTo>
                  <a:pt x="693" y="304"/>
                  <a:pt x="693" y="304"/>
                  <a:pt x="693" y="304"/>
                </a:cubicBezTo>
                <a:cubicBezTo>
                  <a:pt x="696" y="306"/>
                  <a:pt x="697" y="309"/>
                  <a:pt x="697" y="311"/>
                </a:cubicBezTo>
                <a:cubicBezTo>
                  <a:pt x="697" y="314"/>
                  <a:pt x="696" y="317"/>
                  <a:pt x="693" y="319"/>
                </a:cubicBezTo>
                <a:cubicBezTo>
                  <a:pt x="685" y="327"/>
                  <a:pt x="674" y="331"/>
                  <a:pt x="663" y="330"/>
                </a:cubicBezTo>
                <a:cubicBezTo>
                  <a:pt x="628" y="328"/>
                  <a:pt x="595" y="341"/>
                  <a:pt x="571" y="365"/>
                </a:cubicBezTo>
                <a:cubicBezTo>
                  <a:pt x="524" y="411"/>
                  <a:pt x="524" y="487"/>
                  <a:pt x="571" y="533"/>
                </a:cubicBezTo>
                <a:cubicBezTo>
                  <a:pt x="617" y="580"/>
                  <a:pt x="693" y="580"/>
                  <a:pt x="739" y="533"/>
                </a:cubicBezTo>
                <a:cubicBezTo>
                  <a:pt x="763" y="509"/>
                  <a:pt x="776" y="476"/>
                  <a:pt x="774" y="441"/>
                </a:cubicBezTo>
                <a:cubicBezTo>
                  <a:pt x="773" y="430"/>
                  <a:pt x="777" y="419"/>
                  <a:pt x="785" y="411"/>
                </a:cubicBezTo>
                <a:cubicBezTo>
                  <a:pt x="789" y="406"/>
                  <a:pt x="796" y="406"/>
                  <a:pt x="800" y="411"/>
                </a:cubicBezTo>
                <a:cubicBezTo>
                  <a:pt x="828" y="438"/>
                  <a:pt x="828" y="438"/>
                  <a:pt x="828" y="438"/>
                </a:cubicBezTo>
                <a:cubicBezTo>
                  <a:pt x="842" y="453"/>
                  <a:pt x="842" y="476"/>
                  <a:pt x="828" y="49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222"/>
          <p:cNvSpPr>
            <a:spLocks/>
          </p:cNvSpPr>
          <p:nvPr/>
        </p:nvSpPr>
        <p:spPr bwMode="auto">
          <a:xfrm>
            <a:off x="7832725" y="3598859"/>
            <a:ext cx="1311275" cy="1765300"/>
          </a:xfrm>
          <a:custGeom>
            <a:avLst/>
            <a:gdLst>
              <a:gd name="T0" fmla="*/ 413 w 413"/>
              <a:gd name="T1" fmla="*/ 24 h 556"/>
              <a:gd name="T2" fmla="*/ 413 w 413"/>
              <a:gd name="T3" fmla="*/ 541 h 556"/>
              <a:gd name="T4" fmla="*/ 267 w 413"/>
              <a:gd name="T5" fmla="*/ 395 h 556"/>
              <a:gd name="T6" fmla="*/ 222 w 413"/>
              <a:gd name="T7" fmla="*/ 395 h 556"/>
              <a:gd name="T8" fmla="*/ 204 w 413"/>
              <a:gd name="T9" fmla="*/ 443 h 556"/>
              <a:gd name="T10" fmla="*/ 176 w 413"/>
              <a:gd name="T11" fmla="*/ 518 h 556"/>
              <a:gd name="T12" fmla="*/ 38 w 413"/>
              <a:gd name="T13" fmla="*/ 518 h 556"/>
              <a:gd name="T14" fmla="*/ 38 w 413"/>
              <a:gd name="T15" fmla="*/ 380 h 556"/>
              <a:gd name="T16" fmla="*/ 113 w 413"/>
              <a:gd name="T17" fmla="*/ 352 h 556"/>
              <a:gd name="T18" fmla="*/ 161 w 413"/>
              <a:gd name="T19" fmla="*/ 334 h 556"/>
              <a:gd name="T20" fmla="*/ 161 w 413"/>
              <a:gd name="T21" fmla="*/ 289 h 556"/>
              <a:gd name="T22" fmla="*/ 111 w 413"/>
              <a:gd name="T23" fmla="*/ 239 h 556"/>
              <a:gd name="T24" fmla="*/ 111 w 413"/>
              <a:gd name="T25" fmla="*/ 187 h 556"/>
              <a:gd name="T26" fmla="*/ 266 w 413"/>
              <a:gd name="T27" fmla="*/ 32 h 556"/>
              <a:gd name="T28" fmla="*/ 343 w 413"/>
              <a:gd name="T29" fmla="*/ 0 h 556"/>
              <a:gd name="T30" fmla="*/ 413 w 413"/>
              <a:gd name="T31" fmla="*/ 24 h 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13" h="556">
                <a:moveTo>
                  <a:pt x="413" y="24"/>
                </a:moveTo>
                <a:cubicBezTo>
                  <a:pt x="413" y="541"/>
                  <a:pt x="413" y="541"/>
                  <a:pt x="413" y="541"/>
                </a:cubicBezTo>
                <a:cubicBezTo>
                  <a:pt x="267" y="395"/>
                  <a:pt x="267" y="395"/>
                  <a:pt x="267" y="395"/>
                </a:cubicBezTo>
                <a:cubicBezTo>
                  <a:pt x="255" y="383"/>
                  <a:pt x="234" y="383"/>
                  <a:pt x="222" y="395"/>
                </a:cubicBezTo>
                <a:cubicBezTo>
                  <a:pt x="209" y="408"/>
                  <a:pt x="203" y="425"/>
                  <a:pt x="204" y="443"/>
                </a:cubicBezTo>
                <a:cubicBezTo>
                  <a:pt x="206" y="470"/>
                  <a:pt x="196" y="497"/>
                  <a:pt x="176" y="518"/>
                </a:cubicBezTo>
                <a:cubicBezTo>
                  <a:pt x="138" y="556"/>
                  <a:pt x="76" y="556"/>
                  <a:pt x="38" y="518"/>
                </a:cubicBezTo>
                <a:cubicBezTo>
                  <a:pt x="0" y="480"/>
                  <a:pt x="0" y="418"/>
                  <a:pt x="38" y="380"/>
                </a:cubicBezTo>
                <a:cubicBezTo>
                  <a:pt x="59" y="360"/>
                  <a:pt x="86" y="350"/>
                  <a:pt x="113" y="352"/>
                </a:cubicBezTo>
                <a:cubicBezTo>
                  <a:pt x="131" y="353"/>
                  <a:pt x="148" y="347"/>
                  <a:pt x="161" y="334"/>
                </a:cubicBezTo>
                <a:cubicBezTo>
                  <a:pt x="173" y="321"/>
                  <a:pt x="173" y="301"/>
                  <a:pt x="161" y="289"/>
                </a:cubicBezTo>
                <a:cubicBezTo>
                  <a:pt x="111" y="239"/>
                  <a:pt x="111" y="239"/>
                  <a:pt x="111" y="239"/>
                </a:cubicBezTo>
                <a:cubicBezTo>
                  <a:pt x="96" y="224"/>
                  <a:pt x="96" y="201"/>
                  <a:pt x="111" y="187"/>
                </a:cubicBezTo>
                <a:cubicBezTo>
                  <a:pt x="266" y="32"/>
                  <a:pt x="266" y="32"/>
                  <a:pt x="266" y="32"/>
                </a:cubicBezTo>
                <a:cubicBezTo>
                  <a:pt x="286" y="11"/>
                  <a:pt x="314" y="0"/>
                  <a:pt x="343" y="0"/>
                </a:cubicBezTo>
                <a:cubicBezTo>
                  <a:pt x="369" y="0"/>
                  <a:pt x="393" y="8"/>
                  <a:pt x="413" y="24"/>
                </a:cubicBez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931560" y="4782314"/>
            <a:ext cx="57286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chemeClr val="tx2"/>
                </a:solidFill>
              </a:rPr>
              <a:t>A</a:t>
            </a:r>
            <a:endParaRPr lang="en-US" sz="3000" b="1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2669873" y="4782314"/>
            <a:ext cx="57286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chemeClr val="tx2"/>
                </a:solidFill>
              </a:rPr>
              <a:t>B</a:t>
            </a:r>
            <a:endParaRPr lang="en-US" sz="3000" b="1">
              <a:solidFill>
                <a:schemeClr val="tx2"/>
              </a:solidFill>
            </a:endParaRP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4406598" y="4782314"/>
            <a:ext cx="572864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b="1" smtClean="0">
                <a:solidFill>
                  <a:schemeClr val="tx2"/>
                </a:solidFill>
              </a:rPr>
              <a:t>C</a:t>
            </a:r>
            <a:endParaRPr lang="en-US" sz="3000" b="1">
              <a:solidFill>
                <a:schemeClr val="tx2"/>
              </a:solidFill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11188" y="214702"/>
            <a:ext cx="6662823" cy="593682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نیازمندی های فنی – سخت افزار</a:t>
            </a:r>
          </a:p>
        </p:txBody>
      </p:sp>
      <p:sp>
        <p:nvSpPr>
          <p:cNvPr id="33" name="Text Placeholder 64"/>
          <p:cNvSpPr txBox="1">
            <a:spLocks noGrp="1"/>
          </p:cNvSpPr>
          <p:nvPr>
            <p:ph type="body" sz="quarter" idx="13"/>
          </p:nvPr>
        </p:nvSpPr>
        <p:spPr>
          <a:xfrm>
            <a:off x="-2726136" y="796208"/>
            <a:ext cx="6184900" cy="3603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24488" y="2495753"/>
            <a:ext cx="1181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وب کم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8440" y="2495753"/>
            <a:ext cx="1454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میکروفون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93973" y="2495753"/>
            <a:ext cx="1178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اسپیکر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270" y="4064206"/>
            <a:ext cx="443010" cy="437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269" y="4064206"/>
            <a:ext cx="414961" cy="4149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76" y="4094508"/>
            <a:ext cx="414961" cy="41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4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11188" y="4089860"/>
            <a:ext cx="7921625" cy="616253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عملی کردن طرح توجیهی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340475" y="6367463"/>
            <a:ext cx="2803525" cy="490537"/>
          </a:xfrm>
        </p:spPr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15375" y="6367463"/>
            <a:ext cx="428625" cy="490537"/>
          </a:xfrm>
        </p:spPr>
        <p:txBody>
          <a:bodyPr/>
          <a:lstStyle/>
          <a:p>
            <a:fld id="{8409FBBB-C588-4B8D-A7FF-E25C81CC24C8}" type="slidenum">
              <a:rPr lang="en-US" smtClean="0"/>
              <a:t>28</a:t>
            </a:fld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834255"/>
              </p:ext>
            </p:extLst>
          </p:nvPr>
        </p:nvGraphicFramePr>
        <p:xfrm>
          <a:off x="3571585" y="1397661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585" y="1397661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161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برگزاری پایلوت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-48733" y="4316301"/>
            <a:ext cx="2944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dirty="0" smtClean="0">
                <a:solidFill>
                  <a:schemeClr val="accent1"/>
                </a:solidFill>
                <a:cs typeface="B Titr" panose="00000700000000000000" pitchFamily="2" charset="-78"/>
              </a:rPr>
              <a:t>ثبت </a:t>
            </a:r>
            <a:r>
              <a:rPr lang="fa-IR" dirty="0">
                <a:solidFill>
                  <a:schemeClr val="accent1"/>
                </a:solidFill>
                <a:cs typeface="B Titr" panose="00000700000000000000" pitchFamily="2" charset="-78"/>
              </a:rPr>
              <a:t>نتایج حاصله و تعمیم آن به آینده</a:t>
            </a:r>
          </a:p>
        </p:txBody>
      </p:sp>
      <p:sp>
        <p:nvSpPr>
          <p:cNvPr id="8" name="Text Placeholder 64"/>
          <p:cNvSpPr txBox="1">
            <a:spLocks/>
          </p:cNvSpPr>
          <p:nvPr/>
        </p:nvSpPr>
        <p:spPr>
          <a:xfrm>
            <a:off x="731471" y="808384"/>
            <a:ext cx="3767138" cy="360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a-IR" dirty="0" smtClean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7" name="Freeform 1033"/>
          <p:cNvSpPr>
            <a:spLocks/>
          </p:cNvSpPr>
          <p:nvPr/>
        </p:nvSpPr>
        <p:spPr bwMode="auto">
          <a:xfrm>
            <a:off x="1493387" y="3716226"/>
            <a:ext cx="228600" cy="444500"/>
          </a:xfrm>
          <a:custGeom>
            <a:avLst/>
            <a:gdLst>
              <a:gd name="T0" fmla="*/ 52 w 72"/>
              <a:gd name="T1" fmla="*/ 0 h 140"/>
              <a:gd name="T2" fmla="*/ 52 w 72"/>
              <a:gd name="T3" fmla="*/ 94 h 140"/>
              <a:gd name="T4" fmla="*/ 69 w 72"/>
              <a:gd name="T5" fmla="*/ 94 h 140"/>
              <a:gd name="T6" fmla="*/ 72 w 72"/>
              <a:gd name="T7" fmla="*/ 96 h 140"/>
              <a:gd name="T8" fmla="*/ 71 w 72"/>
              <a:gd name="T9" fmla="*/ 100 h 140"/>
              <a:gd name="T10" fmla="*/ 36 w 72"/>
              <a:gd name="T11" fmla="*/ 140 h 140"/>
              <a:gd name="T12" fmla="*/ 1 w 72"/>
              <a:gd name="T13" fmla="*/ 100 h 140"/>
              <a:gd name="T14" fmla="*/ 0 w 72"/>
              <a:gd name="T15" fmla="*/ 96 h 140"/>
              <a:gd name="T16" fmla="*/ 3 w 72"/>
              <a:gd name="T17" fmla="*/ 94 h 140"/>
              <a:gd name="T18" fmla="*/ 20 w 72"/>
              <a:gd name="T19" fmla="*/ 94 h 140"/>
              <a:gd name="T20" fmla="*/ 20 w 72"/>
              <a:gd name="T21" fmla="*/ 0 h 140"/>
              <a:gd name="T22" fmla="*/ 52 w 72"/>
              <a:gd name="T23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" h="140">
                <a:moveTo>
                  <a:pt x="52" y="0"/>
                </a:moveTo>
                <a:cubicBezTo>
                  <a:pt x="52" y="94"/>
                  <a:pt x="52" y="94"/>
                  <a:pt x="52" y="94"/>
                </a:cubicBezTo>
                <a:cubicBezTo>
                  <a:pt x="69" y="94"/>
                  <a:pt x="69" y="94"/>
                  <a:pt x="69" y="94"/>
                </a:cubicBezTo>
                <a:cubicBezTo>
                  <a:pt x="70" y="94"/>
                  <a:pt x="71" y="95"/>
                  <a:pt x="72" y="96"/>
                </a:cubicBezTo>
                <a:cubicBezTo>
                  <a:pt x="72" y="98"/>
                  <a:pt x="72" y="99"/>
                  <a:pt x="71" y="100"/>
                </a:cubicBezTo>
                <a:cubicBezTo>
                  <a:pt x="36" y="140"/>
                  <a:pt x="36" y="140"/>
                  <a:pt x="36" y="140"/>
                </a:cubicBezTo>
                <a:cubicBezTo>
                  <a:pt x="1" y="100"/>
                  <a:pt x="1" y="100"/>
                  <a:pt x="1" y="100"/>
                </a:cubicBezTo>
                <a:cubicBezTo>
                  <a:pt x="0" y="99"/>
                  <a:pt x="0" y="98"/>
                  <a:pt x="0" y="96"/>
                </a:cubicBezTo>
                <a:cubicBezTo>
                  <a:pt x="1" y="95"/>
                  <a:pt x="2" y="94"/>
                  <a:pt x="3" y="94"/>
                </a:cubicBezTo>
                <a:cubicBezTo>
                  <a:pt x="20" y="94"/>
                  <a:pt x="20" y="94"/>
                  <a:pt x="20" y="94"/>
                </a:cubicBezTo>
                <a:cubicBezTo>
                  <a:pt x="20" y="0"/>
                  <a:pt x="20" y="0"/>
                  <a:pt x="20" y="0"/>
                </a:cubicBezTo>
                <a:cubicBezTo>
                  <a:pt x="52" y="0"/>
                  <a:pt x="52" y="0"/>
                  <a:pt x="52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034"/>
          <p:cNvSpPr>
            <a:spLocks/>
          </p:cNvSpPr>
          <p:nvPr/>
        </p:nvSpPr>
        <p:spPr bwMode="auto">
          <a:xfrm>
            <a:off x="1556887" y="3716226"/>
            <a:ext cx="101600" cy="82550"/>
          </a:xfrm>
          <a:custGeom>
            <a:avLst/>
            <a:gdLst>
              <a:gd name="T0" fmla="*/ 64 w 64"/>
              <a:gd name="T1" fmla="*/ 0 h 52"/>
              <a:gd name="T2" fmla="*/ 0 w 64"/>
              <a:gd name="T3" fmla="*/ 0 h 52"/>
              <a:gd name="T4" fmla="*/ 0 w 64"/>
              <a:gd name="T5" fmla="*/ 0 h 52"/>
              <a:gd name="T6" fmla="*/ 64 w 64"/>
              <a:gd name="T7" fmla="*/ 0 h 52"/>
              <a:gd name="T8" fmla="*/ 64 w 64"/>
              <a:gd name="T9" fmla="*/ 52 h 52"/>
              <a:gd name="T10" fmla="*/ 64 w 64"/>
              <a:gd name="T11" fmla="*/ 52 h 52"/>
              <a:gd name="T12" fmla="*/ 64 w 64"/>
              <a:gd name="T1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4" h="52">
                <a:moveTo>
                  <a:pt x="64" y="0"/>
                </a:moveTo>
                <a:lnTo>
                  <a:pt x="0" y="0"/>
                </a:lnTo>
                <a:lnTo>
                  <a:pt x="0" y="0"/>
                </a:lnTo>
                <a:lnTo>
                  <a:pt x="64" y="0"/>
                </a:lnTo>
                <a:lnTo>
                  <a:pt x="64" y="52"/>
                </a:lnTo>
                <a:lnTo>
                  <a:pt x="64" y="52"/>
                </a:lnTo>
                <a:lnTo>
                  <a:pt x="64" y="0"/>
                </a:ln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035"/>
          <p:cNvSpPr>
            <a:spLocks/>
          </p:cNvSpPr>
          <p:nvPr/>
        </p:nvSpPr>
        <p:spPr bwMode="auto">
          <a:xfrm>
            <a:off x="1556887" y="3716226"/>
            <a:ext cx="101600" cy="82550"/>
          </a:xfrm>
          <a:custGeom>
            <a:avLst/>
            <a:gdLst>
              <a:gd name="T0" fmla="*/ 64 w 64"/>
              <a:gd name="T1" fmla="*/ 0 h 52"/>
              <a:gd name="T2" fmla="*/ 0 w 64"/>
              <a:gd name="T3" fmla="*/ 0 h 52"/>
              <a:gd name="T4" fmla="*/ 0 w 64"/>
              <a:gd name="T5" fmla="*/ 0 h 52"/>
              <a:gd name="T6" fmla="*/ 64 w 64"/>
              <a:gd name="T7" fmla="*/ 0 h 52"/>
              <a:gd name="T8" fmla="*/ 64 w 64"/>
              <a:gd name="T9" fmla="*/ 52 h 52"/>
              <a:gd name="T10" fmla="*/ 64 w 64"/>
              <a:gd name="T11" fmla="*/ 52 h 52"/>
              <a:gd name="T12" fmla="*/ 64 w 64"/>
              <a:gd name="T1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4" h="52">
                <a:moveTo>
                  <a:pt x="64" y="0"/>
                </a:moveTo>
                <a:lnTo>
                  <a:pt x="0" y="0"/>
                </a:lnTo>
                <a:lnTo>
                  <a:pt x="0" y="0"/>
                </a:lnTo>
                <a:lnTo>
                  <a:pt x="64" y="0"/>
                </a:lnTo>
                <a:lnTo>
                  <a:pt x="64" y="52"/>
                </a:lnTo>
                <a:lnTo>
                  <a:pt x="64" y="52"/>
                </a:lnTo>
                <a:lnTo>
                  <a:pt x="64" y="0"/>
                </a:ln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036"/>
          <p:cNvSpPr>
            <a:spLocks/>
          </p:cNvSpPr>
          <p:nvPr/>
        </p:nvSpPr>
        <p:spPr bwMode="auto">
          <a:xfrm>
            <a:off x="1556887" y="3716226"/>
            <a:ext cx="101600" cy="82550"/>
          </a:xfrm>
          <a:custGeom>
            <a:avLst/>
            <a:gdLst>
              <a:gd name="T0" fmla="*/ 32 w 32"/>
              <a:gd name="T1" fmla="*/ 0 h 26"/>
              <a:gd name="T2" fmla="*/ 0 w 32"/>
              <a:gd name="T3" fmla="*/ 0 h 26"/>
              <a:gd name="T4" fmla="*/ 0 w 32"/>
              <a:gd name="T5" fmla="*/ 26 h 26"/>
              <a:gd name="T6" fmla="*/ 16 w 32"/>
              <a:gd name="T7" fmla="*/ 20 h 26"/>
              <a:gd name="T8" fmla="*/ 32 w 32"/>
              <a:gd name="T9" fmla="*/ 26 h 26"/>
              <a:gd name="T10" fmla="*/ 32 w 32"/>
              <a:gd name="T11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2" h="26">
                <a:moveTo>
                  <a:pt x="3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4" y="22"/>
                  <a:pt x="10" y="20"/>
                  <a:pt x="16" y="20"/>
                </a:cubicBezTo>
                <a:cubicBezTo>
                  <a:pt x="22" y="20"/>
                  <a:pt x="28" y="22"/>
                  <a:pt x="32" y="26"/>
                </a:cubicBezTo>
                <a:cubicBezTo>
                  <a:pt x="32" y="0"/>
                  <a:pt x="32" y="0"/>
                  <a:pt x="32" y="0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037"/>
          <p:cNvSpPr>
            <a:spLocks/>
          </p:cNvSpPr>
          <p:nvPr/>
        </p:nvSpPr>
        <p:spPr bwMode="auto">
          <a:xfrm>
            <a:off x="769487" y="2233501"/>
            <a:ext cx="1674813" cy="1635125"/>
          </a:xfrm>
          <a:custGeom>
            <a:avLst/>
            <a:gdLst>
              <a:gd name="T0" fmla="*/ 492 w 528"/>
              <a:gd name="T1" fmla="*/ 329 h 515"/>
              <a:gd name="T2" fmla="*/ 329 w 528"/>
              <a:gd name="T3" fmla="*/ 492 h 515"/>
              <a:gd name="T4" fmla="*/ 292 w 528"/>
              <a:gd name="T5" fmla="*/ 515 h 515"/>
              <a:gd name="T6" fmla="*/ 292 w 528"/>
              <a:gd name="T7" fmla="*/ 497 h 515"/>
              <a:gd name="T8" fmla="*/ 264 w 528"/>
              <a:gd name="T9" fmla="*/ 469 h 515"/>
              <a:gd name="T10" fmla="*/ 236 w 528"/>
              <a:gd name="T11" fmla="*/ 497 h 515"/>
              <a:gd name="T12" fmla="*/ 236 w 528"/>
              <a:gd name="T13" fmla="*/ 515 h 515"/>
              <a:gd name="T14" fmla="*/ 199 w 528"/>
              <a:gd name="T15" fmla="*/ 492 h 515"/>
              <a:gd name="T16" fmla="*/ 36 w 528"/>
              <a:gd name="T17" fmla="*/ 329 h 515"/>
              <a:gd name="T18" fmla="*/ 36 w 528"/>
              <a:gd name="T19" fmla="*/ 199 h 515"/>
              <a:gd name="T20" fmla="*/ 199 w 528"/>
              <a:gd name="T21" fmla="*/ 36 h 515"/>
              <a:gd name="T22" fmla="*/ 329 w 528"/>
              <a:gd name="T23" fmla="*/ 36 h 515"/>
              <a:gd name="T24" fmla="*/ 492 w 528"/>
              <a:gd name="T25" fmla="*/ 199 h 515"/>
              <a:gd name="T26" fmla="*/ 492 w 528"/>
              <a:gd name="T27" fmla="*/ 329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8" h="515">
                <a:moveTo>
                  <a:pt x="492" y="329"/>
                </a:moveTo>
                <a:cubicBezTo>
                  <a:pt x="329" y="492"/>
                  <a:pt x="329" y="492"/>
                  <a:pt x="329" y="492"/>
                </a:cubicBezTo>
                <a:cubicBezTo>
                  <a:pt x="319" y="502"/>
                  <a:pt x="306" y="510"/>
                  <a:pt x="292" y="515"/>
                </a:cubicBezTo>
                <a:cubicBezTo>
                  <a:pt x="292" y="497"/>
                  <a:pt x="292" y="497"/>
                  <a:pt x="292" y="497"/>
                </a:cubicBezTo>
                <a:cubicBezTo>
                  <a:pt x="292" y="482"/>
                  <a:pt x="279" y="469"/>
                  <a:pt x="264" y="469"/>
                </a:cubicBezTo>
                <a:cubicBezTo>
                  <a:pt x="249" y="469"/>
                  <a:pt x="236" y="482"/>
                  <a:pt x="236" y="497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22" y="510"/>
                  <a:pt x="209" y="502"/>
                  <a:pt x="199" y="492"/>
                </a:cubicBezTo>
                <a:cubicBezTo>
                  <a:pt x="36" y="329"/>
                  <a:pt x="36" y="329"/>
                  <a:pt x="36" y="329"/>
                </a:cubicBezTo>
                <a:cubicBezTo>
                  <a:pt x="0" y="293"/>
                  <a:pt x="0" y="235"/>
                  <a:pt x="36" y="199"/>
                </a:cubicBezTo>
                <a:cubicBezTo>
                  <a:pt x="199" y="36"/>
                  <a:pt x="199" y="36"/>
                  <a:pt x="199" y="36"/>
                </a:cubicBezTo>
                <a:cubicBezTo>
                  <a:pt x="235" y="0"/>
                  <a:pt x="293" y="0"/>
                  <a:pt x="329" y="36"/>
                </a:cubicBezTo>
                <a:cubicBezTo>
                  <a:pt x="492" y="199"/>
                  <a:pt x="492" y="199"/>
                  <a:pt x="492" y="199"/>
                </a:cubicBezTo>
                <a:cubicBezTo>
                  <a:pt x="528" y="235"/>
                  <a:pt x="528" y="293"/>
                  <a:pt x="492" y="3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038"/>
          <p:cNvSpPr>
            <a:spLocks/>
          </p:cNvSpPr>
          <p:nvPr/>
        </p:nvSpPr>
        <p:spPr bwMode="auto">
          <a:xfrm>
            <a:off x="4439308" y="3716226"/>
            <a:ext cx="231775" cy="444500"/>
          </a:xfrm>
          <a:custGeom>
            <a:avLst/>
            <a:gdLst>
              <a:gd name="T0" fmla="*/ 53 w 73"/>
              <a:gd name="T1" fmla="*/ 0 h 140"/>
              <a:gd name="T2" fmla="*/ 53 w 73"/>
              <a:gd name="T3" fmla="*/ 94 h 140"/>
              <a:gd name="T4" fmla="*/ 69 w 73"/>
              <a:gd name="T5" fmla="*/ 94 h 140"/>
              <a:gd name="T6" fmla="*/ 73 w 73"/>
              <a:gd name="T7" fmla="*/ 96 h 140"/>
              <a:gd name="T8" fmla="*/ 72 w 73"/>
              <a:gd name="T9" fmla="*/ 100 h 140"/>
              <a:gd name="T10" fmla="*/ 37 w 73"/>
              <a:gd name="T11" fmla="*/ 140 h 140"/>
              <a:gd name="T12" fmla="*/ 1 w 73"/>
              <a:gd name="T13" fmla="*/ 100 h 140"/>
              <a:gd name="T14" fmla="*/ 1 w 73"/>
              <a:gd name="T15" fmla="*/ 96 h 140"/>
              <a:gd name="T16" fmla="*/ 4 w 73"/>
              <a:gd name="T17" fmla="*/ 94 h 140"/>
              <a:gd name="T18" fmla="*/ 20 w 73"/>
              <a:gd name="T19" fmla="*/ 94 h 140"/>
              <a:gd name="T20" fmla="*/ 20 w 73"/>
              <a:gd name="T21" fmla="*/ 0 h 140"/>
              <a:gd name="T22" fmla="*/ 53 w 73"/>
              <a:gd name="T23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3" h="140">
                <a:moveTo>
                  <a:pt x="53" y="0"/>
                </a:moveTo>
                <a:cubicBezTo>
                  <a:pt x="53" y="94"/>
                  <a:pt x="53" y="94"/>
                  <a:pt x="53" y="94"/>
                </a:cubicBezTo>
                <a:cubicBezTo>
                  <a:pt x="69" y="94"/>
                  <a:pt x="69" y="94"/>
                  <a:pt x="69" y="94"/>
                </a:cubicBezTo>
                <a:cubicBezTo>
                  <a:pt x="71" y="94"/>
                  <a:pt x="72" y="95"/>
                  <a:pt x="73" y="96"/>
                </a:cubicBezTo>
                <a:cubicBezTo>
                  <a:pt x="73" y="98"/>
                  <a:pt x="73" y="99"/>
                  <a:pt x="72" y="100"/>
                </a:cubicBezTo>
                <a:cubicBezTo>
                  <a:pt x="37" y="140"/>
                  <a:pt x="37" y="140"/>
                  <a:pt x="37" y="140"/>
                </a:cubicBezTo>
                <a:cubicBezTo>
                  <a:pt x="1" y="100"/>
                  <a:pt x="1" y="100"/>
                  <a:pt x="1" y="100"/>
                </a:cubicBezTo>
                <a:cubicBezTo>
                  <a:pt x="0" y="99"/>
                  <a:pt x="0" y="98"/>
                  <a:pt x="1" y="96"/>
                </a:cubicBezTo>
                <a:cubicBezTo>
                  <a:pt x="1" y="95"/>
                  <a:pt x="3" y="94"/>
                  <a:pt x="4" y="94"/>
                </a:cubicBezTo>
                <a:cubicBezTo>
                  <a:pt x="20" y="94"/>
                  <a:pt x="20" y="94"/>
                  <a:pt x="20" y="94"/>
                </a:cubicBezTo>
                <a:cubicBezTo>
                  <a:pt x="20" y="0"/>
                  <a:pt x="20" y="0"/>
                  <a:pt x="20" y="0"/>
                </a:cubicBezTo>
                <a:cubicBezTo>
                  <a:pt x="53" y="0"/>
                  <a:pt x="53" y="0"/>
                  <a:pt x="53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039"/>
          <p:cNvSpPr>
            <a:spLocks/>
          </p:cNvSpPr>
          <p:nvPr/>
        </p:nvSpPr>
        <p:spPr bwMode="auto">
          <a:xfrm>
            <a:off x="4502808" y="3716226"/>
            <a:ext cx="104775" cy="82550"/>
          </a:xfrm>
          <a:custGeom>
            <a:avLst/>
            <a:gdLst>
              <a:gd name="T0" fmla="*/ 66 w 66"/>
              <a:gd name="T1" fmla="*/ 0 h 52"/>
              <a:gd name="T2" fmla="*/ 0 w 66"/>
              <a:gd name="T3" fmla="*/ 0 h 52"/>
              <a:gd name="T4" fmla="*/ 0 w 66"/>
              <a:gd name="T5" fmla="*/ 0 h 52"/>
              <a:gd name="T6" fmla="*/ 66 w 66"/>
              <a:gd name="T7" fmla="*/ 0 h 52"/>
              <a:gd name="T8" fmla="*/ 66 w 66"/>
              <a:gd name="T9" fmla="*/ 52 h 52"/>
              <a:gd name="T10" fmla="*/ 66 w 66"/>
              <a:gd name="T11" fmla="*/ 52 h 52"/>
              <a:gd name="T12" fmla="*/ 66 w 66"/>
              <a:gd name="T1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6" h="52">
                <a:moveTo>
                  <a:pt x="66" y="0"/>
                </a:moveTo>
                <a:lnTo>
                  <a:pt x="0" y="0"/>
                </a:lnTo>
                <a:lnTo>
                  <a:pt x="0" y="0"/>
                </a:lnTo>
                <a:lnTo>
                  <a:pt x="66" y="0"/>
                </a:lnTo>
                <a:lnTo>
                  <a:pt x="66" y="52"/>
                </a:lnTo>
                <a:lnTo>
                  <a:pt x="66" y="52"/>
                </a:lnTo>
                <a:lnTo>
                  <a:pt x="66" y="0"/>
                </a:ln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040"/>
          <p:cNvSpPr>
            <a:spLocks/>
          </p:cNvSpPr>
          <p:nvPr/>
        </p:nvSpPr>
        <p:spPr bwMode="auto">
          <a:xfrm>
            <a:off x="4502808" y="3716226"/>
            <a:ext cx="104775" cy="82550"/>
          </a:xfrm>
          <a:custGeom>
            <a:avLst/>
            <a:gdLst>
              <a:gd name="T0" fmla="*/ 66 w 66"/>
              <a:gd name="T1" fmla="*/ 0 h 52"/>
              <a:gd name="T2" fmla="*/ 0 w 66"/>
              <a:gd name="T3" fmla="*/ 0 h 52"/>
              <a:gd name="T4" fmla="*/ 0 w 66"/>
              <a:gd name="T5" fmla="*/ 0 h 52"/>
              <a:gd name="T6" fmla="*/ 66 w 66"/>
              <a:gd name="T7" fmla="*/ 0 h 52"/>
              <a:gd name="T8" fmla="*/ 66 w 66"/>
              <a:gd name="T9" fmla="*/ 52 h 52"/>
              <a:gd name="T10" fmla="*/ 66 w 66"/>
              <a:gd name="T11" fmla="*/ 52 h 52"/>
              <a:gd name="T12" fmla="*/ 66 w 66"/>
              <a:gd name="T1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6" h="52">
                <a:moveTo>
                  <a:pt x="66" y="0"/>
                </a:moveTo>
                <a:lnTo>
                  <a:pt x="0" y="0"/>
                </a:lnTo>
                <a:lnTo>
                  <a:pt x="0" y="0"/>
                </a:lnTo>
                <a:lnTo>
                  <a:pt x="66" y="0"/>
                </a:lnTo>
                <a:lnTo>
                  <a:pt x="66" y="52"/>
                </a:lnTo>
                <a:lnTo>
                  <a:pt x="66" y="52"/>
                </a:lnTo>
                <a:lnTo>
                  <a:pt x="66" y="0"/>
                </a:ln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041"/>
          <p:cNvSpPr>
            <a:spLocks/>
          </p:cNvSpPr>
          <p:nvPr/>
        </p:nvSpPr>
        <p:spPr bwMode="auto">
          <a:xfrm>
            <a:off x="4502808" y="3716226"/>
            <a:ext cx="104775" cy="82550"/>
          </a:xfrm>
          <a:custGeom>
            <a:avLst/>
            <a:gdLst>
              <a:gd name="T0" fmla="*/ 33 w 33"/>
              <a:gd name="T1" fmla="*/ 0 h 26"/>
              <a:gd name="T2" fmla="*/ 0 w 33"/>
              <a:gd name="T3" fmla="*/ 0 h 26"/>
              <a:gd name="T4" fmla="*/ 0 w 33"/>
              <a:gd name="T5" fmla="*/ 26 h 26"/>
              <a:gd name="T6" fmla="*/ 17 w 33"/>
              <a:gd name="T7" fmla="*/ 20 h 26"/>
              <a:gd name="T8" fmla="*/ 33 w 33"/>
              <a:gd name="T9" fmla="*/ 26 h 26"/>
              <a:gd name="T10" fmla="*/ 33 w 33"/>
              <a:gd name="T11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" h="26">
                <a:moveTo>
                  <a:pt x="3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5" y="22"/>
                  <a:pt x="11" y="20"/>
                  <a:pt x="17" y="20"/>
                </a:cubicBezTo>
                <a:cubicBezTo>
                  <a:pt x="23" y="20"/>
                  <a:pt x="28" y="22"/>
                  <a:pt x="33" y="26"/>
                </a:cubicBezTo>
                <a:cubicBezTo>
                  <a:pt x="33" y="0"/>
                  <a:pt x="33" y="0"/>
                  <a:pt x="33" y="0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042"/>
          <p:cNvSpPr>
            <a:spLocks/>
          </p:cNvSpPr>
          <p:nvPr/>
        </p:nvSpPr>
        <p:spPr bwMode="auto">
          <a:xfrm>
            <a:off x="3718583" y="2233501"/>
            <a:ext cx="1676400" cy="1635125"/>
          </a:xfrm>
          <a:custGeom>
            <a:avLst/>
            <a:gdLst>
              <a:gd name="T0" fmla="*/ 492 w 528"/>
              <a:gd name="T1" fmla="*/ 329 h 515"/>
              <a:gd name="T2" fmla="*/ 329 w 528"/>
              <a:gd name="T3" fmla="*/ 492 h 515"/>
              <a:gd name="T4" fmla="*/ 291 w 528"/>
              <a:gd name="T5" fmla="*/ 515 h 515"/>
              <a:gd name="T6" fmla="*/ 291 w 528"/>
              <a:gd name="T7" fmla="*/ 497 h 515"/>
              <a:gd name="T8" fmla="*/ 264 w 528"/>
              <a:gd name="T9" fmla="*/ 469 h 515"/>
              <a:gd name="T10" fmla="*/ 236 w 528"/>
              <a:gd name="T11" fmla="*/ 497 h 515"/>
              <a:gd name="T12" fmla="*/ 236 w 528"/>
              <a:gd name="T13" fmla="*/ 515 h 515"/>
              <a:gd name="T14" fmla="*/ 198 w 528"/>
              <a:gd name="T15" fmla="*/ 492 h 515"/>
              <a:gd name="T16" fmla="*/ 36 w 528"/>
              <a:gd name="T17" fmla="*/ 329 h 515"/>
              <a:gd name="T18" fmla="*/ 36 w 528"/>
              <a:gd name="T19" fmla="*/ 199 h 515"/>
              <a:gd name="T20" fmla="*/ 198 w 528"/>
              <a:gd name="T21" fmla="*/ 36 h 515"/>
              <a:gd name="T22" fmla="*/ 329 w 528"/>
              <a:gd name="T23" fmla="*/ 36 h 515"/>
              <a:gd name="T24" fmla="*/ 492 w 528"/>
              <a:gd name="T25" fmla="*/ 199 h 515"/>
              <a:gd name="T26" fmla="*/ 492 w 528"/>
              <a:gd name="T27" fmla="*/ 329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8" h="515">
                <a:moveTo>
                  <a:pt x="492" y="329"/>
                </a:moveTo>
                <a:cubicBezTo>
                  <a:pt x="329" y="492"/>
                  <a:pt x="329" y="492"/>
                  <a:pt x="329" y="492"/>
                </a:cubicBezTo>
                <a:cubicBezTo>
                  <a:pt x="318" y="502"/>
                  <a:pt x="305" y="510"/>
                  <a:pt x="291" y="515"/>
                </a:cubicBezTo>
                <a:cubicBezTo>
                  <a:pt x="291" y="497"/>
                  <a:pt x="291" y="497"/>
                  <a:pt x="291" y="497"/>
                </a:cubicBezTo>
                <a:cubicBezTo>
                  <a:pt x="291" y="482"/>
                  <a:pt x="279" y="469"/>
                  <a:pt x="264" y="469"/>
                </a:cubicBezTo>
                <a:cubicBezTo>
                  <a:pt x="248" y="469"/>
                  <a:pt x="236" y="482"/>
                  <a:pt x="236" y="497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22" y="510"/>
                  <a:pt x="209" y="502"/>
                  <a:pt x="198" y="492"/>
                </a:cubicBezTo>
                <a:cubicBezTo>
                  <a:pt x="36" y="329"/>
                  <a:pt x="36" y="329"/>
                  <a:pt x="36" y="329"/>
                </a:cubicBezTo>
                <a:cubicBezTo>
                  <a:pt x="0" y="293"/>
                  <a:pt x="0" y="235"/>
                  <a:pt x="36" y="199"/>
                </a:cubicBezTo>
                <a:cubicBezTo>
                  <a:pt x="198" y="36"/>
                  <a:pt x="198" y="36"/>
                  <a:pt x="198" y="36"/>
                </a:cubicBezTo>
                <a:cubicBezTo>
                  <a:pt x="234" y="0"/>
                  <a:pt x="293" y="0"/>
                  <a:pt x="329" y="36"/>
                </a:cubicBezTo>
                <a:cubicBezTo>
                  <a:pt x="492" y="199"/>
                  <a:pt x="492" y="199"/>
                  <a:pt x="492" y="199"/>
                </a:cubicBezTo>
                <a:cubicBezTo>
                  <a:pt x="528" y="235"/>
                  <a:pt x="528" y="293"/>
                  <a:pt x="492" y="32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043"/>
          <p:cNvSpPr>
            <a:spLocks/>
          </p:cNvSpPr>
          <p:nvPr/>
        </p:nvSpPr>
        <p:spPr bwMode="auto">
          <a:xfrm>
            <a:off x="7484713" y="3716226"/>
            <a:ext cx="231775" cy="444500"/>
          </a:xfrm>
          <a:custGeom>
            <a:avLst/>
            <a:gdLst>
              <a:gd name="T0" fmla="*/ 53 w 73"/>
              <a:gd name="T1" fmla="*/ 0 h 140"/>
              <a:gd name="T2" fmla="*/ 53 w 73"/>
              <a:gd name="T3" fmla="*/ 94 h 140"/>
              <a:gd name="T4" fmla="*/ 69 w 73"/>
              <a:gd name="T5" fmla="*/ 94 h 140"/>
              <a:gd name="T6" fmla="*/ 72 w 73"/>
              <a:gd name="T7" fmla="*/ 96 h 140"/>
              <a:gd name="T8" fmla="*/ 72 w 73"/>
              <a:gd name="T9" fmla="*/ 100 h 140"/>
              <a:gd name="T10" fmla="*/ 36 w 73"/>
              <a:gd name="T11" fmla="*/ 140 h 140"/>
              <a:gd name="T12" fmla="*/ 1 w 73"/>
              <a:gd name="T13" fmla="*/ 100 h 140"/>
              <a:gd name="T14" fmla="*/ 0 w 73"/>
              <a:gd name="T15" fmla="*/ 96 h 140"/>
              <a:gd name="T16" fmla="*/ 4 w 73"/>
              <a:gd name="T17" fmla="*/ 94 h 140"/>
              <a:gd name="T18" fmla="*/ 20 w 73"/>
              <a:gd name="T19" fmla="*/ 94 h 140"/>
              <a:gd name="T20" fmla="*/ 20 w 73"/>
              <a:gd name="T21" fmla="*/ 0 h 140"/>
              <a:gd name="T22" fmla="*/ 53 w 73"/>
              <a:gd name="T23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3" h="140">
                <a:moveTo>
                  <a:pt x="53" y="0"/>
                </a:moveTo>
                <a:cubicBezTo>
                  <a:pt x="53" y="94"/>
                  <a:pt x="53" y="94"/>
                  <a:pt x="53" y="94"/>
                </a:cubicBezTo>
                <a:cubicBezTo>
                  <a:pt x="69" y="94"/>
                  <a:pt x="69" y="94"/>
                  <a:pt x="69" y="94"/>
                </a:cubicBezTo>
                <a:cubicBezTo>
                  <a:pt x="70" y="94"/>
                  <a:pt x="72" y="95"/>
                  <a:pt x="72" y="96"/>
                </a:cubicBezTo>
                <a:cubicBezTo>
                  <a:pt x="73" y="98"/>
                  <a:pt x="73" y="99"/>
                  <a:pt x="72" y="100"/>
                </a:cubicBezTo>
                <a:cubicBezTo>
                  <a:pt x="36" y="140"/>
                  <a:pt x="36" y="140"/>
                  <a:pt x="36" y="140"/>
                </a:cubicBezTo>
                <a:cubicBezTo>
                  <a:pt x="1" y="100"/>
                  <a:pt x="1" y="100"/>
                  <a:pt x="1" y="100"/>
                </a:cubicBezTo>
                <a:cubicBezTo>
                  <a:pt x="0" y="99"/>
                  <a:pt x="0" y="98"/>
                  <a:pt x="0" y="96"/>
                </a:cubicBezTo>
                <a:cubicBezTo>
                  <a:pt x="1" y="95"/>
                  <a:pt x="2" y="94"/>
                  <a:pt x="4" y="94"/>
                </a:cubicBezTo>
                <a:cubicBezTo>
                  <a:pt x="20" y="94"/>
                  <a:pt x="20" y="94"/>
                  <a:pt x="20" y="94"/>
                </a:cubicBezTo>
                <a:cubicBezTo>
                  <a:pt x="20" y="0"/>
                  <a:pt x="20" y="0"/>
                  <a:pt x="20" y="0"/>
                </a:cubicBezTo>
                <a:cubicBezTo>
                  <a:pt x="53" y="0"/>
                  <a:pt x="53" y="0"/>
                  <a:pt x="53" y="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044"/>
          <p:cNvSpPr>
            <a:spLocks/>
          </p:cNvSpPr>
          <p:nvPr/>
        </p:nvSpPr>
        <p:spPr bwMode="auto">
          <a:xfrm>
            <a:off x="7548213" y="3716226"/>
            <a:ext cx="104775" cy="82550"/>
          </a:xfrm>
          <a:custGeom>
            <a:avLst/>
            <a:gdLst>
              <a:gd name="T0" fmla="*/ 33 w 33"/>
              <a:gd name="T1" fmla="*/ 0 h 26"/>
              <a:gd name="T2" fmla="*/ 0 w 33"/>
              <a:gd name="T3" fmla="*/ 0 h 26"/>
              <a:gd name="T4" fmla="*/ 0 w 33"/>
              <a:gd name="T5" fmla="*/ 26 h 26"/>
              <a:gd name="T6" fmla="*/ 0 w 33"/>
              <a:gd name="T7" fmla="*/ 26 h 26"/>
              <a:gd name="T8" fmla="*/ 0 w 33"/>
              <a:gd name="T9" fmla="*/ 0 h 26"/>
              <a:gd name="T10" fmla="*/ 33 w 33"/>
              <a:gd name="T11" fmla="*/ 0 h 26"/>
              <a:gd name="T12" fmla="*/ 33 w 33"/>
              <a:gd name="T13" fmla="*/ 26 h 26"/>
              <a:gd name="T14" fmla="*/ 33 w 33"/>
              <a:gd name="T15" fmla="*/ 26 h 26"/>
              <a:gd name="T16" fmla="*/ 33 w 33"/>
              <a:gd name="T17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" h="26">
                <a:moveTo>
                  <a:pt x="3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0"/>
                  <a:pt x="0" y="0"/>
                  <a:pt x="0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3" y="26"/>
                  <a:pt x="33" y="26"/>
                  <a:pt x="33" y="26"/>
                </a:cubicBezTo>
                <a:cubicBezTo>
                  <a:pt x="33" y="26"/>
                  <a:pt x="33" y="26"/>
                  <a:pt x="33" y="26"/>
                </a:cubicBezTo>
                <a:cubicBezTo>
                  <a:pt x="33" y="0"/>
                  <a:pt x="33" y="0"/>
                  <a:pt x="33" y="0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045"/>
          <p:cNvSpPr>
            <a:spLocks/>
          </p:cNvSpPr>
          <p:nvPr/>
        </p:nvSpPr>
        <p:spPr bwMode="auto">
          <a:xfrm>
            <a:off x="7548213" y="3716226"/>
            <a:ext cx="104775" cy="82550"/>
          </a:xfrm>
          <a:custGeom>
            <a:avLst/>
            <a:gdLst>
              <a:gd name="T0" fmla="*/ 33 w 33"/>
              <a:gd name="T1" fmla="*/ 0 h 26"/>
              <a:gd name="T2" fmla="*/ 0 w 33"/>
              <a:gd name="T3" fmla="*/ 0 h 26"/>
              <a:gd name="T4" fmla="*/ 0 w 33"/>
              <a:gd name="T5" fmla="*/ 26 h 26"/>
              <a:gd name="T6" fmla="*/ 16 w 33"/>
              <a:gd name="T7" fmla="*/ 20 h 26"/>
              <a:gd name="T8" fmla="*/ 33 w 33"/>
              <a:gd name="T9" fmla="*/ 26 h 26"/>
              <a:gd name="T10" fmla="*/ 33 w 33"/>
              <a:gd name="T11" fmla="*/ 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" h="26">
                <a:moveTo>
                  <a:pt x="3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6"/>
                  <a:pt x="0" y="26"/>
                  <a:pt x="0" y="26"/>
                </a:cubicBezTo>
                <a:cubicBezTo>
                  <a:pt x="5" y="22"/>
                  <a:pt x="10" y="20"/>
                  <a:pt x="16" y="20"/>
                </a:cubicBezTo>
                <a:cubicBezTo>
                  <a:pt x="22" y="20"/>
                  <a:pt x="28" y="22"/>
                  <a:pt x="33" y="26"/>
                </a:cubicBezTo>
                <a:cubicBezTo>
                  <a:pt x="33" y="0"/>
                  <a:pt x="33" y="0"/>
                  <a:pt x="33" y="0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046"/>
          <p:cNvSpPr>
            <a:spLocks/>
          </p:cNvSpPr>
          <p:nvPr/>
        </p:nvSpPr>
        <p:spPr bwMode="auto">
          <a:xfrm>
            <a:off x="6760813" y="2233501"/>
            <a:ext cx="1676400" cy="1635125"/>
          </a:xfrm>
          <a:custGeom>
            <a:avLst/>
            <a:gdLst>
              <a:gd name="T0" fmla="*/ 492 w 528"/>
              <a:gd name="T1" fmla="*/ 329 h 515"/>
              <a:gd name="T2" fmla="*/ 329 w 528"/>
              <a:gd name="T3" fmla="*/ 492 h 515"/>
              <a:gd name="T4" fmla="*/ 292 w 528"/>
              <a:gd name="T5" fmla="*/ 515 h 515"/>
              <a:gd name="T6" fmla="*/ 292 w 528"/>
              <a:gd name="T7" fmla="*/ 497 h 515"/>
              <a:gd name="T8" fmla="*/ 264 w 528"/>
              <a:gd name="T9" fmla="*/ 469 h 515"/>
              <a:gd name="T10" fmla="*/ 236 w 528"/>
              <a:gd name="T11" fmla="*/ 497 h 515"/>
              <a:gd name="T12" fmla="*/ 236 w 528"/>
              <a:gd name="T13" fmla="*/ 515 h 515"/>
              <a:gd name="T14" fmla="*/ 199 w 528"/>
              <a:gd name="T15" fmla="*/ 492 h 515"/>
              <a:gd name="T16" fmla="*/ 36 w 528"/>
              <a:gd name="T17" fmla="*/ 329 h 515"/>
              <a:gd name="T18" fmla="*/ 36 w 528"/>
              <a:gd name="T19" fmla="*/ 199 h 515"/>
              <a:gd name="T20" fmla="*/ 199 w 528"/>
              <a:gd name="T21" fmla="*/ 36 h 515"/>
              <a:gd name="T22" fmla="*/ 329 w 528"/>
              <a:gd name="T23" fmla="*/ 36 h 515"/>
              <a:gd name="T24" fmla="*/ 492 w 528"/>
              <a:gd name="T25" fmla="*/ 199 h 515"/>
              <a:gd name="T26" fmla="*/ 492 w 528"/>
              <a:gd name="T27" fmla="*/ 329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8" h="515">
                <a:moveTo>
                  <a:pt x="492" y="329"/>
                </a:moveTo>
                <a:cubicBezTo>
                  <a:pt x="329" y="492"/>
                  <a:pt x="329" y="492"/>
                  <a:pt x="329" y="492"/>
                </a:cubicBezTo>
                <a:cubicBezTo>
                  <a:pt x="319" y="502"/>
                  <a:pt x="306" y="510"/>
                  <a:pt x="292" y="515"/>
                </a:cubicBezTo>
                <a:cubicBezTo>
                  <a:pt x="292" y="497"/>
                  <a:pt x="292" y="497"/>
                  <a:pt x="292" y="497"/>
                </a:cubicBezTo>
                <a:cubicBezTo>
                  <a:pt x="292" y="482"/>
                  <a:pt x="280" y="469"/>
                  <a:pt x="264" y="469"/>
                </a:cubicBezTo>
                <a:cubicBezTo>
                  <a:pt x="249" y="469"/>
                  <a:pt x="236" y="482"/>
                  <a:pt x="236" y="497"/>
                </a:cubicBezTo>
                <a:cubicBezTo>
                  <a:pt x="236" y="515"/>
                  <a:pt x="236" y="515"/>
                  <a:pt x="236" y="515"/>
                </a:cubicBezTo>
                <a:cubicBezTo>
                  <a:pt x="222" y="510"/>
                  <a:pt x="210" y="502"/>
                  <a:pt x="199" y="492"/>
                </a:cubicBezTo>
                <a:cubicBezTo>
                  <a:pt x="36" y="329"/>
                  <a:pt x="36" y="329"/>
                  <a:pt x="36" y="329"/>
                </a:cubicBezTo>
                <a:cubicBezTo>
                  <a:pt x="0" y="293"/>
                  <a:pt x="0" y="235"/>
                  <a:pt x="36" y="199"/>
                </a:cubicBezTo>
                <a:cubicBezTo>
                  <a:pt x="199" y="36"/>
                  <a:pt x="199" y="36"/>
                  <a:pt x="199" y="36"/>
                </a:cubicBezTo>
                <a:cubicBezTo>
                  <a:pt x="235" y="0"/>
                  <a:pt x="293" y="0"/>
                  <a:pt x="329" y="36"/>
                </a:cubicBezTo>
                <a:cubicBezTo>
                  <a:pt x="492" y="199"/>
                  <a:pt x="492" y="199"/>
                  <a:pt x="492" y="199"/>
                </a:cubicBezTo>
                <a:cubicBezTo>
                  <a:pt x="528" y="235"/>
                  <a:pt x="528" y="293"/>
                  <a:pt x="492" y="32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052"/>
          <p:cNvSpPr>
            <a:spLocks noEditPoints="1"/>
          </p:cNvSpPr>
          <p:nvPr/>
        </p:nvSpPr>
        <p:spPr bwMode="auto">
          <a:xfrm>
            <a:off x="4378983" y="2652601"/>
            <a:ext cx="352425" cy="517525"/>
          </a:xfrm>
          <a:custGeom>
            <a:avLst/>
            <a:gdLst>
              <a:gd name="T0" fmla="*/ 30 w 111"/>
              <a:gd name="T1" fmla="*/ 125 h 163"/>
              <a:gd name="T2" fmla="*/ 31 w 111"/>
              <a:gd name="T3" fmla="*/ 133 h 163"/>
              <a:gd name="T4" fmla="*/ 56 w 111"/>
              <a:gd name="T5" fmla="*/ 138 h 163"/>
              <a:gd name="T6" fmla="*/ 80 w 111"/>
              <a:gd name="T7" fmla="*/ 133 h 163"/>
              <a:gd name="T8" fmla="*/ 81 w 111"/>
              <a:gd name="T9" fmla="*/ 125 h 163"/>
              <a:gd name="T10" fmla="*/ 56 w 111"/>
              <a:gd name="T11" fmla="*/ 130 h 163"/>
              <a:gd name="T12" fmla="*/ 30 w 111"/>
              <a:gd name="T13" fmla="*/ 125 h 163"/>
              <a:gd name="T14" fmla="*/ 32 w 111"/>
              <a:gd name="T15" fmla="*/ 141 h 163"/>
              <a:gd name="T16" fmla="*/ 33 w 111"/>
              <a:gd name="T17" fmla="*/ 149 h 163"/>
              <a:gd name="T18" fmla="*/ 41 w 111"/>
              <a:gd name="T19" fmla="*/ 154 h 163"/>
              <a:gd name="T20" fmla="*/ 41 w 111"/>
              <a:gd name="T21" fmla="*/ 159 h 163"/>
              <a:gd name="T22" fmla="*/ 56 w 111"/>
              <a:gd name="T23" fmla="*/ 163 h 163"/>
              <a:gd name="T24" fmla="*/ 70 w 111"/>
              <a:gd name="T25" fmla="*/ 159 h 163"/>
              <a:gd name="T26" fmla="*/ 70 w 111"/>
              <a:gd name="T27" fmla="*/ 154 h 163"/>
              <a:gd name="T28" fmla="*/ 78 w 111"/>
              <a:gd name="T29" fmla="*/ 149 h 163"/>
              <a:gd name="T30" fmla="*/ 79 w 111"/>
              <a:gd name="T31" fmla="*/ 141 h 163"/>
              <a:gd name="T32" fmla="*/ 56 w 111"/>
              <a:gd name="T33" fmla="*/ 145 h 163"/>
              <a:gd name="T34" fmla="*/ 32 w 111"/>
              <a:gd name="T35" fmla="*/ 141 h 163"/>
              <a:gd name="T36" fmla="*/ 68 w 111"/>
              <a:gd name="T37" fmla="*/ 77 h 163"/>
              <a:gd name="T38" fmla="*/ 56 w 111"/>
              <a:gd name="T39" fmla="*/ 54 h 163"/>
              <a:gd name="T40" fmla="*/ 43 w 111"/>
              <a:gd name="T41" fmla="*/ 77 h 163"/>
              <a:gd name="T42" fmla="*/ 38 w 111"/>
              <a:gd name="T43" fmla="*/ 66 h 163"/>
              <a:gd name="T44" fmla="*/ 30 w 111"/>
              <a:gd name="T45" fmla="*/ 69 h 163"/>
              <a:gd name="T46" fmla="*/ 43 w 111"/>
              <a:gd name="T47" fmla="*/ 96 h 163"/>
              <a:gd name="T48" fmla="*/ 56 w 111"/>
              <a:gd name="T49" fmla="*/ 72 h 163"/>
              <a:gd name="T50" fmla="*/ 69 w 111"/>
              <a:gd name="T51" fmla="*/ 96 h 163"/>
              <a:gd name="T52" fmla="*/ 81 w 111"/>
              <a:gd name="T53" fmla="*/ 69 h 163"/>
              <a:gd name="T54" fmla="*/ 73 w 111"/>
              <a:gd name="T55" fmla="*/ 66 h 163"/>
              <a:gd name="T56" fmla="*/ 68 w 111"/>
              <a:gd name="T57" fmla="*/ 77 h 163"/>
              <a:gd name="T58" fmla="*/ 56 w 111"/>
              <a:gd name="T59" fmla="*/ 23 h 163"/>
              <a:gd name="T60" fmla="*/ 59 w 111"/>
              <a:gd name="T61" fmla="*/ 20 h 163"/>
              <a:gd name="T62" fmla="*/ 56 w 111"/>
              <a:gd name="T63" fmla="*/ 17 h 163"/>
              <a:gd name="T64" fmla="*/ 17 w 111"/>
              <a:gd name="T65" fmla="*/ 56 h 163"/>
              <a:gd name="T66" fmla="*/ 20 w 111"/>
              <a:gd name="T67" fmla="*/ 59 h 163"/>
              <a:gd name="T68" fmla="*/ 23 w 111"/>
              <a:gd name="T69" fmla="*/ 56 h 163"/>
              <a:gd name="T70" fmla="*/ 56 w 111"/>
              <a:gd name="T71" fmla="*/ 23 h 163"/>
              <a:gd name="T72" fmla="*/ 56 w 111"/>
              <a:gd name="T73" fmla="*/ 0 h 163"/>
              <a:gd name="T74" fmla="*/ 0 w 111"/>
              <a:gd name="T75" fmla="*/ 56 h 163"/>
              <a:gd name="T76" fmla="*/ 27 w 111"/>
              <a:gd name="T77" fmla="*/ 104 h 163"/>
              <a:gd name="T78" fmla="*/ 29 w 111"/>
              <a:gd name="T79" fmla="*/ 118 h 163"/>
              <a:gd name="T80" fmla="*/ 56 w 111"/>
              <a:gd name="T81" fmla="*/ 123 h 163"/>
              <a:gd name="T82" fmla="*/ 82 w 111"/>
              <a:gd name="T83" fmla="*/ 118 h 163"/>
              <a:gd name="T84" fmla="*/ 84 w 111"/>
              <a:gd name="T85" fmla="*/ 104 h 163"/>
              <a:gd name="T86" fmla="*/ 111 w 111"/>
              <a:gd name="T87" fmla="*/ 56 h 163"/>
              <a:gd name="T88" fmla="*/ 56 w 111"/>
              <a:gd name="T89" fmla="*/ 0 h 163"/>
              <a:gd name="T90" fmla="*/ 76 w 111"/>
              <a:gd name="T91" fmla="*/ 97 h 163"/>
              <a:gd name="T92" fmla="*/ 75 w 111"/>
              <a:gd name="T93" fmla="*/ 110 h 163"/>
              <a:gd name="T94" fmla="*/ 56 w 111"/>
              <a:gd name="T95" fmla="*/ 113 h 163"/>
              <a:gd name="T96" fmla="*/ 36 w 111"/>
              <a:gd name="T97" fmla="*/ 110 h 163"/>
              <a:gd name="T98" fmla="*/ 35 w 111"/>
              <a:gd name="T99" fmla="*/ 97 h 163"/>
              <a:gd name="T100" fmla="*/ 10 w 111"/>
              <a:gd name="T101" fmla="*/ 56 h 163"/>
              <a:gd name="T102" fmla="*/ 56 w 111"/>
              <a:gd name="T103" fmla="*/ 10 h 163"/>
              <a:gd name="T104" fmla="*/ 102 w 111"/>
              <a:gd name="T105" fmla="*/ 56 h 163"/>
              <a:gd name="T106" fmla="*/ 76 w 111"/>
              <a:gd name="T107" fmla="*/ 9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1" h="163"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1" y="125"/>
                  <a:pt x="81" y="125"/>
                  <a:pt x="81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4"/>
                </a:cubicBezTo>
                <a:cubicBezTo>
                  <a:pt x="41" y="159"/>
                  <a:pt x="41" y="159"/>
                  <a:pt x="41" y="159"/>
                </a:cubicBezTo>
                <a:cubicBezTo>
                  <a:pt x="41" y="159"/>
                  <a:pt x="45" y="163"/>
                  <a:pt x="56" y="163"/>
                </a:cubicBezTo>
                <a:cubicBezTo>
                  <a:pt x="67" y="163"/>
                  <a:pt x="70" y="159"/>
                  <a:pt x="70" y="159"/>
                </a:cubicBezTo>
                <a:cubicBezTo>
                  <a:pt x="70" y="154"/>
                  <a:pt x="70" y="154"/>
                  <a:pt x="70" y="154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5"/>
                  <a:pt x="56" y="145"/>
                </a:cubicBezTo>
                <a:cubicBezTo>
                  <a:pt x="47" y="145"/>
                  <a:pt x="39" y="143"/>
                  <a:pt x="32" y="141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9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1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5" y="123"/>
                  <a:pt x="75" y="121"/>
                  <a:pt x="82" y="118"/>
                </a:cubicBezTo>
                <a:cubicBezTo>
                  <a:pt x="84" y="104"/>
                  <a:pt x="84" y="104"/>
                  <a:pt x="84" y="104"/>
                </a:cubicBezTo>
                <a:cubicBezTo>
                  <a:pt x="101" y="94"/>
                  <a:pt x="111" y="76"/>
                  <a:pt x="111" y="56"/>
                </a:cubicBezTo>
                <a:cubicBezTo>
                  <a:pt x="111" y="25"/>
                  <a:pt x="86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1" y="113"/>
                  <a:pt x="36" y="110"/>
                  <a:pt x="36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90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90"/>
                  <a:pt x="76" y="97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053"/>
          <p:cNvSpPr>
            <a:spLocks noEditPoints="1"/>
          </p:cNvSpPr>
          <p:nvPr/>
        </p:nvSpPr>
        <p:spPr bwMode="auto">
          <a:xfrm>
            <a:off x="1423537" y="2681176"/>
            <a:ext cx="368300" cy="463550"/>
          </a:xfrm>
          <a:custGeom>
            <a:avLst/>
            <a:gdLst>
              <a:gd name="T0" fmla="*/ 166 w 232"/>
              <a:gd name="T1" fmla="*/ 48 h 292"/>
              <a:gd name="T2" fmla="*/ 40 w 232"/>
              <a:gd name="T3" fmla="*/ 48 h 292"/>
              <a:gd name="T4" fmla="*/ 40 w 232"/>
              <a:gd name="T5" fmla="*/ 66 h 292"/>
              <a:gd name="T6" fmla="*/ 166 w 232"/>
              <a:gd name="T7" fmla="*/ 66 h 292"/>
              <a:gd name="T8" fmla="*/ 166 w 232"/>
              <a:gd name="T9" fmla="*/ 48 h 292"/>
              <a:gd name="T10" fmla="*/ 166 w 232"/>
              <a:gd name="T11" fmla="*/ 84 h 292"/>
              <a:gd name="T12" fmla="*/ 40 w 232"/>
              <a:gd name="T13" fmla="*/ 84 h 292"/>
              <a:gd name="T14" fmla="*/ 40 w 232"/>
              <a:gd name="T15" fmla="*/ 102 h 292"/>
              <a:gd name="T16" fmla="*/ 166 w 232"/>
              <a:gd name="T17" fmla="*/ 102 h 292"/>
              <a:gd name="T18" fmla="*/ 166 w 232"/>
              <a:gd name="T19" fmla="*/ 84 h 292"/>
              <a:gd name="T20" fmla="*/ 40 w 232"/>
              <a:gd name="T21" fmla="*/ 174 h 292"/>
              <a:gd name="T22" fmla="*/ 104 w 232"/>
              <a:gd name="T23" fmla="*/ 174 h 292"/>
              <a:gd name="T24" fmla="*/ 104 w 232"/>
              <a:gd name="T25" fmla="*/ 156 h 292"/>
              <a:gd name="T26" fmla="*/ 40 w 232"/>
              <a:gd name="T27" fmla="*/ 156 h 292"/>
              <a:gd name="T28" fmla="*/ 40 w 232"/>
              <a:gd name="T29" fmla="*/ 174 h 292"/>
              <a:gd name="T30" fmla="*/ 166 w 232"/>
              <a:gd name="T31" fmla="*/ 120 h 292"/>
              <a:gd name="T32" fmla="*/ 40 w 232"/>
              <a:gd name="T33" fmla="*/ 120 h 292"/>
              <a:gd name="T34" fmla="*/ 40 w 232"/>
              <a:gd name="T35" fmla="*/ 138 h 292"/>
              <a:gd name="T36" fmla="*/ 166 w 232"/>
              <a:gd name="T37" fmla="*/ 138 h 292"/>
              <a:gd name="T38" fmla="*/ 166 w 232"/>
              <a:gd name="T39" fmla="*/ 120 h 292"/>
              <a:gd name="T40" fmla="*/ 206 w 232"/>
              <a:gd name="T41" fmla="*/ 26 h 292"/>
              <a:gd name="T42" fmla="*/ 206 w 232"/>
              <a:gd name="T43" fmla="*/ 0 h 292"/>
              <a:gd name="T44" fmla="*/ 0 w 232"/>
              <a:gd name="T45" fmla="*/ 0 h 292"/>
              <a:gd name="T46" fmla="*/ 0 w 232"/>
              <a:gd name="T47" fmla="*/ 266 h 292"/>
              <a:gd name="T48" fmla="*/ 26 w 232"/>
              <a:gd name="T49" fmla="*/ 266 h 292"/>
              <a:gd name="T50" fmla="*/ 26 w 232"/>
              <a:gd name="T51" fmla="*/ 292 h 292"/>
              <a:gd name="T52" fmla="*/ 232 w 232"/>
              <a:gd name="T53" fmla="*/ 292 h 292"/>
              <a:gd name="T54" fmla="*/ 232 w 232"/>
              <a:gd name="T55" fmla="*/ 26 h 292"/>
              <a:gd name="T56" fmla="*/ 206 w 232"/>
              <a:gd name="T57" fmla="*/ 26 h 292"/>
              <a:gd name="T58" fmla="*/ 14 w 232"/>
              <a:gd name="T59" fmla="*/ 252 h 292"/>
              <a:gd name="T60" fmla="*/ 14 w 232"/>
              <a:gd name="T61" fmla="*/ 14 h 292"/>
              <a:gd name="T62" fmla="*/ 192 w 232"/>
              <a:gd name="T63" fmla="*/ 14 h 292"/>
              <a:gd name="T64" fmla="*/ 192 w 232"/>
              <a:gd name="T65" fmla="*/ 192 h 292"/>
              <a:gd name="T66" fmla="*/ 132 w 232"/>
              <a:gd name="T67" fmla="*/ 192 h 292"/>
              <a:gd name="T68" fmla="*/ 132 w 232"/>
              <a:gd name="T69" fmla="*/ 252 h 292"/>
              <a:gd name="T70" fmla="*/ 14 w 232"/>
              <a:gd name="T71" fmla="*/ 252 h 292"/>
              <a:gd name="T72" fmla="*/ 218 w 232"/>
              <a:gd name="T73" fmla="*/ 278 h 292"/>
              <a:gd name="T74" fmla="*/ 40 w 232"/>
              <a:gd name="T75" fmla="*/ 278 h 292"/>
              <a:gd name="T76" fmla="*/ 40 w 232"/>
              <a:gd name="T77" fmla="*/ 266 h 292"/>
              <a:gd name="T78" fmla="*/ 138 w 232"/>
              <a:gd name="T79" fmla="*/ 266 h 292"/>
              <a:gd name="T80" fmla="*/ 206 w 232"/>
              <a:gd name="T81" fmla="*/ 198 h 292"/>
              <a:gd name="T82" fmla="*/ 206 w 232"/>
              <a:gd name="T83" fmla="*/ 40 h 292"/>
              <a:gd name="T84" fmla="*/ 218 w 232"/>
              <a:gd name="T85" fmla="*/ 40 h 292"/>
              <a:gd name="T86" fmla="*/ 218 w 232"/>
              <a:gd name="T87" fmla="*/ 278 h 2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32" h="292">
                <a:moveTo>
                  <a:pt x="166" y="48"/>
                </a:moveTo>
                <a:lnTo>
                  <a:pt x="40" y="48"/>
                </a:lnTo>
                <a:lnTo>
                  <a:pt x="40" y="66"/>
                </a:lnTo>
                <a:lnTo>
                  <a:pt x="166" y="66"/>
                </a:lnTo>
                <a:lnTo>
                  <a:pt x="166" y="48"/>
                </a:lnTo>
                <a:close/>
                <a:moveTo>
                  <a:pt x="166" y="84"/>
                </a:moveTo>
                <a:lnTo>
                  <a:pt x="40" y="84"/>
                </a:lnTo>
                <a:lnTo>
                  <a:pt x="40" y="102"/>
                </a:lnTo>
                <a:lnTo>
                  <a:pt x="166" y="102"/>
                </a:lnTo>
                <a:lnTo>
                  <a:pt x="166" y="84"/>
                </a:lnTo>
                <a:close/>
                <a:moveTo>
                  <a:pt x="40" y="174"/>
                </a:moveTo>
                <a:lnTo>
                  <a:pt x="104" y="174"/>
                </a:lnTo>
                <a:lnTo>
                  <a:pt x="104" y="156"/>
                </a:lnTo>
                <a:lnTo>
                  <a:pt x="40" y="156"/>
                </a:lnTo>
                <a:lnTo>
                  <a:pt x="40" y="174"/>
                </a:lnTo>
                <a:close/>
                <a:moveTo>
                  <a:pt x="166" y="120"/>
                </a:moveTo>
                <a:lnTo>
                  <a:pt x="40" y="120"/>
                </a:lnTo>
                <a:lnTo>
                  <a:pt x="40" y="138"/>
                </a:lnTo>
                <a:lnTo>
                  <a:pt x="166" y="138"/>
                </a:lnTo>
                <a:lnTo>
                  <a:pt x="166" y="120"/>
                </a:lnTo>
                <a:close/>
                <a:moveTo>
                  <a:pt x="206" y="26"/>
                </a:moveTo>
                <a:lnTo>
                  <a:pt x="206" y="0"/>
                </a:lnTo>
                <a:lnTo>
                  <a:pt x="0" y="0"/>
                </a:lnTo>
                <a:lnTo>
                  <a:pt x="0" y="266"/>
                </a:lnTo>
                <a:lnTo>
                  <a:pt x="26" y="266"/>
                </a:lnTo>
                <a:lnTo>
                  <a:pt x="26" y="292"/>
                </a:lnTo>
                <a:lnTo>
                  <a:pt x="232" y="292"/>
                </a:lnTo>
                <a:lnTo>
                  <a:pt x="232" y="26"/>
                </a:lnTo>
                <a:lnTo>
                  <a:pt x="206" y="26"/>
                </a:lnTo>
                <a:close/>
                <a:moveTo>
                  <a:pt x="14" y="252"/>
                </a:moveTo>
                <a:lnTo>
                  <a:pt x="14" y="14"/>
                </a:lnTo>
                <a:lnTo>
                  <a:pt x="192" y="14"/>
                </a:lnTo>
                <a:lnTo>
                  <a:pt x="192" y="192"/>
                </a:lnTo>
                <a:lnTo>
                  <a:pt x="132" y="192"/>
                </a:lnTo>
                <a:lnTo>
                  <a:pt x="132" y="252"/>
                </a:lnTo>
                <a:lnTo>
                  <a:pt x="14" y="252"/>
                </a:lnTo>
                <a:close/>
                <a:moveTo>
                  <a:pt x="218" y="278"/>
                </a:moveTo>
                <a:lnTo>
                  <a:pt x="40" y="278"/>
                </a:lnTo>
                <a:lnTo>
                  <a:pt x="40" y="266"/>
                </a:lnTo>
                <a:lnTo>
                  <a:pt x="138" y="266"/>
                </a:lnTo>
                <a:lnTo>
                  <a:pt x="206" y="198"/>
                </a:lnTo>
                <a:lnTo>
                  <a:pt x="206" y="40"/>
                </a:lnTo>
                <a:lnTo>
                  <a:pt x="218" y="40"/>
                </a:lnTo>
                <a:lnTo>
                  <a:pt x="218" y="2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054"/>
          <p:cNvSpPr>
            <a:spLocks noEditPoints="1"/>
          </p:cNvSpPr>
          <p:nvPr/>
        </p:nvSpPr>
        <p:spPr bwMode="auto">
          <a:xfrm>
            <a:off x="7373588" y="2674826"/>
            <a:ext cx="454025" cy="450850"/>
          </a:xfrm>
          <a:custGeom>
            <a:avLst/>
            <a:gdLst>
              <a:gd name="T0" fmla="*/ 50 w 143"/>
              <a:gd name="T1" fmla="*/ 85 h 142"/>
              <a:gd name="T2" fmla="*/ 93 w 143"/>
              <a:gd name="T3" fmla="*/ 85 h 142"/>
              <a:gd name="T4" fmla="*/ 103 w 143"/>
              <a:gd name="T5" fmla="*/ 78 h 142"/>
              <a:gd name="T6" fmla="*/ 40 w 143"/>
              <a:gd name="T7" fmla="*/ 78 h 142"/>
              <a:gd name="T8" fmla="*/ 50 w 143"/>
              <a:gd name="T9" fmla="*/ 85 h 142"/>
              <a:gd name="T10" fmla="*/ 70 w 143"/>
              <a:gd name="T11" fmla="*/ 99 h 142"/>
              <a:gd name="T12" fmla="*/ 73 w 143"/>
              <a:gd name="T13" fmla="*/ 99 h 142"/>
              <a:gd name="T14" fmla="*/ 82 w 143"/>
              <a:gd name="T15" fmla="*/ 92 h 142"/>
              <a:gd name="T16" fmla="*/ 60 w 143"/>
              <a:gd name="T17" fmla="*/ 92 h 142"/>
              <a:gd name="T18" fmla="*/ 70 w 143"/>
              <a:gd name="T19" fmla="*/ 99 h 142"/>
              <a:gd name="T20" fmla="*/ 139 w 143"/>
              <a:gd name="T21" fmla="*/ 45 h 142"/>
              <a:gd name="T22" fmla="*/ 76 w 143"/>
              <a:gd name="T23" fmla="*/ 2 h 142"/>
              <a:gd name="T24" fmla="*/ 66 w 143"/>
              <a:gd name="T25" fmla="*/ 2 h 142"/>
              <a:gd name="T26" fmla="*/ 4 w 143"/>
              <a:gd name="T27" fmla="*/ 45 h 142"/>
              <a:gd name="T28" fmla="*/ 0 w 143"/>
              <a:gd name="T29" fmla="*/ 52 h 142"/>
              <a:gd name="T30" fmla="*/ 0 w 143"/>
              <a:gd name="T31" fmla="*/ 133 h 142"/>
              <a:gd name="T32" fmla="*/ 9 w 143"/>
              <a:gd name="T33" fmla="*/ 142 h 142"/>
              <a:gd name="T34" fmla="*/ 134 w 143"/>
              <a:gd name="T35" fmla="*/ 142 h 142"/>
              <a:gd name="T36" fmla="*/ 143 w 143"/>
              <a:gd name="T37" fmla="*/ 133 h 142"/>
              <a:gd name="T38" fmla="*/ 143 w 143"/>
              <a:gd name="T39" fmla="*/ 52 h 142"/>
              <a:gd name="T40" fmla="*/ 139 w 143"/>
              <a:gd name="T41" fmla="*/ 45 h 142"/>
              <a:gd name="T42" fmla="*/ 134 w 143"/>
              <a:gd name="T43" fmla="*/ 65 h 142"/>
              <a:gd name="T44" fmla="*/ 71 w 143"/>
              <a:gd name="T45" fmla="*/ 107 h 142"/>
              <a:gd name="T46" fmla="*/ 9 w 143"/>
              <a:gd name="T47" fmla="*/ 65 h 142"/>
              <a:gd name="T48" fmla="*/ 9 w 143"/>
              <a:gd name="T49" fmla="*/ 56 h 142"/>
              <a:gd name="T50" fmla="*/ 13 w 143"/>
              <a:gd name="T51" fmla="*/ 52 h 142"/>
              <a:gd name="T52" fmla="*/ 129 w 143"/>
              <a:gd name="T53" fmla="*/ 52 h 142"/>
              <a:gd name="T54" fmla="*/ 134 w 143"/>
              <a:gd name="T55" fmla="*/ 56 h 142"/>
              <a:gd name="T56" fmla="*/ 134 w 143"/>
              <a:gd name="T57" fmla="*/ 65 h 142"/>
              <a:gd name="T58" fmla="*/ 29 w 143"/>
              <a:gd name="T59" fmla="*/ 70 h 142"/>
              <a:gd name="T60" fmla="*/ 30 w 143"/>
              <a:gd name="T61" fmla="*/ 71 h 142"/>
              <a:gd name="T62" fmla="*/ 113 w 143"/>
              <a:gd name="T63" fmla="*/ 71 h 142"/>
              <a:gd name="T64" fmla="*/ 114 w 143"/>
              <a:gd name="T65" fmla="*/ 70 h 142"/>
              <a:gd name="T66" fmla="*/ 114 w 143"/>
              <a:gd name="T67" fmla="*/ 65 h 142"/>
              <a:gd name="T68" fmla="*/ 29 w 143"/>
              <a:gd name="T69" fmla="*/ 65 h 142"/>
              <a:gd name="T70" fmla="*/ 29 w 143"/>
              <a:gd name="T71" fmla="*/ 7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43" h="142">
                <a:moveTo>
                  <a:pt x="50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103" y="78"/>
                  <a:pt x="103" y="78"/>
                  <a:pt x="103" y="78"/>
                </a:cubicBezTo>
                <a:cubicBezTo>
                  <a:pt x="40" y="78"/>
                  <a:pt x="40" y="78"/>
                  <a:pt x="40" y="78"/>
                </a:cubicBezTo>
                <a:lnTo>
                  <a:pt x="50" y="85"/>
                </a:lnTo>
                <a:close/>
                <a:moveTo>
                  <a:pt x="70" y="99"/>
                </a:moveTo>
                <a:cubicBezTo>
                  <a:pt x="73" y="99"/>
                  <a:pt x="73" y="99"/>
                  <a:pt x="73" y="99"/>
                </a:cubicBezTo>
                <a:cubicBezTo>
                  <a:pt x="82" y="92"/>
                  <a:pt x="82" y="92"/>
                  <a:pt x="82" y="92"/>
                </a:cubicBezTo>
                <a:cubicBezTo>
                  <a:pt x="60" y="92"/>
                  <a:pt x="60" y="92"/>
                  <a:pt x="60" y="92"/>
                </a:cubicBezTo>
                <a:lnTo>
                  <a:pt x="70" y="99"/>
                </a:lnTo>
                <a:close/>
                <a:moveTo>
                  <a:pt x="139" y="45"/>
                </a:moveTo>
                <a:cubicBezTo>
                  <a:pt x="76" y="2"/>
                  <a:pt x="76" y="2"/>
                  <a:pt x="76" y="2"/>
                </a:cubicBezTo>
                <a:cubicBezTo>
                  <a:pt x="73" y="0"/>
                  <a:pt x="69" y="0"/>
                  <a:pt x="66" y="2"/>
                </a:cubicBezTo>
                <a:cubicBezTo>
                  <a:pt x="4" y="45"/>
                  <a:pt x="4" y="45"/>
                  <a:pt x="4" y="45"/>
                </a:cubicBezTo>
                <a:cubicBezTo>
                  <a:pt x="1" y="46"/>
                  <a:pt x="0" y="49"/>
                  <a:pt x="0" y="52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38"/>
                  <a:pt x="4" y="142"/>
                  <a:pt x="9" y="142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9" y="142"/>
                  <a:pt x="143" y="138"/>
                  <a:pt x="143" y="133"/>
                </a:cubicBezTo>
                <a:cubicBezTo>
                  <a:pt x="143" y="52"/>
                  <a:pt x="143" y="52"/>
                  <a:pt x="143" y="52"/>
                </a:cubicBezTo>
                <a:cubicBezTo>
                  <a:pt x="143" y="49"/>
                  <a:pt x="142" y="46"/>
                  <a:pt x="139" y="45"/>
                </a:cubicBezTo>
                <a:close/>
                <a:moveTo>
                  <a:pt x="134" y="65"/>
                </a:moveTo>
                <a:cubicBezTo>
                  <a:pt x="71" y="107"/>
                  <a:pt x="71" y="107"/>
                  <a:pt x="71" y="107"/>
                </a:cubicBezTo>
                <a:cubicBezTo>
                  <a:pt x="9" y="65"/>
                  <a:pt x="9" y="65"/>
                  <a:pt x="9" y="65"/>
                </a:cubicBezTo>
                <a:cubicBezTo>
                  <a:pt x="9" y="56"/>
                  <a:pt x="9" y="56"/>
                  <a:pt x="9" y="56"/>
                </a:cubicBezTo>
                <a:cubicBezTo>
                  <a:pt x="9" y="54"/>
                  <a:pt x="11" y="52"/>
                  <a:pt x="13" y="52"/>
                </a:cubicBezTo>
                <a:cubicBezTo>
                  <a:pt x="129" y="52"/>
                  <a:pt x="129" y="52"/>
                  <a:pt x="129" y="52"/>
                </a:cubicBezTo>
                <a:cubicBezTo>
                  <a:pt x="132" y="52"/>
                  <a:pt x="134" y="54"/>
                  <a:pt x="134" y="56"/>
                </a:cubicBezTo>
                <a:lnTo>
                  <a:pt x="134" y="65"/>
                </a:lnTo>
                <a:close/>
                <a:moveTo>
                  <a:pt x="29" y="70"/>
                </a:moveTo>
                <a:cubicBezTo>
                  <a:pt x="30" y="71"/>
                  <a:pt x="30" y="71"/>
                  <a:pt x="30" y="71"/>
                </a:cubicBezTo>
                <a:cubicBezTo>
                  <a:pt x="113" y="71"/>
                  <a:pt x="113" y="71"/>
                  <a:pt x="113" y="71"/>
                </a:cubicBezTo>
                <a:cubicBezTo>
                  <a:pt x="114" y="70"/>
                  <a:pt x="114" y="70"/>
                  <a:pt x="114" y="70"/>
                </a:cubicBezTo>
                <a:cubicBezTo>
                  <a:pt x="114" y="65"/>
                  <a:pt x="114" y="65"/>
                  <a:pt x="114" y="65"/>
                </a:cubicBezTo>
                <a:cubicBezTo>
                  <a:pt x="29" y="65"/>
                  <a:pt x="29" y="65"/>
                  <a:pt x="29" y="65"/>
                </a:cubicBezTo>
                <a:lnTo>
                  <a:pt x="29" y="7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0998" y="4321002"/>
            <a:ext cx="2767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dirty="0">
                <a:solidFill>
                  <a:schemeClr val="accent2"/>
                </a:solidFill>
                <a:cs typeface="B Titr" panose="00000700000000000000" pitchFamily="2" charset="-78"/>
              </a:rPr>
              <a:t>مشخص کردن یک کاربرد واقعی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4025" y="4341959"/>
            <a:ext cx="3060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dirty="0">
                <a:solidFill>
                  <a:schemeClr val="bg2"/>
                </a:solidFill>
                <a:cs typeface="B Titr" panose="00000700000000000000" pitchFamily="2" charset="-78"/>
              </a:rPr>
              <a:t>هماهنگی و اطلاع رسانی به کاربران</a:t>
            </a:r>
          </a:p>
        </p:txBody>
      </p:sp>
    </p:spTree>
    <p:extLst>
      <p:ext uri="{BB962C8B-B14F-4D97-AF65-F5344CB8AC3E}">
        <p14:creationId xmlns:p14="http://schemas.microsoft.com/office/powerpoint/2010/main" val="327380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آماده سازی فرهنگی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>
                <a:latin typeface=" BTITR"/>
                <a:cs typeface="B Titr" panose="00000700000000000000" pitchFamily="2" charset="-78"/>
              </a:rPr>
              <a:t>چگونه از ویدئوکنفرانس به نفع سازمان خود استفاده کنیم؟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FBBB-C588-4B8D-A7FF-E25C81CC24C8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dirty="0">
                <a:latin typeface="Abdo Rajab" panose="02000500030000020004" pitchFamily="2" charset="-78"/>
                <a:cs typeface="Abdo Rajab" panose="02000500030000020004" pitchFamily="2" charset="-78"/>
              </a:rPr>
              <a:t>تهیه شده در اداره نرم افزار     اداره کل فناوری اطلاعات </a:t>
            </a:r>
            <a:endParaRPr lang="en-US" dirty="0">
              <a:latin typeface="Abdo Rajab" panose="02000500030000020004" pitchFamily="2" charset="-78"/>
              <a:cs typeface="Abdo Rajab" panose="02000500030000020004" pitchFamily="2" charset="-78"/>
            </a:endParaRPr>
          </a:p>
        </p:txBody>
      </p:sp>
      <p:sp>
        <p:nvSpPr>
          <p:cNvPr id="7" name="Rectangle 1091"/>
          <p:cNvSpPr>
            <a:spLocks noChangeArrowheads="1"/>
          </p:cNvSpPr>
          <p:nvPr/>
        </p:nvSpPr>
        <p:spPr bwMode="auto">
          <a:xfrm>
            <a:off x="1588" y="3680688"/>
            <a:ext cx="9140825" cy="1260475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092"/>
          <p:cNvSpPr>
            <a:spLocks/>
          </p:cNvSpPr>
          <p:nvPr/>
        </p:nvSpPr>
        <p:spPr bwMode="auto">
          <a:xfrm>
            <a:off x="722313" y="3391763"/>
            <a:ext cx="1527175" cy="2228850"/>
          </a:xfrm>
          <a:custGeom>
            <a:avLst/>
            <a:gdLst>
              <a:gd name="T0" fmla="*/ 481 w 481"/>
              <a:gd name="T1" fmla="*/ 0 h 702"/>
              <a:gd name="T2" fmla="*/ 458 w 481"/>
              <a:gd name="T3" fmla="*/ 114 h 702"/>
              <a:gd name="T4" fmla="*/ 458 w 481"/>
              <a:gd name="T5" fmla="*/ 521 h 702"/>
              <a:gd name="T6" fmla="*/ 434 w 481"/>
              <a:gd name="T7" fmla="*/ 568 h 702"/>
              <a:gd name="T8" fmla="*/ 262 w 481"/>
              <a:gd name="T9" fmla="*/ 688 h 702"/>
              <a:gd name="T10" fmla="*/ 196 w 481"/>
              <a:gd name="T11" fmla="*/ 688 h 702"/>
              <a:gd name="T12" fmla="*/ 24 w 481"/>
              <a:gd name="T13" fmla="*/ 568 h 702"/>
              <a:gd name="T14" fmla="*/ 0 w 481"/>
              <a:gd name="T15" fmla="*/ 521 h 702"/>
              <a:gd name="T16" fmla="*/ 0 w 481"/>
              <a:gd name="T17" fmla="*/ 114 h 702"/>
              <a:gd name="T18" fmla="*/ 46 w 481"/>
              <a:gd name="T19" fmla="*/ 0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1" h="702">
                <a:moveTo>
                  <a:pt x="481" y="0"/>
                </a:moveTo>
                <a:cubicBezTo>
                  <a:pt x="458" y="0"/>
                  <a:pt x="458" y="114"/>
                  <a:pt x="458" y="114"/>
                </a:cubicBezTo>
                <a:cubicBezTo>
                  <a:pt x="458" y="521"/>
                  <a:pt x="458" y="521"/>
                  <a:pt x="458" y="521"/>
                </a:cubicBezTo>
                <a:cubicBezTo>
                  <a:pt x="458" y="540"/>
                  <a:pt x="449" y="557"/>
                  <a:pt x="434" y="568"/>
                </a:cubicBezTo>
                <a:cubicBezTo>
                  <a:pt x="262" y="688"/>
                  <a:pt x="262" y="688"/>
                  <a:pt x="262" y="688"/>
                </a:cubicBezTo>
                <a:cubicBezTo>
                  <a:pt x="242" y="702"/>
                  <a:pt x="216" y="702"/>
                  <a:pt x="196" y="688"/>
                </a:cubicBezTo>
                <a:cubicBezTo>
                  <a:pt x="24" y="568"/>
                  <a:pt x="24" y="568"/>
                  <a:pt x="24" y="568"/>
                </a:cubicBezTo>
                <a:cubicBezTo>
                  <a:pt x="9" y="557"/>
                  <a:pt x="0" y="540"/>
                  <a:pt x="0" y="52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0"/>
                  <a:pt x="46" y="0"/>
                </a:cubicBezTo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093"/>
          <p:cNvSpPr>
            <a:spLocks/>
          </p:cNvSpPr>
          <p:nvPr/>
        </p:nvSpPr>
        <p:spPr bwMode="auto">
          <a:xfrm>
            <a:off x="641236" y="3391763"/>
            <a:ext cx="1744663" cy="2155825"/>
          </a:xfrm>
          <a:custGeom>
            <a:avLst/>
            <a:gdLst>
              <a:gd name="T0" fmla="*/ 550 w 550"/>
              <a:gd name="T1" fmla="*/ 91 h 679"/>
              <a:gd name="T2" fmla="*/ 458 w 550"/>
              <a:gd name="T3" fmla="*/ 91 h 679"/>
              <a:gd name="T4" fmla="*/ 458 w 550"/>
              <a:gd name="T5" fmla="*/ 91 h 679"/>
              <a:gd name="T6" fmla="*/ 458 w 550"/>
              <a:gd name="T7" fmla="*/ 498 h 679"/>
              <a:gd name="T8" fmla="*/ 434 w 550"/>
              <a:gd name="T9" fmla="*/ 545 h 679"/>
              <a:gd name="T10" fmla="*/ 262 w 550"/>
              <a:gd name="T11" fmla="*/ 665 h 679"/>
              <a:gd name="T12" fmla="*/ 196 w 550"/>
              <a:gd name="T13" fmla="*/ 665 h 679"/>
              <a:gd name="T14" fmla="*/ 25 w 550"/>
              <a:gd name="T15" fmla="*/ 545 h 679"/>
              <a:gd name="T16" fmla="*/ 0 w 550"/>
              <a:gd name="T17" fmla="*/ 498 h 679"/>
              <a:gd name="T18" fmla="*/ 0 w 550"/>
              <a:gd name="T19" fmla="*/ 91 h 679"/>
              <a:gd name="T20" fmla="*/ 46 w 550"/>
              <a:gd name="T21" fmla="*/ 0 h 679"/>
              <a:gd name="T22" fmla="*/ 504 w 550"/>
              <a:gd name="T23" fmla="*/ 0 h 679"/>
              <a:gd name="T24" fmla="*/ 550 w 550"/>
              <a:gd name="T25" fmla="*/ 91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0" h="679">
                <a:moveTo>
                  <a:pt x="550" y="91"/>
                </a:moveTo>
                <a:cubicBezTo>
                  <a:pt x="458" y="91"/>
                  <a:pt x="458" y="91"/>
                  <a:pt x="458" y="91"/>
                </a:cubicBezTo>
                <a:cubicBezTo>
                  <a:pt x="458" y="91"/>
                  <a:pt x="458" y="91"/>
                  <a:pt x="458" y="91"/>
                </a:cubicBezTo>
                <a:cubicBezTo>
                  <a:pt x="458" y="498"/>
                  <a:pt x="458" y="498"/>
                  <a:pt x="458" y="498"/>
                </a:cubicBezTo>
                <a:cubicBezTo>
                  <a:pt x="458" y="517"/>
                  <a:pt x="449" y="534"/>
                  <a:pt x="434" y="545"/>
                </a:cubicBezTo>
                <a:cubicBezTo>
                  <a:pt x="262" y="665"/>
                  <a:pt x="262" y="665"/>
                  <a:pt x="262" y="665"/>
                </a:cubicBezTo>
                <a:cubicBezTo>
                  <a:pt x="242" y="679"/>
                  <a:pt x="216" y="679"/>
                  <a:pt x="196" y="665"/>
                </a:cubicBezTo>
                <a:cubicBezTo>
                  <a:pt x="25" y="545"/>
                  <a:pt x="25" y="545"/>
                  <a:pt x="25" y="545"/>
                </a:cubicBezTo>
                <a:cubicBezTo>
                  <a:pt x="9" y="534"/>
                  <a:pt x="0" y="517"/>
                  <a:pt x="0" y="49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0"/>
                  <a:pt x="46" y="0"/>
                </a:cubicBezTo>
                <a:cubicBezTo>
                  <a:pt x="504" y="0"/>
                  <a:pt x="504" y="0"/>
                  <a:pt x="504" y="0"/>
                </a:cubicBezTo>
                <a:cubicBezTo>
                  <a:pt x="550" y="0"/>
                  <a:pt x="550" y="91"/>
                  <a:pt x="550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1095"/>
          <p:cNvSpPr>
            <a:spLocks/>
          </p:cNvSpPr>
          <p:nvPr/>
        </p:nvSpPr>
        <p:spPr bwMode="auto">
          <a:xfrm>
            <a:off x="1293813" y="5274538"/>
            <a:ext cx="165100" cy="79375"/>
          </a:xfrm>
          <a:custGeom>
            <a:avLst/>
            <a:gdLst>
              <a:gd name="T0" fmla="*/ 26 w 52"/>
              <a:gd name="T1" fmla="*/ 25 h 25"/>
              <a:gd name="T2" fmla="*/ 3 w 52"/>
              <a:gd name="T3" fmla="*/ 9 h 25"/>
              <a:gd name="T4" fmla="*/ 2 w 52"/>
              <a:gd name="T5" fmla="*/ 2 h 25"/>
              <a:gd name="T6" fmla="*/ 9 w 52"/>
              <a:gd name="T7" fmla="*/ 1 h 25"/>
              <a:gd name="T8" fmla="*/ 26 w 52"/>
              <a:gd name="T9" fmla="*/ 14 h 25"/>
              <a:gd name="T10" fmla="*/ 44 w 52"/>
              <a:gd name="T11" fmla="*/ 1 h 25"/>
              <a:gd name="T12" fmla="*/ 51 w 52"/>
              <a:gd name="T13" fmla="*/ 2 h 25"/>
              <a:gd name="T14" fmla="*/ 49 w 52"/>
              <a:gd name="T15" fmla="*/ 9 h 25"/>
              <a:gd name="T16" fmla="*/ 26 w 52"/>
              <a:gd name="T17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25">
                <a:moveTo>
                  <a:pt x="26" y="25"/>
                </a:moveTo>
                <a:cubicBezTo>
                  <a:pt x="3" y="9"/>
                  <a:pt x="3" y="9"/>
                  <a:pt x="3" y="9"/>
                </a:cubicBezTo>
                <a:cubicBezTo>
                  <a:pt x="1" y="8"/>
                  <a:pt x="0" y="5"/>
                  <a:pt x="2" y="2"/>
                </a:cubicBezTo>
                <a:cubicBezTo>
                  <a:pt x="3" y="0"/>
                  <a:pt x="6" y="0"/>
                  <a:pt x="9" y="1"/>
                </a:cubicBezTo>
                <a:cubicBezTo>
                  <a:pt x="26" y="14"/>
                  <a:pt x="26" y="14"/>
                  <a:pt x="26" y="14"/>
                </a:cubicBezTo>
                <a:cubicBezTo>
                  <a:pt x="44" y="1"/>
                  <a:pt x="44" y="1"/>
                  <a:pt x="44" y="1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5"/>
                  <a:pt x="52" y="8"/>
                  <a:pt x="49" y="9"/>
                </a:cubicBezTo>
                <a:lnTo>
                  <a:pt x="26" y="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1096"/>
          <p:cNvSpPr>
            <a:spLocks/>
          </p:cNvSpPr>
          <p:nvPr/>
        </p:nvSpPr>
        <p:spPr bwMode="auto">
          <a:xfrm>
            <a:off x="2755901" y="3391763"/>
            <a:ext cx="1527175" cy="2228850"/>
          </a:xfrm>
          <a:custGeom>
            <a:avLst/>
            <a:gdLst>
              <a:gd name="T0" fmla="*/ 481 w 481"/>
              <a:gd name="T1" fmla="*/ 0 h 702"/>
              <a:gd name="T2" fmla="*/ 458 w 481"/>
              <a:gd name="T3" fmla="*/ 114 h 702"/>
              <a:gd name="T4" fmla="*/ 458 w 481"/>
              <a:gd name="T5" fmla="*/ 521 h 702"/>
              <a:gd name="T6" fmla="*/ 433 w 481"/>
              <a:gd name="T7" fmla="*/ 568 h 702"/>
              <a:gd name="T8" fmla="*/ 262 w 481"/>
              <a:gd name="T9" fmla="*/ 688 h 702"/>
              <a:gd name="T10" fmla="*/ 196 w 481"/>
              <a:gd name="T11" fmla="*/ 688 h 702"/>
              <a:gd name="T12" fmla="*/ 24 w 481"/>
              <a:gd name="T13" fmla="*/ 568 h 702"/>
              <a:gd name="T14" fmla="*/ 0 w 481"/>
              <a:gd name="T15" fmla="*/ 521 h 702"/>
              <a:gd name="T16" fmla="*/ 0 w 481"/>
              <a:gd name="T17" fmla="*/ 114 h 702"/>
              <a:gd name="T18" fmla="*/ 45 w 481"/>
              <a:gd name="T19" fmla="*/ 0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1" h="702">
                <a:moveTo>
                  <a:pt x="481" y="0"/>
                </a:moveTo>
                <a:cubicBezTo>
                  <a:pt x="458" y="0"/>
                  <a:pt x="458" y="114"/>
                  <a:pt x="458" y="114"/>
                </a:cubicBezTo>
                <a:cubicBezTo>
                  <a:pt x="458" y="521"/>
                  <a:pt x="458" y="521"/>
                  <a:pt x="458" y="521"/>
                </a:cubicBezTo>
                <a:cubicBezTo>
                  <a:pt x="458" y="540"/>
                  <a:pt x="449" y="557"/>
                  <a:pt x="433" y="568"/>
                </a:cubicBezTo>
                <a:cubicBezTo>
                  <a:pt x="262" y="688"/>
                  <a:pt x="262" y="688"/>
                  <a:pt x="262" y="688"/>
                </a:cubicBezTo>
                <a:cubicBezTo>
                  <a:pt x="242" y="702"/>
                  <a:pt x="216" y="702"/>
                  <a:pt x="196" y="688"/>
                </a:cubicBezTo>
                <a:cubicBezTo>
                  <a:pt x="24" y="568"/>
                  <a:pt x="24" y="568"/>
                  <a:pt x="24" y="568"/>
                </a:cubicBezTo>
                <a:cubicBezTo>
                  <a:pt x="9" y="557"/>
                  <a:pt x="0" y="540"/>
                  <a:pt x="0" y="52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0"/>
                  <a:pt x="45" y="0"/>
                </a:cubicBezTo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097"/>
          <p:cNvSpPr>
            <a:spLocks/>
          </p:cNvSpPr>
          <p:nvPr/>
        </p:nvSpPr>
        <p:spPr bwMode="auto">
          <a:xfrm>
            <a:off x="2705131" y="3391763"/>
            <a:ext cx="1746250" cy="2155825"/>
          </a:xfrm>
          <a:custGeom>
            <a:avLst/>
            <a:gdLst>
              <a:gd name="T0" fmla="*/ 550 w 550"/>
              <a:gd name="T1" fmla="*/ 91 h 679"/>
              <a:gd name="T2" fmla="*/ 458 w 550"/>
              <a:gd name="T3" fmla="*/ 91 h 679"/>
              <a:gd name="T4" fmla="*/ 458 w 550"/>
              <a:gd name="T5" fmla="*/ 91 h 679"/>
              <a:gd name="T6" fmla="*/ 458 w 550"/>
              <a:gd name="T7" fmla="*/ 498 h 679"/>
              <a:gd name="T8" fmla="*/ 434 w 550"/>
              <a:gd name="T9" fmla="*/ 545 h 679"/>
              <a:gd name="T10" fmla="*/ 262 w 550"/>
              <a:gd name="T11" fmla="*/ 665 h 679"/>
              <a:gd name="T12" fmla="*/ 196 w 550"/>
              <a:gd name="T13" fmla="*/ 665 h 679"/>
              <a:gd name="T14" fmla="*/ 24 w 550"/>
              <a:gd name="T15" fmla="*/ 545 h 679"/>
              <a:gd name="T16" fmla="*/ 0 w 550"/>
              <a:gd name="T17" fmla="*/ 498 h 679"/>
              <a:gd name="T18" fmla="*/ 0 w 550"/>
              <a:gd name="T19" fmla="*/ 91 h 679"/>
              <a:gd name="T20" fmla="*/ 46 w 550"/>
              <a:gd name="T21" fmla="*/ 0 h 679"/>
              <a:gd name="T22" fmla="*/ 504 w 550"/>
              <a:gd name="T23" fmla="*/ 0 h 679"/>
              <a:gd name="T24" fmla="*/ 550 w 550"/>
              <a:gd name="T25" fmla="*/ 91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0" h="679">
                <a:moveTo>
                  <a:pt x="550" y="91"/>
                </a:moveTo>
                <a:cubicBezTo>
                  <a:pt x="458" y="91"/>
                  <a:pt x="458" y="91"/>
                  <a:pt x="458" y="91"/>
                </a:cubicBezTo>
                <a:cubicBezTo>
                  <a:pt x="458" y="91"/>
                  <a:pt x="458" y="91"/>
                  <a:pt x="458" y="91"/>
                </a:cubicBezTo>
                <a:cubicBezTo>
                  <a:pt x="458" y="498"/>
                  <a:pt x="458" y="498"/>
                  <a:pt x="458" y="498"/>
                </a:cubicBezTo>
                <a:cubicBezTo>
                  <a:pt x="458" y="517"/>
                  <a:pt x="449" y="534"/>
                  <a:pt x="434" y="545"/>
                </a:cubicBezTo>
                <a:cubicBezTo>
                  <a:pt x="262" y="665"/>
                  <a:pt x="262" y="665"/>
                  <a:pt x="262" y="665"/>
                </a:cubicBezTo>
                <a:cubicBezTo>
                  <a:pt x="242" y="679"/>
                  <a:pt x="216" y="679"/>
                  <a:pt x="196" y="665"/>
                </a:cubicBezTo>
                <a:cubicBezTo>
                  <a:pt x="24" y="545"/>
                  <a:pt x="24" y="545"/>
                  <a:pt x="24" y="545"/>
                </a:cubicBezTo>
                <a:cubicBezTo>
                  <a:pt x="9" y="534"/>
                  <a:pt x="0" y="517"/>
                  <a:pt x="0" y="49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0"/>
                  <a:pt x="46" y="0"/>
                </a:cubicBezTo>
                <a:cubicBezTo>
                  <a:pt x="504" y="0"/>
                  <a:pt x="504" y="0"/>
                  <a:pt x="504" y="0"/>
                </a:cubicBezTo>
                <a:cubicBezTo>
                  <a:pt x="550" y="0"/>
                  <a:pt x="550" y="91"/>
                  <a:pt x="550" y="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099"/>
          <p:cNvSpPr>
            <a:spLocks/>
          </p:cNvSpPr>
          <p:nvPr/>
        </p:nvSpPr>
        <p:spPr bwMode="auto">
          <a:xfrm>
            <a:off x="3327401" y="5274538"/>
            <a:ext cx="165100" cy="79375"/>
          </a:xfrm>
          <a:custGeom>
            <a:avLst/>
            <a:gdLst>
              <a:gd name="T0" fmla="*/ 26 w 52"/>
              <a:gd name="T1" fmla="*/ 25 h 25"/>
              <a:gd name="T2" fmla="*/ 3 w 52"/>
              <a:gd name="T3" fmla="*/ 9 h 25"/>
              <a:gd name="T4" fmla="*/ 1 w 52"/>
              <a:gd name="T5" fmla="*/ 2 h 25"/>
              <a:gd name="T6" fmla="*/ 8 w 52"/>
              <a:gd name="T7" fmla="*/ 1 h 25"/>
              <a:gd name="T8" fmla="*/ 26 w 52"/>
              <a:gd name="T9" fmla="*/ 14 h 25"/>
              <a:gd name="T10" fmla="*/ 43 w 52"/>
              <a:gd name="T11" fmla="*/ 1 h 25"/>
              <a:gd name="T12" fmla="*/ 50 w 52"/>
              <a:gd name="T13" fmla="*/ 2 h 25"/>
              <a:gd name="T14" fmla="*/ 49 w 52"/>
              <a:gd name="T15" fmla="*/ 9 h 25"/>
              <a:gd name="T16" fmla="*/ 26 w 52"/>
              <a:gd name="T17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25">
                <a:moveTo>
                  <a:pt x="26" y="25"/>
                </a:moveTo>
                <a:cubicBezTo>
                  <a:pt x="3" y="9"/>
                  <a:pt x="3" y="9"/>
                  <a:pt x="3" y="9"/>
                </a:cubicBezTo>
                <a:cubicBezTo>
                  <a:pt x="0" y="8"/>
                  <a:pt x="0" y="5"/>
                  <a:pt x="1" y="2"/>
                </a:cubicBezTo>
                <a:cubicBezTo>
                  <a:pt x="3" y="0"/>
                  <a:pt x="6" y="0"/>
                  <a:pt x="8" y="1"/>
                </a:cubicBezTo>
                <a:cubicBezTo>
                  <a:pt x="26" y="14"/>
                  <a:pt x="26" y="14"/>
                  <a:pt x="26" y="14"/>
                </a:cubicBezTo>
                <a:cubicBezTo>
                  <a:pt x="43" y="1"/>
                  <a:pt x="43" y="1"/>
                  <a:pt x="43" y="1"/>
                </a:cubicBezTo>
                <a:cubicBezTo>
                  <a:pt x="46" y="0"/>
                  <a:pt x="49" y="0"/>
                  <a:pt x="50" y="2"/>
                </a:cubicBezTo>
                <a:cubicBezTo>
                  <a:pt x="52" y="5"/>
                  <a:pt x="51" y="8"/>
                  <a:pt x="49" y="9"/>
                </a:cubicBezTo>
                <a:lnTo>
                  <a:pt x="26" y="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100"/>
          <p:cNvSpPr>
            <a:spLocks/>
          </p:cNvSpPr>
          <p:nvPr/>
        </p:nvSpPr>
        <p:spPr bwMode="auto">
          <a:xfrm>
            <a:off x="4787901" y="3391763"/>
            <a:ext cx="1527175" cy="2228850"/>
          </a:xfrm>
          <a:custGeom>
            <a:avLst/>
            <a:gdLst>
              <a:gd name="T0" fmla="*/ 481 w 481"/>
              <a:gd name="T1" fmla="*/ 0 h 702"/>
              <a:gd name="T2" fmla="*/ 459 w 481"/>
              <a:gd name="T3" fmla="*/ 114 h 702"/>
              <a:gd name="T4" fmla="*/ 459 w 481"/>
              <a:gd name="T5" fmla="*/ 521 h 702"/>
              <a:gd name="T6" fmla="*/ 434 w 481"/>
              <a:gd name="T7" fmla="*/ 568 h 702"/>
              <a:gd name="T8" fmla="*/ 262 w 481"/>
              <a:gd name="T9" fmla="*/ 688 h 702"/>
              <a:gd name="T10" fmla="*/ 197 w 481"/>
              <a:gd name="T11" fmla="*/ 688 h 702"/>
              <a:gd name="T12" fmla="*/ 25 w 481"/>
              <a:gd name="T13" fmla="*/ 568 h 702"/>
              <a:gd name="T14" fmla="*/ 0 w 481"/>
              <a:gd name="T15" fmla="*/ 521 h 702"/>
              <a:gd name="T16" fmla="*/ 0 w 481"/>
              <a:gd name="T17" fmla="*/ 114 h 702"/>
              <a:gd name="T18" fmla="*/ 46 w 481"/>
              <a:gd name="T19" fmla="*/ 0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1" h="702">
                <a:moveTo>
                  <a:pt x="481" y="0"/>
                </a:moveTo>
                <a:cubicBezTo>
                  <a:pt x="459" y="0"/>
                  <a:pt x="459" y="114"/>
                  <a:pt x="459" y="114"/>
                </a:cubicBezTo>
                <a:cubicBezTo>
                  <a:pt x="459" y="521"/>
                  <a:pt x="459" y="521"/>
                  <a:pt x="459" y="521"/>
                </a:cubicBezTo>
                <a:cubicBezTo>
                  <a:pt x="458" y="540"/>
                  <a:pt x="449" y="557"/>
                  <a:pt x="434" y="568"/>
                </a:cubicBezTo>
                <a:cubicBezTo>
                  <a:pt x="262" y="688"/>
                  <a:pt x="262" y="688"/>
                  <a:pt x="262" y="688"/>
                </a:cubicBezTo>
                <a:cubicBezTo>
                  <a:pt x="243" y="702"/>
                  <a:pt x="216" y="702"/>
                  <a:pt x="197" y="688"/>
                </a:cubicBezTo>
                <a:cubicBezTo>
                  <a:pt x="25" y="568"/>
                  <a:pt x="25" y="568"/>
                  <a:pt x="25" y="568"/>
                </a:cubicBezTo>
                <a:cubicBezTo>
                  <a:pt x="9" y="557"/>
                  <a:pt x="0" y="540"/>
                  <a:pt x="0" y="52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0"/>
                  <a:pt x="46" y="0"/>
                </a:cubicBezTo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101"/>
          <p:cNvSpPr>
            <a:spLocks/>
          </p:cNvSpPr>
          <p:nvPr/>
        </p:nvSpPr>
        <p:spPr bwMode="auto">
          <a:xfrm>
            <a:off x="4718776" y="3391763"/>
            <a:ext cx="1746250" cy="2155825"/>
          </a:xfrm>
          <a:custGeom>
            <a:avLst/>
            <a:gdLst>
              <a:gd name="T0" fmla="*/ 550 w 550"/>
              <a:gd name="T1" fmla="*/ 91 h 679"/>
              <a:gd name="T2" fmla="*/ 459 w 550"/>
              <a:gd name="T3" fmla="*/ 91 h 679"/>
              <a:gd name="T4" fmla="*/ 459 w 550"/>
              <a:gd name="T5" fmla="*/ 91 h 679"/>
              <a:gd name="T6" fmla="*/ 459 w 550"/>
              <a:gd name="T7" fmla="*/ 498 h 679"/>
              <a:gd name="T8" fmla="*/ 434 w 550"/>
              <a:gd name="T9" fmla="*/ 545 h 679"/>
              <a:gd name="T10" fmla="*/ 262 w 550"/>
              <a:gd name="T11" fmla="*/ 665 h 679"/>
              <a:gd name="T12" fmla="*/ 197 w 550"/>
              <a:gd name="T13" fmla="*/ 665 h 679"/>
              <a:gd name="T14" fmla="*/ 25 w 550"/>
              <a:gd name="T15" fmla="*/ 545 h 679"/>
              <a:gd name="T16" fmla="*/ 0 w 550"/>
              <a:gd name="T17" fmla="*/ 498 h 679"/>
              <a:gd name="T18" fmla="*/ 0 w 550"/>
              <a:gd name="T19" fmla="*/ 91 h 679"/>
              <a:gd name="T20" fmla="*/ 46 w 550"/>
              <a:gd name="T21" fmla="*/ 0 h 679"/>
              <a:gd name="T22" fmla="*/ 504 w 550"/>
              <a:gd name="T23" fmla="*/ 0 h 679"/>
              <a:gd name="T24" fmla="*/ 550 w 550"/>
              <a:gd name="T25" fmla="*/ 91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50" h="679">
                <a:moveTo>
                  <a:pt x="550" y="91"/>
                </a:moveTo>
                <a:cubicBezTo>
                  <a:pt x="459" y="91"/>
                  <a:pt x="459" y="91"/>
                  <a:pt x="459" y="91"/>
                </a:cubicBezTo>
                <a:cubicBezTo>
                  <a:pt x="459" y="91"/>
                  <a:pt x="459" y="91"/>
                  <a:pt x="459" y="91"/>
                </a:cubicBezTo>
                <a:cubicBezTo>
                  <a:pt x="459" y="498"/>
                  <a:pt x="459" y="498"/>
                  <a:pt x="459" y="498"/>
                </a:cubicBezTo>
                <a:cubicBezTo>
                  <a:pt x="459" y="517"/>
                  <a:pt x="449" y="534"/>
                  <a:pt x="434" y="545"/>
                </a:cubicBezTo>
                <a:cubicBezTo>
                  <a:pt x="262" y="665"/>
                  <a:pt x="262" y="665"/>
                  <a:pt x="262" y="665"/>
                </a:cubicBezTo>
                <a:cubicBezTo>
                  <a:pt x="243" y="679"/>
                  <a:pt x="216" y="679"/>
                  <a:pt x="197" y="665"/>
                </a:cubicBezTo>
                <a:cubicBezTo>
                  <a:pt x="25" y="545"/>
                  <a:pt x="25" y="545"/>
                  <a:pt x="25" y="545"/>
                </a:cubicBezTo>
                <a:cubicBezTo>
                  <a:pt x="9" y="534"/>
                  <a:pt x="0" y="517"/>
                  <a:pt x="0" y="49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0"/>
                  <a:pt x="46" y="0"/>
                </a:cubicBezTo>
                <a:cubicBezTo>
                  <a:pt x="504" y="0"/>
                  <a:pt x="504" y="0"/>
                  <a:pt x="504" y="0"/>
                </a:cubicBezTo>
                <a:cubicBezTo>
                  <a:pt x="550" y="0"/>
                  <a:pt x="550" y="91"/>
                  <a:pt x="550" y="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103"/>
          <p:cNvSpPr>
            <a:spLocks/>
          </p:cNvSpPr>
          <p:nvPr/>
        </p:nvSpPr>
        <p:spPr bwMode="auto">
          <a:xfrm>
            <a:off x="5359401" y="5274538"/>
            <a:ext cx="165100" cy="79375"/>
          </a:xfrm>
          <a:custGeom>
            <a:avLst/>
            <a:gdLst>
              <a:gd name="T0" fmla="*/ 26 w 52"/>
              <a:gd name="T1" fmla="*/ 25 h 25"/>
              <a:gd name="T2" fmla="*/ 3 w 52"/>
              <a:gd name="T3" fmla="*/ 9 h 25"/>
              <a:gd name="T4" fmla="*/ 2 w 52"/>
              <a:gd name="T5" fmla="*/ 2 h 25"/>
              <a:gd name="T6" fmla="*/ 9 w 52"/>
              <a:gd name="T7" fmla="*/ 1 h 25"/>
              <a:gd name="T8" fmla="*/ 26 w 52"/>
              <a:gd name="T9" fmla="*/ 14 h 25"/>
              <a:gd name="T10" fmla="*/ 44 w 52"/>
              <a:gd name="T11" fmla="*/ 1 h 25"/>
              <a:gd name="T12" fmla="*/ 51 w 52"/>
              <a:gd name="T13" fmla="*/ 2 h 25"/>
              <a:gd name="T14" fmla="*/ 50 w 52"/>
              <a:gd name="T15" fmla="*/ 9 h 25"/>
              <a:gd name="T16" fmla="*/ 26 w 52"/>
              <a:gd name="T17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25">
                <a:moveTo>
                  <a:pt x="26" y="25"/>
                </a:moveTo>
                <a:cubicBezTo>
                  <a:pt x="3" y="9"/>
                  <a:pt x="3" y="9"/>
                  <a:pt x="3" y="9"/>
                </a:cubicBezTo>
                <a:cubicBezTo>
                  <a:pt x="1" y="8"/>
                  <a:pt x="0" y="5"/>
                  <a:pt x="2" y="2"/>
                </a:cubicBezTo>
                <a:cubicBezTo>
                  <a:pt x="4" y="0"/>
                  <a:pt x="7" y="0"/>
                  <a:pt x="9" y="1"/>
                </a:cubicBezTo>
                <a:cubicBezTo>
                  <a:pt x="26" y="14"/>
                  <a:pt x="26" y="14"/>
                  <a:pt x="26" y="14"/>
                </a:cubicBezTo>
                <a:cubicBezTo>
                  <a:pt x="44" y="1"/>
                  <a:pt x="44" y="1"/>
                  <a:pt x="44" y="1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5"/>
                  <a:pt x="52" y="8"/>
                  <a:pt x="50" y="9"/>
                </a:cubicBezTo>
                <a:lnTo>
                  <a:pt x="26" y="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104"/>
          <p:cNvSpPr>
            <a:spLocks/>
          </p:cNvSpPr>
          <p:nvPr/>
        </p:nvSpPr>
        <p:spPr bwMode="auto">
          <a:xfrm>
            <a:off x="6823076" y="3391763"/>
            <a:ext cx="1525588" cy="2228850"/>
          </a:xfrm>
          <a:custGeom>
            <a:avLst/>
            <a:gdLst>
              <a:gd name="T0" fmla="*/ 481 w 481"/>
              <a:gd name="T1" fmla="*/ 0 h 702"/>
              <a:gd name="T2" fmla="*/ 458 w 481"/>
              <a:gd name="T3" fmla="*/ 114 h 702"/>
              <a:gd name="T4" fmla="*/ 458 w 481"/>
              <a:gd name="T5" fmla="*/ 521 h 702"/>
              <a:gd name="T6" fmla="*/ 434 w 481"/>
              <a:gd name="T7" fmla="*/ 568 h 702"/>
              <a:gd name="T8" fmla="*/ 262 w 481"/>
              <a:gd name="T9" fmla="*/ 688 h 702"/>
              <a:gd name="T10" fmla="*/ 196 w 481"/>
              <a:gd name="T11" fmla="*/ 688 h 702"/>
              <a:gd name="T12" fmla="*/ 24 w 481"/>
              <a:gd name="T13" fmla="*/ 568 h 702"/>
              <a:gd name="T14" fmla="*/ 0 w 481"/>
              <a:gd name="T15" fmla="*/ 521 h 702"/>
              <a:gd name="T16" fmla="*/ 0 w 481"/>
              <a:gd name="T17" fmla="*/ 114 h 702"/>
              <a:gd name="T18" fmla="*/ 46 w 481"/>
              <a:gd name="T19" fmla="*/ 0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1" h="702">
                <a:moveTo>
                  <a:pt x="481" y="0"/>
                </a:moveTo>
                <a:cubicBezTo>
                  <a:pt x="458" y="0"/>
                  <a:pt x="458" y="114"/>
                  <a:pt x="458" y="114"/>
                </a:cubicBezTo>
                <a:cubicBezTo>
                  <a:pt x="458" y="521"/>
                  <a:pt x="458" y="521"/>
                  <a:pt x="458" y="521"/>
                </a:cubicBezTo>
                <a:cubicBezTo>
                  <a:pt x="458" y="540"/>
                  <a:pt x="449" y="557"/>
                  <a:pt x="434" y="568"/>
                </a:cubicBezTo>
                <a:cubicBezTo>
                  <a:pt x="262" y="688"/>
                  <a:pt x="262" y="688"/>
                  <a:pt x="262" y="688"/>
                </a:cubicBezTo>
                <a:cubicBezTo>
                  <a:pt x="242" y="702"/>
                  <a:pt x="216" y="702"/>
                  <a:pt x="196" y="688"/>
                </a:cubicBezTo>
                <a:cubicBezTo>
                  <a:pt x="24" y="568"/>
                  <a:pt x="24" y="568"/>
                  <a:pt x="24" y="568"/>
                </a:cubicBezTo>
                <a:cubicBezTo>
                  <a:pt x="9" y="557"/>
                  <a:pt x="0" y="540"/>
                  <a:pt x="0" y="521"/>
                </a:cubicBezTo>
                <a:cubicBezTo>
                  <a:pt x="0" y="114"/>
                  <a:pt x="0" y="114"/>
                  <a:pt x="0" y="114"/>
                </a:cubicBezTo>
                <a:cubicBezTo>
                  <a:pt x="0" y="114"/>
                  <a:pt x="0" y="0"/>
                  <a:pt x="46" y="0"/>
                </a:cubicBezTo>
              </a:path>
            </a:pathLst>
          </a:custGeom>
          <a:solidFill>
            <a:schemeClr val="bg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105"/>
          <p:cNvSpPr>
            <a:spLocks/>
          </p:cNvSpPr>
          <p:nvPr/>
        </p:nvSpPr>
        <p:spPr bwMode="auto">
          <a:xfrm>
            <a:off x="6763663" y="3391763"/>
            <a:ext cx="1744663" cy="2155825"/>
          </a:xfrm>
          <a:custGeom>
            <a:avLst/>
            <a:gdLst>
              <a:gd name="T0" fmla="*/ 458 w 550"/>
              <a:gd name="T1" fmla="*/ 91 h 679"/>
              <a:gd name="T2" fmla="*/ 458 w 550"/>
              <a:gd name="T3" fmla="*/ 86 h 679"/>
              <a:gd name="T4" fmla="*/ 458 w 550"/>
              <a:gd name="T5" fmla="*/ 91 h 679"/>
              <a:gd name="T6" fmla="*/ 458 w 550"/>
              <a:gd name="T7" fmla="*/ 498 h 679"/>
              <a:gd name="T8" fmla="*/ 434 w 550"/>
              <a:gd name="T9" fmla="*/ 545 h 679"/>
              <a:gd name="T10" fmla="*/ 262 w 550"/>
              <a:gd name="T11" fmla="*/ 665 h 679"/>
              <a:gd name="T12" fmla="*/ 196 w 550"/>
              <a:gd name="T13" fmla="*/ 665 h 679"/>
              <a:gd name="T14" fmla="*/ 24 w 550"/>
              <a:gd name="T15" fmla="*/ 545 h 679"/>
              <a:gd name="T16" fmla="*/ 0 w 550"/>
              <a:gd name="T17" fmla="*/ 498 h 679"/>
              <a:gd name="T18" fmla="*/ 0 w 550"/>
              <a:gd name="T19" fmla="*/ 91 h 679"/>
              <a:gd name="T20" fmla="*/ 46 w 550"/>
              <a:gd name="T21" fmla="*/ 0 h 679"/>
              <a:gd name="T22" fmla="*/ 504 w 550"/>
              <a:gd name="T23" fmla="*/ 0 h 679"/>
              <a:gd name="T24" fmla="*/ 550 w 550"/>
              <a:gd name="T25" fmla="*/ 91 h 679"/>
              <a:gd name="T26" fmla="*/ 458 w 550"/>
              <a:gd name="T27" fmla="*/ 91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50" h="679">
                <a:moveTo>
                  <a:pt x="458" y="91"/>
                </a:moveTo>
                <a:cubicBezTo>
                  <a:pt x="458" y="91"/>
                  <a:pt x="458" y="89"/>
                  <a:pt x="458" y="86"/>
                </a:cubicBezTo>
                <a:cubicBezTo>
                  <a:pt x="458" y="89"/>
                  <a:pt x="458" y="91"/>
                  <a:pt x="458" y="91"/>
                </a:cubicBezTo>
                <a:cubicBezTo>
                  <a:pt x="458" y="498"/>
                  <a:pt x="458" y="498"/>
                  <a:pt x="458" y="498"/>
                </a:cubicBezTo>
                <a:cubicBezTo>
                  <a:pt x="458" y="517"/>
                  <a:pt x="449" y="534"/>
                  <a:pt x="434" y="545"/>
                </a:cubicBezTo>
                <a:cubicBezTo>
                  <a:pt x="262" y="665"/>
                  <a:pt x="262" y="665"/>
                  <a:pt x="262" y="665"/>
                </a:cubicBezTo>
                <a:cubicBezTo>
                  <a:pt x="242" y="679"/>
                  <a:pt x="216" y="679"/>
                  <a:pt x="196" y="665"/>
                </a:cubicBezTo>
                <a:cubicBezTo>
                  <a:pt x="24" y="545"/>
                  <a:pt x="24" y="545"/>
                  <a:pt x="24" y="545"/>
                </a:cubicBezTo>
                <a:cubicBezTo>
                  <a:pt x="9" y="534"/>
                  <a:pt x="0" y="517"/>
                  <a:pt x="0" y="498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0"/>
                  <a:pt x="46" y="0"/>
                </a:cubicBezTo>
                <a:cubicBezTo>
                  <a:pt x="504" y="0"/>
                  <a:pt x="504" y="0"/>
                  <a:pt x="504" y="0"/>
                </a:cubicBezTo>
                <a:cubicBezTo>
                  <a:pt x="550" y="0"/>
                  <a:pt x="550" y="91"/>
                  <a:pt x="550" y="91"/>
                </a:cubicBezTo>
                <a:lnTo>
                  <a:pt x="458" y="9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107"/>
          <p:cNvSpPr>
            <a:spLocks/>
          </p:cNvSpPr>
          <p:nvPr/>
        </p:nvSpPr>
        <p:spPr bwMode="auto">
          <a:xfrm>
            <a:off x="7392988" y="5274538"/>
            <a:ext cx="165100" cy="79375"/>
          </a:xfrm>
          <a:custGeom>
            <a:avLst/>
            <a:gdLst>
              <a:gd name="T0" fmla="*/ 26 w 52"/>
              <a:gd name="T1" fmla="*/ 25 h 25"/>
              <a:gd name="T2" fmla="*/ 3 w 52"/>
              <a:gd name="T3" fmla="*/ 9 h 25"/>
              <a:gd name="T4" fmla="*/ 2 w 52"/>
              <a:gd name="T5" fmla="*/ 2 h 25"/>
              <a:gd name="T6" fmla="*/ 9 w 52"/>
              <a:gd name="T7" fmla="*/ 1 h 25"/>
              <a:gd name="T8" fmla="*/ 26 w 52"/>
              <a:gd name="T9" fmla="*/ 14 h 25"/>
              <a:gd name="T10" fmla="*/ 44 w 52"/>
              <a:gd name="T11" fmla="*/ 1 h 25"/>
              <a:gd name="T12" fmla="*/ 51 w 52"/>
              <a:gd name="T13" fmla="*/ 2 h 25"/>
              <a:gd name="T14" fmla="*/ 49 w 52"/>
              <a:gd name="T15" fmla="*/ 9 h 25"/>
              <a:gd name="T16" fmla="*/ 26 w 52"/>
              <a:gd name="T17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" h="25">
                <a:moveTo>
                  <a:pt x="26" y="25"/>
                </a:moveTo>
                <a:cubicBezTo>
                  <a:pt x="3" y="9"/>
                  <a:pt x="3" y="9"/>
                  <a:pt x="3" y="9"/>
                </a:cubicBezTo>
                <a:cubicBezTo>
                  <a:pt x="1" y="8"/>
                  <a:pt x="0" y="5"/>
                  <a:pt x="2" y="2"/>
                </a:cubicBezTo>
                <a:cubicBezTo>
                  <a:pt x="3" y="0"/>
                  <a:pt x="6" y="0"/>
                  <a:pt x="9" y="1"/>
                </a:cubicBezTo>
                <a:cubicBezTo>
                  <a:pt x="26" y="14"/>
                  <a:pt x="26" y="14"/>
                  <a:pt x="26" y="14"/>
                </a:cubicBezTo>
                <a:cubicBezTo>
                  <a:pt x="44" y="1"/>
                  <a:pt x="44" y="1"/>
                  <a:pt x="44" y="1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5"/>
                  <a:pt x="52" y="8"/>
                  <a:pt x="49" y="9"/>
                </a:cubicBezTo>
                <a:lnTo>
                  <a:pt x="26" y="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1108"/>
          <p:cNvSpPr>
            <a:spLocks noChangeArrowheads="1"/>
          </p:cNvSpPr>
          <p:nvPr/>
        </p:nvSpPr>
        <p:spPr bwMode="auto">
          <a:xfrm>
            <a:off x="998538" y="3029813"/>
            <a:ext cx="717550" cy="7207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109"/>
          <p:cNvSpPr>
            <a:spLocks noEditPoints="1"/>
          </p:cNvSpPr>
          <p:nvPr/>
        </p:nvSpPr>
        <p:spPr bwMode="auto">
          <a:xfrm>
            <a:off x="985838" y="3017113"/>
            <a:ext cx="742950" cy="746125"/>
          </a:xfrm>
          <a:custGeom>
            <a:avLst/>
            <a:gdLst>
              <a:gd name="T0" fmla="*/ 117 w 234"/>
              <a:gd name="T1" fmla="*/ 235 h 235"/>
              <a:gd name="T2" fmla="*/ 0 w 234"/>
              <a:gd name="T3" fmla="*/ 118 h 235"/>
              <a:gd name="T4" fmla="*/ 117 w 234"/>
              <a:gd name="T5" fmla="*/ 0 h 235"/>
              <a:gd name="T6" fmla="*/ 234 w 234"/>
              <a:gd name="T7" fmla="*/ 118 h 235"/>
              <a:gd name="T8" fmla="*/ 117 w 234"/>
              <a:gd name="T9" fmla="*/ 235 h 235"/>
              <a:gd name="T10" fmla="*/ 117 w 234"/>
              <a:gd name="T11" fmla="*/ 8 h 235"/>
              <a:gd name="T12" fmla="*/ 8 w 234"/>
              <a:gd name="T13" fmla="*/ 118 h 235"/>
              <a:gd name="T14" fmla="*/ 117 w 234"/>
              <a:gd name="T15" fmla="*/ 227 h 235"/>
              <a:gd name="T16" fmla="*/ 226 w 234"/>
              <a:gd name="T17" fmla="*/ 118 h 235"/>
              <a:gd name="T18" fmla="*/ 117 w 234"/>
              <a:gd name="T19" fmla="*/ 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4" h="235">
                <a:moveTo>
                  <a:pt x="117" y="235"/>
                </a:moveTo>
                <a:cubicBezTo>
                  <a:pt x="52" y="235"/>
                  <a:pt x="0" y="182"/>
                  <a:pt x="0" y="118"/>
                </a:cubicBezTo>
                <a:cubicBezTo>
                  <a:pt x="0" y="53"/>
                  <a:pt x="52" y="0"/>
                  <a:pt x="117" y="0"/>
                </a:cubicBezTo>
                <a:cubicBezTo>
                  <a:pt x="182" y="0"/>
                  <a:pt x="234" y="53"/>
                  <a:pt x="234" y="118"/>
                </a:cubicBezTo>
                <a:cubicBezTo>
                  <a:pt x="234" y="182"/>
                  <a:pt x="182" y="235"/>
                  <a:pt x="117" y="235"/>
                </a:cubicBezTo>
                <a:close/>
                <a:moveTo>
                  <a:pt x="117" y="8"/>
                </a:moveTo>
                <a:cubicBezTo>
                  <a:pt x="57" y="8"/>
                  <a:pt x="8" y="57"/>
                  <a:pt x="8" y="118"/>
                </a:cubicBezTo>
                <a:cubicBezTo>
                  <a:pt x="8" y="178"/>
                  <a:pt x="57" y="227"/>
                  <a:pt x="117" y="227"/>
                </a:cubicBezTo>
                <a:cubicBezTo>
                  <a:pt x="177" y="227"/>
                  <a:pt x="226" y="178"/>
                  <a:pt x="226" y="118"/>
                </a:cubicBezTo>
                <a:cubicBezTo>
                  <a:pt x="226" y="57"/>
                  <a:pt x="177" y="8"/>
                  <a:pt x="117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110"/>
          <p:cNvSpPr>
            <a:spLocks noEditPoints="1"/>
          </p:cNvSpPr>
          <p:nvPr/>
        </p:nvSpPr>
        <p:spPr bwMode="auto">
          <a:xfrm>
            <a:off x="1198563" y="3172688"/>
            <a:ext cx="317500" cy="460375"/>
          </a:xfrm>
          <a:custGeom>
            <a:avLst/>
            <a:gdLst>
              <a:gd name="T0" fmla="*/ 27 w 100"/>
              <a:gd name="T1" fmla="*/ 112 h 145"/>
              <a:gd name="T2" fmla="*/ 28 w 100"/>
              <a:gd name="T3" fmla="*/ 119 h 145"/>
              <a:gd name="T4" fmla="*/ 50 w 100"/>
              <a:gd name="T5" fmla="*/ 123 h 145"/>
              <a:gd name="T6" fmla="*/ 72 w 100"/>
              <a:gd name="T7" fmla="*/ 119 h 145"/>
              <a:gd name="T8" fmla="*/ 73 w 100"/>
              <a:gd name="T9" fmla="*/ 112 h 145"/>
              <a:gd name="T10" fmla="*/ 50 w 100"/>
              <a:gd name="T11" fmla="*/ 116 h 145"/>
              <a:gd name="T12" fmla="*/ 27 w 100"/>
              <a:gd name="T13" fmla="*/ 112 h 145"/>
              <a:gd name="T14" fmla="*/ 29 w 100"/>
              <a:gd name="T15" fmla="*/ 126 h 145"/>
              <a:gd name="T16" fmla="*/ 30 w 100"/>
              <a:gd name="T17" fmla="*/ 133 h 145"/>
              <a:gd name="T18" fmla="*/ 37 w 100"/>
              <a:gd name="T19" fmla="*/ 137 h 145"/>
              <a:gd name="T20" fmla="*/ 37 w 100"/>
              <a:gd name="T21" fmla="*/ 142 h 145"/>
              <a:gd name="T22" fmla="*/ 50 w 100"/>
              <a:gd name="T23" fmla="*/ 145 h 145"/>
              <a:gd name="T24" fmla="*/ 63 w 100"/>
              <a:gd name="T25" fmla="*/ 142 h 145"/>
              <a:gd name="T26" fmla="*/ 63 w 100"/>
              <a:gd name="T27" fmla="*/ 137 h 145"/>
              <a:gd name="T28" fmla="*/ 70 w 100"/>
              <a:gd name="T29" fmla="*/ 133 h 145"/>
              <a:gd name="T30" fmla="*/ 71 w 100"/>
              <a:gd name="T31" fmla="*/ 126 h 145"/>
              <a:gd name="T32" fmla="*/ 50 w 100"/>
              <a:gd name="T33" fmla="*/ 129 h 145"/>
              <a:gd name="T34" fmla="*/ 29 w 100"/>
              <a:gd name="T35" fmla="*/ 126 h 145"/>
              <a:gd name="T36" fmla="*/ 50 w 100"/>
              <a:gd name="T37" fmla="*/ 20 h 145"/>
              <a:gd name="T38" fmla="*/ 53 w 100"/>
              <a:gd name="T39" fmla="*/ 18 h 145"/>
              <a:gd name="T40" fmla="*/ 50 w 100"/>
              <a:gd name="T41" fmla="*/ 15 h 145"/>
              <a:gd name="T42" fmla="*/ 15 w 100"/>
              <a:gd name="T43" fmla="*/ 50 h 145"/>
              <a:gd name="T44" fmla="*/ 18 w 100"/>
              <a:gd name="T45" fmla="*/ 52 h 145"/>
              <a:gd name="T46" fmla="*/ 21 w 100"/>
              <a:gd name="T47" fmla="*/ 50 h 145"/>
              <a:gd name="T48" fmla="*/ 50 w 100"/>
              <a:gd name="T49" fmla="*/ 20 h 145"/>
              <a:gd name="T50" fmla="*/ 50 w 100"/>
              <a:gd name="T51" fmla="*/ 0 h 145"/>
              <a:gd name="T52" fmla="*/ 0 w 100"/>
              <a:gd name="T53" fmla="*/ 50 h 145"/>
              <a:gd name="T54" fmla="*/ 24 w 100"/>
              <a:gd name="T55" fmla="*/ 92 h 145"/>
              <a:gd name="T56" fmla="*/ 26 w 100"/>
              <a:gd name="T57" fmla="*/ 105 h 145"/>
              <a:gd name="T58" fmla="*/ 50 w 100"/>
              <a:gd name="T59" fmla="*/ 110 h 145"/>
              <a:gd name="T60" fmla="*/ 74 w 100"/>
              <a:gd name="T61" fmla="*/ 105 h 145"/>
              <a:gd name="T62" fmla="*/ 76 w 100"/>
              <a:gd name="T63" fmla="*/ 92 h 145"/>
              <a:gd name="T64" fmla="*/ 100 w 100"/>
              <a:gd name="T65" fmla="*/ 50 h 145"/>
              <a:gd name="T66" fmla="*/ 50 w 100"/>
              <a:gd name="T67" fmla="*/ 0 h 145"/>
              <a:gd name="T68" fmla="*/ 69 w 100"/>
              <a:gd name="T69" fmla="*/ 87 h 145"/>
              <a:gd name="T70" fmla="*/ 67 w 100"/>
              <a:gd name="T71" fmla="*/ 98 h 145"/>
              <a:gd name="T72" fmla="*/ 50 w 100"/>
              <a:gd name="T73" fmla="*/ 101 h 145"/>
              <a:gd name="T74" fmla="*/ 33 w 100"/>
              <a:gd name="T75" fmla="*/ 98 h 145"/>
              <a:gd name="T76" fmla="*/ 32 w 100"/>
              <a:gd name="T77" fmla="*/ 87 h 145"/>
              <a:gd name="T78" fmla="*/ 9 w 100"/>
              <a:gd name="T79" fmla="*/ 50 h 145"/>
              <a:gd name="T80" fmla="*/ 50 w 100"/>
              <a:gd name="T81" fmla="*/ 9 h 145"/>
              <a:gd name="T82" fmla="*/ 91 w 100"/>
              <a:gd name="T83" fmla="*/ 50 h 145"/>
              <a:gd name="T84" fmla="*/ 69 w 100"/>
              <a:gd name="T85" fmla="*/ 87 h 145"/>
              <a:gd name="T86" fmla="*/ 61 w 100"/>
              <a:gd name="T87" fmla="*/ 68 h 145"/>
              <a:gd name="T88" fmla="*/ 50 w 100"/>
              <a:gd name="T89" fmla="*/ 48 h 145"/>
              <a:gd name="T90" fmla="*/ 39 w 100"/>
              <a:gd name="T91" fmla="*/ 68 h 145"/>
              <a:gd name="T92" fmla="*/ 34 w 100"/>
              <a:gd name="T93" fmla="*/ 58 h 145"/>
              <a:gd name="T94" fmla="*/ 27 w 100"/>
              <a:gd name="T95" fmla="*/ 62 h 145"/>
              <a:gd name="T96" fmla="*/ 38 w 100"/>
              <a:gd name="T97" fmla="*/ 86 h 145"/>
              <a:gd name="T98" fmla="*/ 50 w 100"/>
              <a:gd name="T99" fmla="*/ 64 h 145"/>
              <a:gd name="T100" fmla="*/ 62 w 100"/>
              <a:gd name="T101" fmla="*/ 86 h 145"/>
              <a:gd name="T102" fmla="*/ 73 w 100"/>
              <a:gd name="T103" fmla="*/ 62 h 145"/>
              <a:gd name="T104" fmla="*/ 66 w 100"/>
              <a:gd name="T105" fmla="*/ 58 h 145"/>
              <a:gd name="T106" fmla="*/ 61 w 100"/>
              <a:gd name="T107" fmla="*/ 68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0" h="145">
                <a:moveTo>
                  <a:pt x="27" y="112"/>
                </a:moveTo>
                <a:cubicBezTo>
                  <a:pt x="28" y="119"/>
                  <a:pt x="28" y="119"/>
                  <a:pt x="28" y="119"/>
                </a:cubicBezTo>
                <a:cubicBezTo>
                  <a:pt x="35" y="122"/>
                  <a:pt x="42" y="123"/>
                  <a:pt x="50" y="123"/>
                </a:cubicBezTo>
                <a:cubicBezTo>
                  <a:pt x="58" y="123"/>
                  <a:pt x="66" y="122"/>
                  <a:pt x="72" y="119"/>
                </a:cubicBezTo>
                <a:cubicBezTo>
                  <a:pt x="73" y="112"/>
                  <a:pt x="73" y="112"/>
                  <a:pt x="73" y="112"/>
                </a:cubicBezTo>
                <a:cubicBezTo>
                  <a:pt x="66" y="114"/>
                  <a:pt x="58" y="116"/>
                  <a:pt x="50" y="116"/>
                </a:cubicBezTo>
                <a:cubicBezTo>
                  <a:pt x="42" y="116"/>
                  <a:pt x="34" y="114"/>
                  <a:pt x="27" y="112"/>
                </a:cubicBezTo>
                <a:close/>
                <a:moveTo>
                  <a:pt x="29" y="126"/>
                </a:moveTo>
                <a:cubicBezTo>
                  <a:pt x="30" y="133"/>
                  <a:pt x="30" y="133"/>
                  <a:pt x="30" y="133"/>
                </a:cubicBezTo>
                <a:cubicBezTo>
                  <a:pt x="30" y="133"/>
                  <a:pt x="32" y="136"/>
                  <a:pt x="37" y="137"/>
                </a:cubicBezTo>
                <a:cubicBezTo>
                  <a:pt x="37" y="142"/>
                  <a:pt x="37" y="142"/>
                  <a:pt x="37" y="142"/>
                </a:cubicBezTo>
                <a:cubicBezTo>
                  <a:pt x="37" y="142"/>
                  <a:pt x="40" y="145"/>
                  <a:pt x="50" y="145"/>
                </a:cubicBezTo>
                <a:cubicBezTo>
                  <a:pt x="60" y="145"/>
                  <a:pt x="63" y="142"/>
                  <a:pt x="63" y="142"/>
                </a:cubicBezTo>
                <a:cubicBezTo>
                  <a:pt x="63" y="137"/>
                  <a:pt x="63" y="137"/>
                  <a:pt x="63" y="137"/>
                </a:cubicBezTo>
                <a:cubicBezTo>
                  <a:pt x="68" y="136"/>
                  <a:pt x="70" y="133"/>
                  <a:pt x="70" y="133"/>
                </a:cubicBezTo>
                <a:cubicBezTo>
                  <a:pt x="71" y="126"/>
                  <a:pt x="71" y="126"/>
                  <a:pt x="71" y="126"/>
                </a:cubicBezTo>
                <a:cubicBezTo>
                  <a:pt x="65" y="128"/>
                  <a:pt x="58" y="129"/>
                  <a:pt x="50" y="129"/>
                </a:cubicBezTo>
                <a:cubicBezTo>
                  <a:pt x="43" y="129"/>
                  <a:pt x="35" y="128"/>
                  <a:pt x="29" y="126"/>
                </a:cubicBezTo>
                <a:close/>
                <a:moveTo>
                  <a:pt x="50" y="20"/>
                </a:moveTo>
                <a:cubicBezTo>
                  <a:pt x="52" y="20"/>
                  <a:pt x="53" y="19"/>
                  <a:pt x="53" y="18"/>
                </a:cubicBezTo>
                <a:cubicBezTo>
                  <a:pt x="53" y="16"/>
                  <a:pt x="52" y="15"/>
                  <a:pt x="50" y="15"/>
                </a:cubicBezTo>
                <a:cubicBezTo>
                  <a:pt x="31" y="15"/>
                  <a:pt x="15" y="31"/>
                  <a:pt x="15" y="50"/>
                </a:cubicBezTo>
                <a:cubicBezTo>
                  <a:pt x="15" y="51"/>
                  <a:pt x="17" y="52"/>
                  <a:pt x="18" y="52"/>
                </a:cubicBezTo>
                <a:cubicBezTo>
                  <a:pt x="19" y="52"/>
                  <a:pt x="21" y="51"/>
                  <a:pt x="21" y="50"/>
                </a:cubicBezTo>
                <a:cubicBezTo>
                  <a:pt x="21" y="33"/>
                  <a:pt x="34" y="20"/>
                  <a:pt x="50" y="20"/>
                </a:cubicBezTo>
                <a:close/>
                <a:moveTo>
                  <a:pt x="50" y="0"/>
                </a:moveTo>
                <a:cubicBezTo>
                  <a:pt x="23" y="0"/>
                  <a:pt x="0" y="22"/>
                  <a:pt x="0" y="50"/>
                </a:cubicBezTo>
                <a:cubicBezTo>
                  <a:pt x="0" y="68"/>
                  <a:pt x="10" y="84"/>
                  <a:pt x="24" y="92"/>
                </a:cubicBezTo>
                <a:cubicBezTo>
                  <a:pt x="26" y="105"/>
                  <a:pt x="26" y="105"/>
                  <a:pt x="26" y="105"/>
                </a:cubicBezTo>
                <a:cubicBezTo>
                  <a:pt x="33" y="108"/>
                  <a:pt x="41" y="110"/>
                  <a:pt x="50" y="110"/>
                </a:cubicBezTo>
                <a:cubicBezTo>
                  <a:pt x="59" y="110"/>
                  <a:pt x="67" y="108"/>
                  <a:pt x="74" y="105"/>
                </a:cubicBezTo>
                <a:cubicBezTo>
                  <a:pt x="76" y="92"/>
                  <a:pt x="76" y="92"/>
                  <a:pt x="76" y="92"/>
                </a:cubicBezTo>
                <a:cubicBezTo>
                  <a:pt x="90" y="84"/>
                  <a:pt x="100" y="68"/>
                  <a:pt x="100" y="50"/>
                </a:cubicBezTo>
                <a:cubicBezTo>
                  <a:pt x="100" y="22"/>
                  <a:pt x="78" y="0"/>
                  <a:pt x="50" y="0"/>
                </a:cubicBezTo>
                <a:close/>
                <a:moveTo>
                  <a:pt x="69" y="87"/>
                </a:moveTo>
                <a:cubicBezTo>
                  <a:pt x="67" y="98"/>
                  <a:pt x="67" y="98"/>
                  <a:pt x="67" y="98"/>
                </a:cubicBezTo>
                <a:cubicBezTo>
                  <a:pt x="67" y="98"/>
                  <a:pt x="63" y="101"/>
                  <a:pt x="50" y="101"/>
                </a:cubicBezTo>
                <a:cubicBezTo>
                  <a:pt x="37" y="101"/>
                  <a:pt x="33" y="98"/>
                  <a:pt x="33" y="98"/>
                </a:cubicBezTo>
                <a:cubicBezTo>
                  <a:pt x="32" y="87"/>
                  <a:pt x="32" y="87"/>
                  <a:pt x="32" y="87"/>
                </a:cubicBezTo>
                <a:cubicBezTo>
                  <a:pt x="18" y="80"/>
                  <a:pt x="9" y="66"/>
                  <a:pt x="9" y="50"/>
                </a:cubicBezTo>
                <a:cubicBezTo>
                  <a:pt x="9" y="27"/>
                  <a:pt x="27" y="9"/>
                  <a:pt x="50" y="9"/>
                </a:cubicBezTo>
                <a:cubicBezTo>
                  <a:pt x="73" y="9"/>
                  <a:pt x="91" y="27"/>
                  <a:pt x="91" y="50"/>
                </a:cubicBezTo>
                <a:cubicBezTo>
                  <a:pt x="91" y="66"/>
                  <a:pt x="82" y="80"/>
                  <a:pt x="69" y="87"/>
                </a:cubicBezTo>
                <a:close/>
                <a:moveTo>
                  <a:pt x="61" y="68"/>
                </a:moveTo>
                <a:cubicBezTo>
                  <a:pt x="50" y="48"/>
                  <a:pt x="50" y="48"/>
                  <a:pt x="50" y="48"/>
                </a:cubicBezTo>
                <a:cubicBezTo>
                  <a:pt x="39" y="68"/>
                  <a:pt x="39" y="68"/>
                  <a:pt x="39" y="68"/>
                </a:cubicBezTo>
                <a:cubicBezTo>
                  <a:pt x="34" y="58"/>
                  <a:pt x="34" y="58"/>
                  <a:pt x="34" y="58"/>
                </a:cubicBezTo>
                <a:cubicBezTo>
                  <a:pt x="27" y="62"/>
                  <a:pt x="27" y="62"/>
                  <a:pt x="27" y="62"/>
                </a:cubicBezTo>
                <a:cubicBezTo>
                  <a:pt x="38" y="86"/>
                  <a:pt x="38" y="86"/>
                  <a:pt x="38" y="86"/>
                </a:cubicBezTo>
                <a:cubicBezTo>
                  <a:pt x="50" y="64"/>
                  <a:pt x="50" y="64"/>
                  <a:pt x="50" y="64"/>
                </a:cubicBezTo>
                <a:cubicBezTo>
                  <a:pt x="62" y="86"/>
                  <a:pt x="62" y="86"/>
                  <a:pt x="62" y="86"/>
                </a:cubicBezTo>
                <a:cubicBezTo>
                  <a:pt x="73" y="62"/>
                  <a:pt x="73" y="62"/>
                  <a:pt x="73" y="62"/>
                </a:cubicBezTo>
                <a:cubicBezTo>
                  <a:pt x="66" y="58"/>
                  <a:pt x="66" y="58"/>
                  <a:pt x="66" y="58"/>
                </a:cubicBezTo>
                <a:lnTo>
                  <a:pt x="61" y="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1111"/>
          <p:cNvSpPr>
            <a:spLocks noChangeArrowheads="1"/>
          </p:cNvSpPr>
          <p:nvPr/>
        </p:nvSpPr>
        <p:spPr bwMode="auto">
          <a:xfrm>
            <a:off x="3035301" y="3029813"/>
            <a:ext cx="720725" cy="7207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1112"/>
          <p:cNvSpPr>
            <a:spLocks noEditPoints="1"/>
          </p:cNvSpPr>
          <p:nvPr/>
        </p:nvSpPr>
        <p:spPr bwMode="auto">
          <a:xfrm>
            <a:off x="3022601" y="3017113"/>
            <a:ext cx="746125" cy="746125"/>
          </a:xfrm>
          <a:custGeom>
            <a:avLst/>
            <a:gdLst>
              <a:gd name="T0" fmla="*/ 118 w 235"/>
              <a:gd name="T1" fmla="*/ 235 h 235"/>
              <a:gd name="T2" fmla="*/ 0 w 235"/>
              <a:gd name="T3" fmla="*/ 118 h 235"/>
              <a:gd name="T4" fmla="*/ 118 w 235"/>
              <a:gd name="T5" fmla="*/ 0 h 235"/>
              <a:gd name="T6" fmla="*/ 235 w 235"/>
              <a:gd name="T7" fmla="*/ 118 h 235"/>
              <a:gd name="T8" fmla="*/ 118 w 235"/>
              <a:gd name="T9" fmla="*/ 235 h 235"/>
              <a:gd name="T10" fmla="*/ 118 w 235"/>
              <a:gd name="T11" fmla="*/ 8 h 235"/>
              <a:gd name="T12" fmla="*/ 8 w 235"/>
              <a:gd name="T13" fmla="*/ 118 h 235"/>
              <a:gd name="T14" fmla="*/ 118 w 235"/>
              <a:gd name="T15" fmla="*/ 227 h 235"/>
              <a:gd name="T16" fmla="*/ 227 w 235"/>
              <a:gd name="T17" fmla="*/ 118 h 235"/>
              <a:gd name="T18" fmla="*/ 118 w 235"/>
              <a:gd name="T19" fmla="*/ 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5" h="235">
                <a:moveTo>
                  <a:pt x="118" y="235"/>
                </a:moveTo>
                <a:cubicBezTo>
                  <a:pt x="53" y="235"/>
                  <a:pt x="0" y="182"/>
                  <a:pt x="0" y="118"/>
                </a:cubicBezTo>
                <a:cubicBezTo>
                  <a:pt x="0" y="53"/>
                  <a:pt x="53" y="0"/>
                  <a:pt x="118" y="0"/>
                </a:cubicBezTo>
                <a:cubicBezTo>
                  <a:pt x="182" y="0"/>
                  <a:pt x="235" y="53"/>
                  <a:pt x="235" y="118"/>
                </a:cubicBezTo>
                <a:cubicBezTo>
                  <a:pt x="235" y="182"/>
                  <a:pt x="182" y="235"/>
                  <a:pt x="118" y="235"/>
                </a:cubicBezTo>
                <a:close/>
                <a:moveTo>
                  <a:pt x="118" y="8"/>
                </a:moveTo>
                <a:cubicBezTo>
                  <a:pt x="57" y="8"/>
                  <a:pt x="8" y="57"/>
                  <a:pt x="8" y="118"/>
                </a:cubicBezTo>
                <a:cubicBezTo>
                  <a:pt x="8" y="178"/>
                  <a:pt x="57" y="227"/>
                  <a:pt x="118" y="227"/>
                </a:cubicBezTo>
                <a:cubicBezTo>
                  <a:pt x="178" y="227"/>
                  <a:pt x="227" y="178"/>
                  <a:pt x="227" y="118"/>
                </a:cubicBezTo>
                <a:cubicBezTo>
                  <a:pt x="227" y="57"/>
                  <a:pt x="178" y="8"/>
                  <a:pt x="118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1113"/>
          <p:cNvSpPr>
            <a:spLocks noEditPoints="1"/>
          </p:cNvSpPr>
          <p:nvPr/>
        </p:nvSpPr>
        <p:spPr bwMode="auto">
          <a:xfrm>
            <a:off x="3222626" y="3194913"/>
            <a:ext cx="349250" cy="438150"/>
          </a:xfrm>
          <a:custGeom>
            <a:avLst/>
            <a:gdLst>
              <a:gd name="T0" fmla="*/ 110 w 110"/>
              <a:gd name="T1" fmla="*/ 22 h 138"/>
              <a:gd name="T2" fmla="*/ 102 w 110"/>
              <a:gd name="T3" fmla="*/ 14 h 138"/>
              <a:gd name="T4" fmla="*/ 77 w 110"/>
              <a:gd name="T5" fmla="*/ 67 h 138"/>
              <a:gd name="T6" fmla="*/ 69 w 110"/>
              <a:gd name="T7" fmla="*/ 62 h 138"/>
              <a:gd name="T8" fmla="*/ 95 w 110"/>
              <a:gd name="T9" fmla="*/ 7 h 138"/>
              <a:gd name="T10" fmla="*/ 88 w 110"/>
              <a:gd name="T11" fmla="*/ 0 h 138"/>
              <a:gd name="T12" fmla="*/ 21 w 110"/>
              <a:gd name="T13" fmla="*/ 0 h 138"/>
              <a:gd name="T14" fmla="*/ 14 w 110"/>
              <a:gd name="T15" fmla="*/ 7 h 138"/>
              <a:gd name="T16" fmla="*/ 41 w 110"/>
              <a:gd name="T17" fmla="*/ 62 h 138"/>
              <a:gd name="T18" fmla="*/ 32 w 110"/>
              <a:gd name="T19" fmla="*/ 67 h 138"/>
              <a:gd name="T20" fmla="*/ 7 w 110"/>
              <a:gd name="T21" fmla="*/ 14 h 138"/>
              <a:gd name="T22" fmla="*/ 0 w 110"/>
              <a:gd name="T23" fmla="*/ 22 h 138"/>
              <a:gd name="T24" fmla="*/ 25 w 110"/>
              <a:gd name="T25" fmla="*/ 73 h 138"/>
              <a:gd name="T26" fmla="*/ 15 w 110"/>
              <a:gd name="T27" fmla="*/ 99 h 138"/>
              <a:gd name="T28" fmla="*/ 55 w 110"/>
              <a:gd name="T29" fmla="*/ 138 h 138"/>
              <a:gd name="T30" fmla="*/ 94 w 110"/>
              <a:gd name="T31" fmla="*/ 99 h 138"/>
              <a:gd name="T32" fmla="*/ 84 w 110"/>
              <a:gd name="T33" fmla="*/ 73 h 138"/>
              <a:gd name="T34" fmla="*/ 110 w 110"/>
              <a:gd name="T35" fmla="*/ 22 h 138"/>
              <a:gd name="T36" fmla="*/ 26 w 110"/>
              <a:gd name="T37" fmla="*/ 10 h 138"/>
              <a:gd name="T38" fmla="*/ 83 w 110"/>
              <a:gd name="T39" fmla="*/ 10 h 138"/>
              <a:gd name="T40" fmla="*/ 79 w 110"/>
              <a:gd name="T41" fmla="*/ 20 h 138"/>
              <a:gd name="T42" fmla="*/ 31 w 110"/>
              <a:gd name="T43" fmla="*/ 20 h 138"/>
              <a:gd name="T44" fmla="*/ 26 w 110"/>
              <a:gd name="T45" fmla="*/ 10 h 138"/>
              <a:gd name="T46" fmla="*/ 36 w 110"/>
              <a:gd name="T47" fmla="*/ 30 h 138"/>
              <a:gd name="T48" fmla="*/ 74 w 110"/>
              <a:gd name="T49" fmla="*/ 30 h 138"/>
              <a:gd name="T50" fmla="*/ 59 w 110"/>
              <a:gd name="T51" fmla="*/ 60 h 138"/>
              <a:gd name="T52" fmla="*/ 55 w 110"/>
              <a:gd name="T53" fmla="*/ 60 h 138"/>
              <a:gd name="T54" fmla="*/ 50 w 110"/>
              <a:gd name="T55" fmla="*/ 60 h 138"/>
              <a:gd name="T56" fmla="*/ 36 w 110"/>
              <a:gd name="T57" fmla="*/ 30 h 138"/>
              <a:gd name="T58" fmla="*/ 86 w 110"/>
              <a:gd name="T59" fmla="*/ 99 h 138"/>
              <a:gd name="T60" fmla="*/ 55 w 110"/>
              <a:gd name="T61" fmla="*/ 130 h 138"/>
              <a:gd name="T62" fmla="*/ 24 w 110"/>
              <a:gd name="T63" fmla="*/ 99 h 138"/>
              <a:gd name="T64" fmla="*/ 55 w 110"/>
              <a:gd name="T65" fmla="*/ 68 h 138"/>
              <a:gd name="T66" fmla="*/ 86 w 110"/>
              <a:gd name="T67" fmla="*/ 99 h 138"/>
              <a:gd name="T68" fmla="*/ 59 w 110"/>
              <a:gd name="T69" fmla="*/ 82 h 138"/>
              <a:gd name="T70" fmla="*/ 55 w 110"/>
              <a:gd name="T71" fmla="*/ 82 h 138"/>
              <a:gd name="T72" fmla="*/ 46 w 110"/>
              <a:gd name="T73" fmla="*/ 87 h 138"/>
              <a:gd name="T74" fmla="*/ 46 w 110"/>
              <a:gd name="T75" fmla="*/ 92 h 138"/>
              <a:gd name="T76" fmla="*/ 53 w 110"/>
              <a:gd name="T77" fmla="*/ 92 h 138"/>
              <a:gd name="T78" fmla="*/ 53 w 110"/>
              <a:gd name="T79" fmla="*/ 111 h 138"/>
              <a:gd name="T80" fmla="*/ 49 w 110"/>
              <a:gd name="T81" fmla="*/ 111 h 138"/>
              <a:gd name="T82" fmla="*/ 49 w 110"/>
              <a:gd name="T83" fmla="*/ 116 h 138"/>
              <a:gd name="T84" fmla="*/ 63 w 110"/>
              <a:gd name="T85" fmla="*/ 116 h 138"/>
              <a:gd name="T86" fmla="*/ 63 w 110"/>
              <a:gd name="T87" fmla="*/ 111 h 138"/>
              <a:gd name="T88" fmla="*/ 59 w 110"/>
              <a:gd name="T89" fmla="*/ 111 h 138"/>
              <a:gd name="T90" fmla="*/ 59 w 110"/>
              <a:gd name="T91" fmla="*/ 82 h 138"/>
              <a:gd name="T92" fmla="*/ 55 w 110"/>
              <a:gd name="T93" fmla="*/ 71 h 138"/>
              <a:gd name="T94" fmla="*/ 26 w 110"/>
              <a:gd name="T95" fmla="*/ 99 h 138"/>
              <a:gd name="T96" fmla="*/ 55 w 110"/>
              <a:gd name="T97" fmla="*/ 127 h 138"/>
              <a:gd name="T98" fmla="*/ 83 w 110"/>
              <a:gd name="T99" fmla="*/ 99 h 138"/>
              <a:gd name="T100" fmla="*/ 55 w 110"/>
              <a:gd name="T101" fmla="*/ 71 h 138"/>
              <a:gd name="T102" fmla="*/ 55 w 110"/>
              <a:gd name="T103" fmla="*/ 124 h 138"/>
              <a:gd name="T104" fmla="*/ 29 w 110"/>
              <a:gd name="T105" fmla="*/ 99 h 138"/>
              <a:gd name="T106" fmla="*/ 55 w 110"/>
              <a:gd name="T107" fmla="*/ 74 h 138"/>
              <a:gd name="T108" fmla="*/ 80 w 110"/>
              <a:gd name="T109" fmla="*/ 99 h 138"/>
              <a:gd name="T110" fmla="*/ 55 w 110"/>
              <a:gd name="T111" fmla="*/ 124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0" h="138">
                <a:moveTo>
                  <a:pt x="110" y="22"/>
                </a:moveTo>
                <a:cubicBezTo>
                  <a:pt x="102" y="14"/>
                  <a:pt x="102" y="14"/>
                  <a:pt x="102" y="14"/>
                </a:cubicBezTo>
                <a:cubicBezTo>
                  <a:pt x="77" y="67"/>
                  <a:pt x="77" y="67"/>
                  <a:pt x="77" y="67"/>
                </a:cubicBezTo>
                <a:cubicBezTo>
                  <a:pt x="74" y="65"/>
                  <a:pt x="72" y="63"/>
                  <a:pt x="69" y="62"/>
                </a:cubicBezTo>
                <a:cubicBezTo>
                  <a:pt x="95" y="7"/>
                  <a:pt x="95" y="7"/>
                  <a:pt x="95" y="7"/>
                </a:cubicBezTo>
                <a:cubicBezTo>
                  <a:pt x="88" y="0"/>
                  <a:pt x="88" y="0"/>
                  <a:pt x="88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4" y="7"/>
                  <a:pt x="14" y="7"/>
                  <a:pt x="14" y="7"/>
                </a:cubicBezTo>
                <a:cubicBezTo>
                  <a:pt x="41" y="62"/>
                  <a:pt x="41" y="62"/>
                  <a:pt x="41" y="62"/>
                </a:cubicBezTo>
                <a:cubicBezTo>
                  <a:pt x="38" y="63"/>
                  <a:pt x="35" y="65"/>
                  <a:pt x="32" y="67"/>
                </a:cubicBezTo>
                <a:cubicBezTo>
                  <a:pt x="7" y="14"/>
                  <a:pt x="7" y="14"/>
                  <a:pt x="7" y="14"/>
                </a:cubicBezTo>
                <a:cubicBezTo>
                  <a:pt x="0" y="22"/>
                  <a:pt x="0" y="22"/>
                  <a:pt x="0" y="22"/>
                </a:cubicBezTo>
                <a:cubicBezTo>
                  <a:pt x="25" y="73"/>
                  <a:pt x="25" y="73"/>
                  <a:pt x="25" y="73"/>
                </a:cubicBezTo>
                <a:cubicBezTo>
                  <a:pt x="19" y="80"/>
                  <a:pt x="15" y="89"/>
                  <a:pt x="15" y="99"/>
                </a:cubicBezTo>
                <a:cubicBezTo>
                  <a:pt x="15" y="121"/>
                  <a:pt x="33" y="138"/>
                  <a:pt x="55" y="138"/>
                </a:cubicBezTo>
                <a:cubicBezTo>
                  <a:pt x="76" y="138"/>
                  <a:pt x="94" y="121"/>
                  <a:pt x="94" y="99"/>
                </a:cubicBezTo>
                <a:cubicBezTo>
                  <a:pt x="94" y="89"/>
                  <a:pt x="90" y="80"/>
                  <a:pt x="84" y="73"/>
                </a:cubicBezTo>
                <a:lnTo>
                  <a:pt x="110" y="22"/>
                </a:lnTo>
                <a:close/>
                <a:moveTo>
                  <a:pt x="26" y="10"/>
                </a:moveTo>
                <a:cubicBezTo>
                  <a:pt x="83" y="10"/>
                  <a:pt x="83" y="10"/>
                  <a:pt x="83" y="10"/>
                </a:cubicBezTo>
                <a:cubicBezTo>
                  <a:pt x="79" y="20"/>
                  <a:pt x="79" y="20"/>
                  <a:pt x="79" y="20"/>
                </a:cubicBezTo>
                <a:cubicBezTo>
                  <a:pt x="31" y="20"/>
                  <a:pt x="31" y="20"/>
                  <a:pt x="31" y="20"/>
                </a:cubicBezTo>
                <a:lnTo>
                  <a:pt x="26" y="10"/>
                </a:lnTo>
                <a:close/>
                <a:moveTo>
                  <a:pt x="36" y="30"/>
                </a:moveTo>
                <a:cubicBezTo>
                  <a:pt x="74" y="30"/>
                  <a:pt x="74" y="30"/>
                  <a:pt x="74" y="30"/>
                </a:cubicBezTo>
                <a:cubicBezTo>
                  <a:pt x="59" y="60"/>
                  <a:pt x="59" y="60"/>
                  <a:pt x="59" y="60"/>
                </a:cubicBezTo>
                <a:cubicBezTo>
                  <a:pt x="58" y="60"/>
                  <a:pt x="56" y="60"/>
                  <a:pt x="55" y="60"/>
                </a:cubicBezTo>
                <a:cubicBezTo>
                  <a:pt x="53" y="60"/>
                  <a:pt x="52" y="60"/>
                  <a:pt x="50" y="60"/>
                </a:cubicBezTo>
                <a:lnTo>
                  <a:pt x="36" y="30"/>
                </a:lnTo>
                <a:close/>
                <a:moveTo>
                  <a:pt x="86" y="99"/>
                </a:moveTo>
                <a:cubicBezTo>
                  <a:pt x="86" y="116"/>
                  <a:pt x="72" y="130"/>
                  <a:pt x="55" y="130"/>
                </a:cubicBezTo>
                <a:cubicBezTo>
                  <a:pt x="38" y="130"/>
                  <a:pt x="24" y="116"/>
                  <a:pt x="24" y="99"/>
                </a:cubicBezTo>
                <a:cubicBezTo>
                  <a:pt x="24" y="82"/>
                  <a:pt x="38" y="68"/>
                  <a:pt x="55" y="68"/>
                </a:cubicBezTo>
                <a:cubicBezTo>
                  <a:pt x="72" y="68"/>
                  <a:pt x="86" y="82"/>
                  <a:pt x="86" y="99"/>
                </a:cubicBezTo>
                <a:close/>
                <a:moveTo>
                  <a:pt x="59" y="82"/>
                </a:moveTo>
                <a:cubicBezTo>
                  <a:pt x="55" y="82"/>
                  <a:pt x="55" y="82"/>
                  <a:pt x="55" y="82"/>
                </a:cubicBezTo>
                <a:cubicBezTo>
                  <a:pt x="55" y="82"/>
                  <a:pt x="53" y="87"/>
                  <a:pt x="46" y="87"/>
                </a:cubicBezTo>
                <a:cubicBezTo>
                  <a:pt x="46" y="92"/>
                  <a:pt x="46" y="92"/>
                  <a:pt x="46" y="92"/>
                </a:cubicBezTo>
                <a:cubicBezTo>
                  <a:pt x="53" y="92"/>
                  <a:pt x="53" y="92"/>
                  <a:pt x="53" y="92"/>
                </a:cubicBezTo>
                <a:cubicBezTo>
                  <a:pt x="53" y="111"/>
                  <a:pt x="53" y="111"/>
                  <a:pt x="53" y="111"/>
                </a:cubicBezTo>
                <a:cubicBezTo>
                  <a:pt x="49" y="111"/>
                  <a:pt x="49" y="111"/>
                  <a:pt x="49" y="111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63" y="116"/>
                  <a:pt x="63" y="116"/>
                  <a:pt x="63" y="116"/>
                </a:cubicBezTo>
                <a:cubicBezTo>
                  <a:pt x="63" y="111"/>
                  <a:pt x="63" y="111"/>
                  <a:pt x="63" y="111"/>
                </a:cubicBezTo>
                <a:cubicBezTo>
                  <a:pt x="59" y="111"/>
                  <a:pt x="59" y="111"/>
                  <a:pt x="59" y="111"/>
                </a:cubicBezTo>
                <a:lnTo>
                  <a:pt x="59" y="82"/>
                </a:lnTo>
                <a:close/>
                <a:moveTo>
                  <a:pt x="55" y="71"/>
                </a:moveTo>
                <a:cubicBezTo>
                  <a:pt x="39" y="71"/>
                  <a:pt x="26" y="83"/>
                  <a:pt x="26" y="99"/>
                </a:cubicBezTo>
                <a:cubicBezTo>
                  <a:pt x="26" y="115"/>
                  <a:pt x="39" y="127"/>
                  <a:pt x="55" y="127"/>
                </a:cubicBezTo>
                <a:cubicBezTo>
                  <a:pt x="70" y="127"/>
                  <a:pt x="83" y="115"/>
                  <a:pt x="83" y="99"/>
                </a:cubicBezTo>
                <a:cubicBezTo>
                  <a:pt x="83" y="83"/>
                  <a:pt x="70" y="71"/>
                  <a:pt x="55" y="71"/>
                </a:cubicBezTo>
                <a:close/>
                <a:moveTo>
                  <a:pt x="55" y="124"/>
                </a:moveTo>
                <a:cubicBezTo>
                  <a:pt x="41" y="124"/>
                  <a:pt x="29" y="113"/>
                  <a:pt x="29" y="99"/>
                </a:cubicBezTo>
                <a:cubicBezTo>
                  <a:pt x="29" y="85"/>
                  <a:pt x="41" y="74"/>
                  <a:pt x="55" y="74"/>
                </a:cubicBezTo>
                <a:cubicBezTo>
                  <a:pt x="69" y="74"/>
                  <a:pt x="80" y="85"/>
                  <a:pt x="80" y="99"/>
                </a:cubicBezTo>
                <a:cubicBezTo>
                  <a:pt x="80" y="113"/>
                  <a:pt x="69" y="124"/>
                  <a:pt x="55" y="1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Oval 1114"/>
          <p:cNvSpPr>
            <a:spLocks noChangeArrowheads="1"/>
          </p:cNvSpPr>
          <p:nvPr/>
        </p:nvSpPr>
        <p:spPr bwMode="auto">
          <a:xfrm>
            <a:off x="5076826" y="3029813"/>
            <a:ext cx="720725" cy="7207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1115"/>
          <p:cNvSpPr>
            <a:spLocks noEditPoints="1"/>
          </p:cNvSpPr>
          <p:nvPr/>
        </p:nvSpPr>
        <p:spPr bwMode="auto">
          <a:xfrm>
            <a:off x="5064126" y="3017113"/>
            <a:ext cx="746125" cy="746125"/>
          </a:xfrm>
          <a:custGeom>
            <a:avLst/>
            <a:gdLst>
              <a:gd name="T0" fmla="*/ 117 w 235"/>
              <a:gd name="T1" fmla="*/ 235 h 235"/>
              <a:gd name="T2" fmla="*/ 0 w 235"/>
              <a:gd name="T3" fmla="*/ 118 h 235"/>
              <a:gd name="T4" fmla="*/ 117 w 235"/>
              <a:gd name="T5" fmla="*/ 0 h 235"/>
              <a:gd name="T6" fmla="*/ 235 w 235"/>
              <a:gd name="T7" fmla="*/ 118 h 235"/>
              <a:gd name="T8" fmla="*/ 117 w 235"/>
              <a:gd name="T9" fmla="*/ 235 h 235"/>
              <a:gd name="T10" fmla="*/ 117 w 235"/>
              <a:gd name="T11" fmla="*/ 8 h 235"/>
              <a:gd name="T12" fmla="*/ 8 w 235"/>
              <a:gd name="T13" fmla="*/ 118 h 235"/>
              <a:gd name="T14" fmla="*/ 117 w 235"/>
              <a:gd name="T15" fmla="*/ 227 h 235"/>
              <a:gd name="T16" fmla="*/ 227 w 235"/>
              <a:gd name="T17" fmla="*/ 118 h 235"/>
              <a:gd name="T18" fmla="*/ 117 w 235"/>
              <a:gd name="T19" fmla="*/ 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5" h="235">
                <a:moveTo>
                  <a:pt x="117" y="235"/>
                </a:moveTo>
                <a:cubicBezTo>
                  <a:pt x="53" y="235"/>
                  <a:pt x="0" y="182"/>
                  <a:pt x="0" y="118"/>
                </a:cubicBezTo>
                <a:cubicBezTo>
                  <a:pt x="0" y="53"/>
                  <a:pt x="53" y="0"/>
                  <a:pt x="117" y="0"/>
                </a:cubicBezTo>
                <a:cubicBezTo>
                  <a:pt x="182" y="0"/>
                  <a:pt x="235" y="53"/>
                  <a:pt x="235" y="118"/>
                </a:cubicBezTo>
                <a:cubicBezTo>
                  <a:pt x="235" y="182"/>
                  <a:pt x="182" y="235"/>
                  <a:pt x="117" y="235"/>
                </a:cubicBezTo>
                <a:close/>
                <a:moveTo>
                  <a:pt x="117" y="8"/>
                </a:moveTo>
                <a:cubicBezTo>
                  <a:pt x="57" y="8"/>
                  <a:pt x="8" y="57"/>
                  <a:pt x="8" y="118"/>
                </a:cubicBezTo>
                <a:cubicBezTo>
                  <a:pt x="8" y="178"/>
                  <a:pt x="57" y="227"/>
                  <a:pt x="117" y="227"/>
                </a:cubicBezTo>
                <a:cubicBezTo>
                  <a:pt x="178" y="227"/>
                  <a:pt x="227" y="178"/>
                  <a:pt x="227" y="118"/>
                </a:cubicBezTo>
                <a:cubicBezTo>
                  <a:pt x="227" y="57"/>
                  <a:pt x="178" y="8"/>
                  <a:pt x="117" y="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1116"/>
          <p:cNvSpPr>
            <a:spLocks noEditPoints="1"/>
          </p:cNvSpPr>
          <p:nvPr/>
        </p:nvSpPr>
        <p:spPr bwMode="auto">
          <a:xfrm>
            <a:off x="5229226" y="3223488"/>
            <a:ext cx="412750" cy="349250"/>
          </a:xfrm>
          <a:custGeom>
            <a:avLst/>
            <a:gdLst>
              <a:gd name="T0" fmla="*/ 46 w 130"/>
              <a:gd name="T1" fmla="*/ 71 h 110"/>
              <a:gd name="T2" fmla="*/ 46 w 130"/>
              <a:gd name="T3" fmla="*/ 110 h 110"/>
              <a:gd name="T4" fmla="*/ 75 w 130"/>
              <a:gd name="T5" fmla="*/ 110 h 110"/>
              <a:gd name="T6" fmla="*/ 75 w 130"/>
              <a:gd name="T7" fmla="*/ 75 h 110"/>
              <a:gd name="T8" fmla="*/ 63 w 130"/>
              <a:gd name="T9" fmla="*/ 88 h 110"/>
              <a:gd name="T10" fmla="*/ 46 w 130"/>
              <a:gd name="T11" fmla="*/ 71 h 110"/>
              <a:gd name="T12" fmla="*/ 6 w 130"/>
              <a:gd name="T13" fmla="*/ 105 h 110"/>
              <a:gd name="T14" fmla="*/ 11 w 130"/>
              <a:gd name="T15" fmla="*/ 110 h 110"/>
              <a:gd name="T16" fmla="*/ 35 w 130"/>
              <a:gd name="T17" fmla="*/ 110 h 110"/>
              <a:gd name="T18" fmla="*/ 35 w 130"/>
              <a:gd name="T19" fmla="*/ 60 h 110"/>
              <a:gd name="T20" fmla="*/ 6 w 130"/>
              <a:gd name="T21" fmla="*/ 88 h 110"/>
              <a:gd name="T22" fmla="*/ 6 w 130"/>
              <a:gd name="T23" fmla="*/ 105 h 110"/>
              <a:gd name="T24" fmla="*/ 104 w 130"/>
              <a:gd name="T25" fmla="*/ 2 h 110"/>
              <a:gd name="T26" fmla="*/ 99 w 130"/>
              <a:gd name="T27" fmla="*/ 7 h 110"/>
              <a:gd name="T28" fmla="*/ 105 w 130"/>
              <a:gd name="T29" fmla="*/ 12 h 110"/>
              <a:gd name="T30" fmla="*/ 111 w 130"/>
              <a:gd name="T31" fmla="*/ 12 h 110"/>
              <a:gd name="T32" fmla="*/ 63 w 130"/>
              <a:gd name="T33" fmla="*/ 60 h 110"/>
              <a:gd name="T34" fmla="*/ 35 w 130"/>
              <a:gd name="T35" fmla="*/ 32 h 110"/>
              <a:gd name="T36" fmla="*/ 2 w 130"/>
              <a:gd name="T37" fmla="*/ 64 h 110"/>
              <a:gd name="T38" fmla="*/ 2 w 130"/>
              <a:gd name="T39" fmla="*/ 71 h 110"/>
              <a:gd name="T40" fmla="*/ 10 w 130"/>
              <a:gd name="T41" fmla="*/ 71 h 110"/>
              <a:gd name="T42" fmla="*/ 35 w 130"/>
              <a:gd name="T43" fmla="*/ 46 h 110"/>
              <a:gd name="T44" fmla="*/ 63 w 130"/>
              <a:gd name="T45" fmla="*/ 74 h 110"/>
              <a:gd name="T46" fmla="*/ 118 w 130"/>
              <a:gd name="T47" fmla="*/ 19 h 110"/>
              <a:gd name="T48" fmla="*/ 118 w 130"/>
              <a:gd name="T49" fmla="*/ 25 h 110"/>
              <a:gd name="T50" fmla="*/ 122 w 130"/>
              <a:gd name="T51" fmla="*/ 30 h 110"/>
              <a:gd name="T52" fmla="*/ 123 w 130"/>
              <a:gd name="T53" fmla="*/ 30 h 110"/>
              <a:gd name="T54" fmla="*/ 128 w 130"/>
              <a:gd name="T55" fmla="*/ 25 h 110"/>
              <a:gd name="T56" fmla="*/ 130 w 130"/>
              <a:gd name="T57" fmla="*/ 0 h 110"/>
              <a:gd name="T58" fmla="*/ 104 w 130"/>
              <a:gd name="T59" fmla="*/ 2 h 110"/>
              <a:gd name="T60" fmla="*/ 87 w 130"/>
              <a:gd name="T61" fmla="*/ 64 h 110"/>
              <a:gd name="T62" fmla="*/ 87 w 130"/>
              <a:gd name="T63" fmla="*/ 110 h 110"/>
              <a:gd name="T64" fmla="*/ 111 w 130"/>
              <a:gd name="T65" fmla="*/ 110 h 110"/>
              <a:gd name="T66" fmla="*/ 116 w 130"/>
              <a:gd name="T67" fmla="*/ 105 h 110"/>
              <a:gd name="T68" fmla="*/ 116 w 130"/>
              <a:gd name="T69" fmla="*/ 60 h 110"/>
              <a:gd name="T70" fmla="*/ 116 w 130"/>
              <a:gd name="T71" fmla="*/ 35 h 110"/>
              <a:gd name="T72" fmla="*/ 91 w 130"/>
              <a:gd name="T73" fmla="*/ 60 h 110"/>
              <a:gd name="T74" fmla="*/ 87 w 130"/>
              <a:gd name="T75" fmla="*/ 64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0" h="110">
                <a:moveTo>
                  <a:pt x="46" y="71"/>
                </a:moveTo>
                <a:cubicBezTo>
                  <a:pt x="46" y="110"/>
                  <a:pt x="46" y="110"/>
                  <a:pt x="46" y="110"/>
                </a:cubicBezTo>
                <a:cubicBezTo>
                  <a:pt x="75" y="110"/>
                  <a:pt x="75" y="110"/>
                  <a:pt x="75" y="110"/>
                </a:cubicBezTo>
                <a:cubicBezTo>
                  <a:pt x="75" y="75"/>
                  <a:pt x="75" y="75"/>
                  <a:pt x="75" y="75"/>
                </a:cubicBezTo>
                <a:cubicBezTo>
                  <a:pt x="63" y="88"/>
                  <a:pt x="63" y="88"/>
                  <a:pt x="63" y="88"/>
                </a:cubicBezTo>
                <a:lnTo>
                  <a:pt x="46" y="71"/>
                </a:lnTo>
                <a:close/>
                <a:moveTo>
                  <a:pt x="6" y="105"/>
                </a:moveTo>
                <a:cubicBezTo>
                  <a:pt x="6" y="108"/>
                  <a:pt x="8" y="110"/>
                  <a:pt x="11" y="110"/>
                </a:cubicBezTo>
                <a:cubicBezTo>
                  <a:pt x="35" y="110"/>
                  <a:pt x="35" y="110"/>
                  <a:pt x="35" y="110"/>
                </a:cubicBezTo>
                <a:cubicBezTo>
                  <a:pt x="35" y="60"/>
                  <a:pt x="35" y="60"/>
                  <a:pt x="35" y="60"/>
                </a:cubicBezTo>
                <a:cubicBezTo>
                  <a:pt x="6" y="88"/>
                  <a:pt x="6" y="88"/>
                  <a:pt x="6" y="88"/>
                </a:cubicBezTo>
                <a:lnTo>
                  <a:pt x="6" y="105"/>
                </a:lnTo>
                <a:close/>
                <a:moveTo>
                  <a:pt x="104" y="2"/>
                </a:moveTo>
                <a:cubicBezTo>
                  <a:pt x="101" y="2"/>
                  <a:pt x="99" y="5"/>
                  <a:pt x="99" y="7"/>
                </a:cubicBezTo>
                <a:cubicBezTo>
                  <a:pt x="100" y="10"/>
                  <a:pt x="102" y="12"/>
                  <a:pt x="105" y="12"/>
                </a:cubicBezTo>
                <a:cubicBezTo>
                  <a:pt x="111" y="12"/>
                  <a:pt x="111" y="12"/>
                  <a:pt x="111" y="12"/>
                </a:cubicBezTo>
                <a:cubicBezTo>
                  <a:pt x="63" y="60"/>
                  <a:pt x="63" y="60"/>
                  <a:pt x="63" y="60"/>
                </a:cubicBezTo>
                <a:cubicBezTo>
                  <a:pt x="35" y="32"/>
                  <a:pt x="35" y="32"/>
                  <a:pt x="35" y="32"/>
                </a:cubicBezTo>
                <a:cubicBezTo>
                  <a:pt x="2" y="64"/>
                  <a:pt x="2" y="64"/>
                  <a:pt x="2" y="64"/>
                </a:cubicBezTo>
                <a:cubicBezTo>
                  <a:pt x="0" y="66"/>
                  <a:pt x="0" y="69"/>
                  <a:pt x="2" y="71"/>
                </a:cubicBezTo>
                <a:cubicBezTo>
                  <a:pt x="4" y="73"/>
                  <a:pt x="8" y="73"/>
                  <a:pt x="10" y="71"/>
                </a:cubicBezTo>
                <a:cubicBezTo>
                  <a:pt x="35" y="46"/>
                  <a:pt x="35" y="46"/>
                  <a:pt x="35" y="46"/>
                </a:cubicBezTo>
                <a:cubicBezTo>
                  <a:pt x="63" y="74"/>
                  <a:pt x="63" y="74"/>
                  <a:pt x="63" y="74"/>
                </a:cubicBezTo>
                <a:cubicBezTo>
                  <a:pt x="118" y="19"/>
                  <a:pt x="118" y="19"/>
                  <a:pt x="118" y="19"/>
                </a:cubicBezTo>
                <a:cubicBezTo>
                  <a:pt x="118" y="25"/>
                  <a:pt x="118" y="25"/>
                  <a:pt x="118" y="25"/>
                </a:cubicBezTo>
                <a:cubicBezTo>
                  <a:pt x="117" y="27"/>
                  <a:pt x="119" y="30"/>
                  <a:pt x="122" y="30"/>
                </a:cubicBezTo>
                <a:cubicBezTo>
                  <a:pt x="122" y="30"/>
                  <a:pt x="123" y="30"/>
                  <a:pt x="123" y="30"/>
                </a:cubicBezTo>
                <a:cubicBezTo>
                  <a:pt x="125" y="30"/>
                  <a:pt x="128" y="28"/>
                  <a:pt x="128" y="25"/>
                </a:cubicBezTo>
                <a:cubicBezTo>
                  <a:pt x="130" y="0"/>
                  <a:pt x="130" y="0"/>
                  <a:pt x="130" y="0"/>
                </a:cubicBezTo>
                <a:lnTo>
                  <a:pt x="104" y="2"/>
                </a:lnTo>
                <a:close/>
                <a:moveTo>
                  <a:pt x="87" y="64"/>
                </a:moveTo>
                <a:cubicBezTo>
                  <a:pt x="87" y="110"/>
                  <a:pt x="87" y="110"/>
                  <a:pt x="87" y="110"/>
                </a:cubicBezTo>
                <a:cubicBezTo>
                  <a:pt x="111" y="110"/>
                  <a:pt x="111" y="110"/>
                  <a:pt x="111" y="110"/>
                </a:cubicBezTo>
                <a:cubicBezTo>
                  <a:pt x="114" y="110"/>
                  <a:pt x="116" y="108"/>
                  <a:pt x="116" y="105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116" y="35"/>
                  <a:pt x="116" y="35"/>
                  <a:pt x="116" y="35"/>
                </a:cubicBezTo>
                <a:cubicBezTo>
                  <a:pt x="91" y="60"/>
                  <a:pt x="91" y="60"/>
                  <a:pt x="91" y="60"/>
                </a:cubicBezTo>
                <a:lnTo>
                  <a:pt x="87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Oval 1117"/>
          <p:cNvSpPr>
            <a:spLocks noChangeArrowheads="1"/>
          </p:cNvSpPr>
          <p:nvPr/>
        </p:nvSpPr>
        <p:spPr bwMode="auto">
          <a:xfrm>
            <a:off x="7116763" y="3029813"/>
            <a:ext cx="717550" cy="7207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Freeform 1118"/>
          <p:cNvSpPr>
            <a:spLocks noEditPoints="1"/>
          </p:cNvSpPr>
          <p:nvPr/>
        </p:nvSpPr>
        <p:spPr bwMode="auto">
          <a:xfrm>
            <a:off x="7104063" y="3017113"/>
            <a:ext cx="742950" cy="746125"/>
          </a:xfrm>
          <a:custGeom>
            <a:avLst/>
            <a:gdLst>
              <a:gd name="T0" fmla="*/ 117 w 234"/>
              <a:gd name="T1" fmla="*/ 235 h 235"/>
              <a:gd name="T2" fmla="*/ 0 w 234"/>
              <a:gd name="T3" fmla="*/ 118 h 235"/>
              <a:gd name="T4" fmla="*/ 117 w 234"/>
              <a:gd name="T5" fmla="*/ 0 h 235"/>
              <a:gd name="T6" fmla="*/ 234 w 234"/>
              <a:gd name="T7" fmla="*/ 118 h 235"/>
              <a:gd name="T8" fmla="*/ 117 w 234"/>
              <a:gd name="T9" fmla="*/ 235 h 235"/>
              <a:gd name="T10" fmla="*/ 117 w 234"/>
              <a:gd name="T11" fmla="*/ 8 h 235"/>
              <a:gd name="T12" fmla="*/ 8 w 234"/>
              <a:gd name="T13" fmla="*/ 118 h 235"/>
              <a:gd name="T14" fmla="*/ 117 w 234"/>
              <a:gd name="T15" fmla="*/ 227 h 235"/>
              <a:gd name="T16" fmla="*/ 226 w 234"/>
              <a:gd name="T17" fmla="*/ 118 h 235"/>
              <a:gd name="T18" fmla="*/ 117 w 234"/>
              <a:gd name="T19" fmla="*/ 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4" h="235">
                <a:moveTo>
                  <a:pt x="117" y="235"/>
                </a:moveTo>
                <a:cubicBezTo>
                  <a:pt x="52" y="235"/>
                  <a:pt x="0" y="182"/>
                  <a:pt x="0" y="118"/>
                </a:cubicBezTo>
                <a:cubicBezTo>
                  <a:pt x="0" y="53"/>
                  <a:pt x="52" y="0"/>
                  <a:pt x="117" y="0"/>
                </a:cubicBezTo>
                <a:cubicBezTo>
                  <a:pt x="182" y="0"/>
                  <a:pt x="234" y="53"/>
                  <a:pt x="234" y="118"/>
                </a:cubicBezTo>
                <a:cubicBezTo>
                  <a:pt x="234" y="182"/>
                  <a:pt x="182" y="235"/>
                  <a:pt x="117" y="235"/>
                </a:cubicBezTo>
                <a:close/>
                <a:moveTo>
                  <a:pt x="117" y="8"/>
                </a:moveTo>
                <a:cubicBezTo>
                  <a:pt x="57" y="8"/>
                  <a:pt x="8" y="57"/>
                  <a:pt x="8" y="118"/>
                </a:cubicBezTo>
                <a:cubicBezTo>
                  <a:pt x="8" y="178"/>
                  <a:pt x="57" y="227"/>
                  <a:pt x="117" y="227"/>
                </a:cubicBezTo>
                <a:cubicBezTo>
                  <a:pt x="177" y="227"/>
                  <a:pt x="226" y="178"/>
                  <a:pt x="226" y="118"/>
                </a:cubicBezTo>
                <a:cubicBezTo>
                  <a:pt x="226" y="57"/>
                  <a:pt x="177" y="8"/>
                  <a:pt x="117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119"/>
          <p:cNvSpPr>
            <a:spLocks noEditPoints="1"/>
          </p:cNvSpPr>
          <p:nvPr/>
        </p:nvSpPr>
        <p:spPr bwMode="auto">
          <a:xfrm>
            <a:off x="7281863" y="3166338"/>
            <a:ext cx="387350" cy="403225"/>
          </a:xfrm>
          <a:custGeom>
            <a:avLst/>
            <a:gdLst>
              <a:gd name="T0" fmla="*/ 86 w 122"/>
              <a:gd name="T1" fmla="*/ 105 h 127"/>
              <a:gd name="T2" fmla="*/ 89 w 122"/>
              <a:gd name="T3" fmla="*/ 108 h 127"/>
              <a:gd name="T4" fmla="*/ 122 w 122"/>
              <a:gd name="T5" fmla="*/ 127 h 127"/>
              <a:gd name="T6" fmla="*/ 122 w 122"/>
              <a:gd name="T7" fmla="*/ 88 h 127"/>
              <a:gd name="T8" fmla="*/ 121 w 122"/>
              <a:gd name="T9" fmla="*/ 84 h 127"/>
              <a:gd name="T10" fmla="*/ 117 w 122"/>
              <a:gd name="T11" fmla="*/ 78 h 127"/>
              <a:gd name="T12" fmla="*/ 82 w 122"/>
              <a:gd name="T13" fmla="*/ 99 h 127"/>
              <a:gd name="T14" fmla="*/ 86 w 122"/>
              <a:gd name="T15" fmla="*/ 105 h 127"/>
              <a:gd name="T16" fmla="*/ 106 w 122"/>
              <a:gd name="T17" fmla="*/ 79 h 127"/>
              <a:gd name="T18" fmla="*/ 114 w 122"/>
              <a:gd name="T19" fmla="*/ 73 h 127"/>
              <a:gd name="T20" fmla="*/ 78 w 122"/>
              <a:gd name="T21" fmla="*/ 14 h 127"/>
              <a:gd name="T22" fmla="*/ 69 w 122"/>
              <a:gd name="T23" fmla="*/ 19 h 127"/>
              <a:gd name="T24" fmla="*/ 106 w 122"/>
              <a:gd name="T25" fmla="*/ 79 h 127"/>
              <a:gd name="T26" fmla="*/ 102 w 122"/>
              <a:gd name="T27" fmla="*/ 81 h 127"/>
              <a:gd name="T28" fmla="*/ 66 w 122"/>
              <a:gd name="T29" fmla="*/ 21 h 127"/>
              <a:gd name="T30" fmla="*/ 55 w 122"/>
              <a:gd name="T31" fmla="*/ 28 h 127"/>
              <a:gd name="T32" fmla="*/ 91 w 122"/>
              <a:gd name="T33" fmla="*/ 87 h 127"/>
              <a:gd name="T34" fmla="*/ 102 w 122"/>
              <a:gd name="T35" fmla="*/ 81 h 127"/>
              <a:gd name="T36" fmla="*/ 43 w 122"/>
              <a:gd name="T37" fmla="*/ 35 h 127"/>
              <a:gd name="T38" fmla="*/ 79 w 122"/>
              <a:gd name="T39" fmla="*/ 95 h 127"/>
              <a:gd name="T40" fmla="*/ 88 w 122"/>
              <a:gd name="T41" fmla="*/ 89 h 127"/>
              <a:gd name="T42" fmla="*/ 52 w 122"/>
              <a:gd name="T43" fmla="*/ 30 h 127"/>
              <a:gd name="T44" fmla="*/ 43 w 122"/>
              <a:gd name="T45" fmla="*/ 35 h 127"/>
              <a:gd name="T46" fmla="*/ 40 w 122"/>
              <a:gd name="T47" fmla="*/ 30 h 127"/>
              <a:gd name="T48" fmla="*/ 75 w 122"/>
              <a:gd name="T49" fmla="*/ 9 h 127"/>
              <a:gd name="T50" fmla="*/ 72 w 122"/>
              <a:gd name="T51" fmla="*/ 5 h 127"/>
              <a:gd name="T52" fmla="*/ 61 w 122"/>
              <a:gd name="T53" fmla="*/ 2 h 127"/>
              <a:gd name="T54" fmla="*/ 40 w 122"/>
              <a:gd name="T55" fmla="*/ 15 h 127"/>
              <a:gd name="T56" fmla="*/ 37 w 122"/>
              <a:gd name="T57" fmla="*/ 26 h 127"/>
              <a:gd name="T58" fmla="*/ 40 w 122"/>
              <a:gd name="T59" fmla="*/ 30 h 127"/>
              <a:gd name="T60" fmla="*/ 0 w 122"/>
              <a:gd name="T61" fmla="*/ 127 h 127"/>
              <a:gd name="T62" fmla="*/ 94 w 122"/>
              <a:gd name="T63" fmla="*/ 127 h 127"/>
              <a:gd name="T64" fmla="*/ 94 w 122"/>
              <a:gd name="T65" fmla="*/ 120 h 127"/>
              <a:gd name="T66" fmla="*/ 0 w 122"/>
              <a:gd name="T67" fmla="*/ 120 h 127"/>
              <a:gd name="T68" fmla="*/ 0 w 122"/>
              <a:gd name="T69" fmla="*/ 127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2" h="127">
                <a:moveTo>
                  <a:pt x="86" y="105"/>
                </a:moveTo>
                <a:cubicBezTo>
                  <a:pt x="86" y="106"/>
                  <a:pt x="87" y="107"/>
                  <a:pt x="89" y="108"/>
                </a:cubicBezTo>
                <a:cubicBezTo>
                  <a:pt x="122" y="127"/>
                  <a:pt x="122" y="127"/>
                  <a:pt x="122" y="127"/>
                </a:cubicBezTo>
                <a:cubicBezTo>
                  <a:pt x="122" y="88"/>
                  <a:pt x="122" y="88"/>
                  <a:pt x="122" y="88"/>
                </a:cubicBezTo>
                <a:cubicBezTo>
                  <a:pt x="122" y="87"/>
                  <a:pt x="121" y="85"/>
                  <a:pt x="121" y="84"/>
                </a:cubicBezTo>
                <a:cubicBezTo>
                  <a:pt x="117" y="78"/>
                  <a:pt x="117" y="78"/>
                  <a:pt x="117" y="78"/>
                </a:cubicBezTo>
                <a:cubicBezTo>
                  <a:pt x="82" y="99"/>
                  <a:pt x="82" y="99"/>
                  <a:pt x="82" y="99"/>
                </a:cubicBezTo>
                <a:lnTo>
                  <a:pt x="86" y="105"/>
                </a:lnTo>
                <a:close/>
                <a:moveTo>
                  <a:pt x="106" y="79"/>
                </a:moveTo>
                <a:cubicBezTo>
                  <a:pt x="114" y="73"/>
                  <a:pt x="114" y="73"/>
                  <a:pt x="114" y="73"/>
                </a:cubicBezTo>
                <a:cubicBezTo>
                  <a:pt x="78" y="14"/>
                  <a:pt x="78" y="14"/>
                  <a:pt x="78" y="14"/>
                </a:cubicBezTo>
                <a:cubicBezTo>
                  <a:pt x="69" y="19"/>
                  <a:pt x="69" y="19"/>
                  <a:pt x="69" y="19"/>
                </a:cubicBezTo>
                <a:lnTo>
                  <a:pt x="106" y="79"/>
                </a:lnTo>
                <a:close/>
                <a:moveTo>
                  <a:pt x="102" y="81"/>
                </a:moveTo>
                <a:cubicBezTo>
                  <a:pt x="66" y="21"/>
                  <a:pt x="66" y="21"/>
                  <a:pt x="66" y="21"/>
                </a:cubicBezTo>
                <a:cubicBezTo>
                  <a:pt x="55" y="28"/>
                  <a:pt x="55" y="28"/>
                  <a:pt x="55" y="28"/>
                </a:cubicBezTo>
                <a:cubicBezTo>
                  <a:pt x="91" y="87"/>
                  <a:pt x="91" y="87"/>
                  <a:pt x="91" y="87"/>
                </a:cubicBezTo>
                <a:lnTo>
                  <a:pt x="102" y="81"/>
                </a:lnTo>
                <a:close/>
                <a:moveTo>
                  <a:pt x="43" y="35"/>
                </a:moveTo>
                <a:cubicBezTo>
                  <a:pt x="79" y="95"/>
                  <a:pt x="79" y="95"/>
                  <a:pt x="79" y="95"/>
                </a:cubicBezTo>
                <a:cubicBezTo>
                  <a:pt x="88" y="89"/>
                  <a:pt x="88" y="89"/>
                  <a:pt x="88" y="89"/>
                </a:cubicBezTo>
                <a:cubicBezTo>
                  <a:pt x="52" y="30"/>
                  <a:pt x="52" y="30"/>
                  <a:pt x="52" y="30"/>
                </a:cubicBezTo>
                <a:lnTo>
                  <a:pt x="43" y="35"/>
                </a:lnTo>
                <a:close/>
                <a:moveTo>
                  <a:pt x="40" y="30"/>
                </a:moveTo>
                <a:cubicBezTo>
                  <a:pt x="75" y="9"/>
                  <a:pt x="75" y="9"/>
                  <a:pt x="75" y="9"/>
                </a:cubicBezTo>
                <a:cubicBezTo>
                  <a:pt x="72" y="5"/>
                  <a:pt x="72" y="5"/>
                  <a:pt x="72" y="5"/>
                </a:cubicBezTo>
                <a:cubicBezTo>
                  <a:pt x="70" y="1"/>
                  <a:pt x="65" y="0"/>
                  <a:pt x="61" y="2"/>
                </a:cubicBezTo>
                <a:cubicBezTo>
                  <a:pt x="40" y="15"/>
                  <a:pt x="40" y="15"/>
                  <a:pt x="40" y="15"/>
                </a:cubicBezTo>
                <a:cubicBezTo>
                  <a:pt x="36" y="17"/>
                  <a:pt x="35" y="22"/>
                  <a:pt x="37" y="26"/>
                </a:cubicBezTo>
                <a:lnTo>
                  <a:pt x="40" y="30"/>
                </a:lnTo>
                <a:close/>
                <a:moveTo>
                  <a:pt x="0" y="127"/>
                </a:moveTo>
                <a:cubicBezTo>
                  <a:pt x="94" y="127"/>
                  <a:pt x="94" y="127"/>
                  <a:pt x="94" y="127"/>
                </a:cubicBezTo>
                <a:cubicBezTo>
                  <a:pt x="94" y="120"/>
                  <a:pt x="94" y="120"/>
                  <a:pt x="94" y="120"/>
                </a:cubicBezTo>
                <a:cubicBezTo>
                  <a:pt x="0" y="120"/>
                  <a:pt x="0" y="120"/>
                  <a:pt x="0" y="120"/>
                </a:cubicBezTo>
                <a:lnTo>
                  <a:pt x="0" y="12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120"/>
          <p:cNvSpPr>
            <a:spLocks/>
          </p:cNvSpPr>
          <p:nvPr/>
        </p:nvSpPr>
        <p:spPr bwMode="auto">
          <a:xfrm>
            <a:off x="2103438" y="3391763"/>
            <a:ext cx="290513" cy="288925"/>
          </a:xfrm>
          <a:custGeom>
            <a:avLst/>
            <a:gdLst>
              <a:gd name="T0" fmla="*/ 0 w 92"/>
              <a:gd name="T1" fmla="*/ 91 h 91"/>
              <a:gd name="T2" fmla="*/ 46 w 92"/>
              <a:gd name="T3" fmla="*/ 0 h 91"/>
              <a:gd name="T4" fmla="*/ 92 w 92"/>
              <a:gd name="T5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" h="91">
                <a:moveTo>
                  <a:pt x="0" y="91"/>
                </a:moveTo>
                <a:cubicBezTo>
                  <a:pt x="0" y="91"/>
                  <a:pt x="0" y="0"/>
                  <a:pt x="46" y="0"/>
                </a:cubicBezTo>
                <a:cubicBezTo>
                  <a:pt x="92" y="0"/>
                  <a:pt x="92" y="91"/>
                  <a:pt x="92" y="91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1121"/>
          <p:cNvSpPr>
            <a:spLocks/>
          </p:cNvSpPr>
          <p:nvPr/>
        </p:nvSpPr>
        <p:spPr bwMode="auto">
          <a:xfrm>
            <a:off x="4137026" y="3391763"/>
            <a:ext cx="292100" cy="288925"/>
          </a:xfrm>
          <a:custGeom>
            <a:avLst/>
            <a:gdLst>
              <a:gd name="T0" fmla="*/ 0 w 92"/>
              <a:gd name="T1" fmla="*/ 91 h 91"/>
              <a:gd name="T2" fmla="*/ 46 w 92"/>
              <a:gd name="T3" fmla="*/ 0 h 91"/>
              <a:gd name="T4" fmla="*/ 92 w 92"/>
              <a:gd name="T5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" h="91">
                <a:moveTo>
                  <a:pt x="0" y="91"/>
                </a:moveTo>
                <a:cubicBezTo>
                  <a:pt x="0" y="91"/>
                  <a:pt x="0" y="0"/>
                  <a:pt x="46" y="0"/>
                </a:cubicBezTo>
                <a:cubicBezTo>
                  <a:pt x="92" y="0"/>
                  <a:pt x="92" y="91"/>
                  <a:pt x="92" y="91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1122"/>
          <p:cNvSpPr>
            <a:spLocks/>
          </p:cNvSpPr>
          <p:nvPr/>
        </p:nvSpPr>
        <p:spPr bwMode="auto">
          <a:xfrm>
            <a:off x="6172201" y="3391763"/>
            <a:ext cx="288925" cy="288925"/>
          </a:xfrm>
          <a:custGeom>
            <a:avLst/>
            <a:gdLst>
              <a:gd name="T0" fmla="*/ 0 w 91"/>
              <a:gd name="T1" fmla="*/ 91 h 91"/>
              <a:gd name="T2" fmla="*/ 45 w 91"/>
              <a:gd name="T3" fmla="*/ 0 h 91"/>
              <a:gd name="T4" fmla="*/ 91 w 91"/>
              <a:gd name="T5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1" h="91">
                <a:moveTo>
                  <a:pt x="0" y="91"/>
                </a:moveTo>
                <a:cubicBezTo>
                  <a:pt x="0" y="91"/>
                  <a:pt x="0" y="0"/>
                  <a:pt x="45" y="0"/>
                </a:cubicBezTo>
                <a:cubicBezTo>
                  <a:pt x="91" y="0"/>
                  <a:pt x="91" y="91"/>
                  <a:pt x="91" y="91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1123"/>
          <p:cNvSpPr>
            <a:spLocks/>
          </p:cNvSpPr>
          <p:nvPr/>
        </p:nvSpPr>
        <p:spPr bwMode="auto">
          <a:xfrm>
            <a:off x="8202613" y="3391763"/>
            <a:ext cx="292100" cy="288925"/>
          </a:xfrm>
          <a:custGeom>
            <a:avLst/>
            <a:gdLst>
              <a:gd name="T0" fmla="*/ 0 w 92"/>
              <a:gd name="T1" fmla="*/ 91 h 91"/>
              <a:gd name="T2" fmla="*/ 46 w 92"/>
              <a:gd name="T3" fmla="*/ 0 h 91"/>
              <a:gd name="T4" fmla="*/ 92 w 92"/>
              <a:gd name="T5" fmla="*/ 91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2" h="91">
                <a:moveTo>
                  <a:pt x="0" y="91"/>
                </a:moveTo>
                <a:cubicBezTo>
                  <a:pt x="0" y="91"/>
                  <a:pt x="0" y="0"/>
                  <a:pt x="46" y="0"/>
                </a:cubicBezTo>
                <a:cubicBezTo>
                  <a:pt x="92" y="0"/>
                  <a:pt x="92" y="91"/>
                  <a:pt x="92" y="91"/>
                </a:cubicBezTo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1128"/>
          <p:cNvSpPr>
            <a:spLocks/>
          </p:cNvSpPr>
          <p:nvPr/>
        </p:nvSpPr>
        <p:spPr bwMode="auto">
          <a:xfrm>
            <a:off x="2103438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4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30" y="2"/>
                  <a:pt x="25" y="58"/>
                  <a:pt x="24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1129"/>
          <p:cNvSpPr>
            <a:spLocks/>
          </p:cNvSpPr>
          <p:nvPr/>
        </p:nvSpPr>
        <p:spPr bwMode="auto">
          <a:xfrm>
            <a:off x="4137026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3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29" y="2"/>
                  <a:pt x="25" y="58"/>
                  <a:pt x="23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130"/>
          <p:cNvSpPr>
            <a:spLocks/>
          </p:cNvSpPr>
          <p:nvPr/>
        </p:nvSpPr>
        <p:spPr bwMode="auto">
          <a:xfrm>
            <a:off x="6172201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3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29" y="2"/>
                  <a:pt x="24" y="58"/>
                  <a:pt x="23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1131"/>
          <p:cNvSpPr>
            <a:spLocks/>
          </p:cNvSpPr>
          <p:nvPr/>
        </p:nvSpPr>
        <p:spPr bwMode="auto">
          <a:xfrm>
            <a:off x="8202613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4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30" y="2"/>
                  <a:pt x="25" y="58"/>
                  <a:pt x="24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1132"/>
          <p:cNvSpPr>
            <a:spLocks/>
          </p:cNvSpPr>
          <p:nvPr/>
        </p:nvSpPr>
        <p:spPr bwMode="auto">
          <a:xfrm>
            <a:off x="2103438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4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30" y="2"/>
                  <a:pt x="25" y="58"/>
                  <a:pt x="24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1133"/>
          <p:cNvSpPr>
            <a:spLocks/>
          </p:cNvSpPr>
          <p:nvPr/>
        </p:nvSpPr>
        <p:spPr bwMode="auto">
          <a:xfrm>
            <a:off x="4137026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3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29" y="2"/>
                  <a:pt x="25" y="58"/>
                  <a:pt x="23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1134"/>
          <p:cNvSpPr>
            <a:spLocks/>
          </p:cNvSpPr>
          <p:nvPr/>
        </p:nvSpPr>
        <p:spPr bwMode="auto">
          <a:xfrm>
            <a:off x="6172201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3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29" y="2"/>
                  <a:pt x="24" y="58"/>
                  <a:pt x="23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135"/>
          <p:cNvSpPr>
            <a:spLocks/>
          </p:cNvSpPr>
          <p:nvPr/>
        </p:nvSpPr>
        <p:spPr bwMode="auto">
          <a:xfrm>
            <a:off x="8202613" y="3391763"/>
            <a:ext cx="142875" cy="288925"/>
          </a:xfrm>
          <a:custGeom>
            <a:avLst/>
            <a:gdLst>
              <a:gd name="T0" fmla="*/ 45 w 45"/>
              <a:gd name="T1" fmla="*/ 0 h 91"/>
              <a:gd name="T2" fmla="*/ 24 w 45"/>
              <a:gd name="T3" fmla="*/ 91 h 91"/>
              <a:gd name="T4" fmla="*/ 0 w 45"/>
              <a:gd name="T5" fmla="*/ 91 h 91"/>
              <a:gd name="T6" fmla="*/ 45 w 45"/>
              <a:gd name="T7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" h="91">
                <a:moveTo>
                  <a:pt x="45" y="0"/>
                </a:moveTo>
                <a:cubicBezTo>
                  <a:pt x="30" y="2"/>
                  <a:pt x="25" y="58"/>
                  <a:pt x="24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1"/>
                  <a:pt x="0" y="1"/>
                  <a:pt x="45" y="0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53994" y="3765447"/>
            <a:ext cx="14405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اطلاع رسانی از سرویس ویدئوکنفرانس قبل و بعد از راه اندازی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30796" y="3861745"/>
            <a:ext cx="17811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تشریح مزایا </a:t>
            </a:r>
            <a:r>
              <a:rPr lang="fa-IR" dirty="0" smtClean="0">
                <a:solidFill>
                  <a:schemeClr val="tx2"/>
                </a:solidFill>
                <a:cs typeface="B Titr" panose="00000700000000000000" pitchFamily="2" charset="-78"/>
              </a:rPr>
              <a:t>برای</a:t>
            </a:r>
          </a:p>
          <a:p>
            <a:pPr algn="ctr" rtl="1"/>
            <a:r>
              <a:rPr lang="fa-IR" dirty="0" smtClean="0">
                <a:solidFill>
                  <a:schemeClr val="tx2"/>
                </a:solidFill>
                <a:cs typeface="B Titr" panose="00000700000000000000" pitchFamily="2" charset="-78"/>
              </a:rPr>
              <a:t> مدیران و </a:t>
            </a:r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سایر </a:t>
            </a:r>
            <a:endParaRPr lang="fa-IR" dirty="0" smtClean="0">
              <a:solidFill>
                <a:schemeClr val="tx2"/>
              </a:solidFill>
              <a:cs typeface="B Titr" panose="00000700000000000000" pitchFamily="2" charset="-78"/>
            </a:endParaRPr>
          </a:p>
          <a:p>
            <a:pPr algn="ctr" rtl="1"/>
            <a:r>
              <a:rPr lang="fa-IR" dirty="0" smtClean="0">
                <a:solidFill>
                  <a:schemeClr val="tx2"/>
                </a:solidFill>
                <a:cs typeface="B Titr" panose="00000700000000000000" pitchFamily="2" charset="-78"/>
              </a:rPr>
              <a:t>اعضای </a:t>
            </a:r>
            <a:r>
              <a:rPr lang="fa-IR" dirty="0">
                <a:solidFill>
                  <a:schemeClr val="tx2"/>
                </a:solidFill>
                <a:cs typeface="B Titr" panose="00000700000000000000" pitchFamily="2" charset="-78"/>
              </a:rPr>
              <a:t>سازمان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36959" y="3756885"/>
            <a:ext cx="14606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تهیه شیوه نامه استفاده از سرویس – آداب و فرایند 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6699251" y="3728313"/>
            <a:ext cx="15525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dirty="0" smtClean="0">
                <a:cs typeface="B Titr" panose="00000700000000000000" pitchFamily="2" charset="-78"/>
              </a:rPr>
              <a:t>تعریف </a:t>
            </a:r>
            <a:r>
              <a:rPr lang="fa-IR" dirty="0">
                <a:cs typeface="B Titr" panose="00000700000000000000" pitchFamily="2" charset="-78"/>
              </a:rPr>
              <a:t>کاربردهای </a:t>
            </a:r>
            <a:endParaRPr lang="fa-IR" dirty="0" smtClean="0">
              <a:cs typeface="B Titr" panose="00000700000000000000" pitchFamily="2" charset="-78"/>
            </a:endParaRPr>
          </a:p>
          <a:p>
            <a:pPr algn="ctr" rtl="1"/>
            <a:r>
              <a:rPr lang="fa-IR" dirty="0" smtClean="0">
                <a:cs typeface="B Titr" panose="00000700000000000000" pitchFamily="2" charset="-78"/>
              </a:rPr>
              <a:t>جدید </a:t>
            </a:r>
            <a:r>
              <a:rPr lang="fa-IR" dirty="0">
                <a:cs typeface="B Titr" panose="00000700000000000000" pitchFamily="2" charset="-78"/>
              </a:rPr>
              <a:t>با مدیران </a:t>
            </a:r>
            <a:endParaRPr lang="fa-IR" dirty="0" smtClean="0">
              <a:cs typeface="B Titr" panose="00000700000000000000" pitchFamily="2" charset="-78"/>
            </a:endParaRPr>
          </a:p>
          <a:p>
            <a:pPr algn="ctr" rtl="1"/>
            <a:r>
              <a:rPr lang="fa-IR" dirty="0" smtClean="0">
                <a:cs typeface="B Titr" panose="00000700000000000000" pitchFamily="2" charset="-78"/>
              </a:rPr>
              <a:t>واحدهای </a:t>
            </a:r>
          </a:p>
          <a:p>
            <a:pPr algn="ctr" rtl="1"/>
            <a:r>
              <a:rPr lang="fa-IR" dirty="0" smtClean="0">
                <a:cs typeface="B Titr" panose="00000700000000000000" pitchFamily="2" charset="-78"/>
              </a:rPr>
              <a:t>مصرف </a:t>
            </a:r>
            <a:r>
              <a:rPr lang="fa-IR" dirty="0">
                <a:cs typeface="B Titr" panose="00000700000000000000" pitchFamily="2" charset="-78"/>
              </a:rPr>
              <a:t>کننده</a:t>
            </a:r>
          </a:p>
          <a:p>
            <a:pPr algn="ct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377569" y="1659648"/>
            <a:ext cx="259696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a-IR" sz="2600" dirty="0">
                <a:cs typeface="B Titr" panose="00000700000000000000" pitchFamily="2" charset="-78"/>
              </a:rPr>
              <a:t>آماده سازی فرهنگی</a:t>
            </a:r>
            <a:endParaRPr lang="fa-IR" sz="2600" dirty="0"/>
          </a:p>
        </p:txBody>
      </p:sp>
    </p:spTree>
    <p:extLst>
      <p:ext uri="{BB962C8B-B14F-4D97-AF65-F5344CB8AC3E}">
        <p14:creationId xmlns:p14="http://schemas.microsoft.com/office/powerpoint/2010/main" val="20361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32" y="1484997"/>
            <a:ext cx="6031810" cy="5180728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32202" y="214702"/>
            <a:ext cx="7141809" cy="593682"/>
          </a:xfrm>
        </p:spPr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دستگاه هایی که از این سرویس استفاده می کنند</a:t>
            </a:r>
            <a:endParaRPr lang="fa-IR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4069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>
                <a:cs typeface="B Titr" panose="00000700000000000000" pitchFamily="2" charset="-78"/>
              </a:rPr>
              <a:t>با تشکر از حسن توجه شما</a:t>
            </a:r>
            <a:endParaRPr lang="fa-IR" dirty="0">
              <a:cs typeface="B Titr" panose="000007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15375" y="6367463"/>
            <a:ext cx="428625" cy="490537"/>
          </a:xfrm>
        </p:spPr>
        <p:txBody>
          <a:bodyPr/>
          <a:lstStyle/>
          <a:p>
            <a:fld id="{84E34B43-E9D9-42FA-9E0E-082DE82D03F6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96848"/>
              </p:ext>
            </p:extLst>
          </p:nvPr>
        </p:nvGraphicFramePr>
        <p:xfrm>
          <a:off x="3571585" y="689316"/>
          <a:ext cx="2000829" cy="179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CorelDRAW" r:id="rId3" imgW="2315880" imgH="2074320" progId="CorelDraw.Graphic.17">
                  <p:embed/>
                </p:oleObj>
              </mc:Choice>
              <mc:Fallback>
                <p:oleObj name="CorelDRAW" r:id="rId3" imgW="2315880" imgH="2074320" progId="CorelDraw.Graphic.17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585" y="689316"/>
                        <a:ext cx="2000829" cy="179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535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0007_1">
      <a:dk1>
        <a:sysClr val="windowText" lastClr="000000"/>
      </a:dk1>
      <a:lt1>
        <a:srgbClr val="3D485D"/>
      </a:lt1>
      <a:dk2>
        <a:srgbClr val="FFFFFF"/>
      </a:dk2>
      <a:lt2>
        <a:srgbClr val="85898F"/>
      </a:lt2>
      <a:accent1>
        <a:srgbClr val="39AEB5"/>
      </a:accent1>
      <a:accent2>
        <a:srgbClr val="5A6783"/>
      </a:accent2>
      <a:accent3>
        <a:srgbClr val="B5B5B5"/>
      </a:accent3>
      <a:accent4>
        <a:srgbClr val="B5B5B5"/>
      </a:accent4>
      <a:accent5>
        <a:srgbClr val="B5B5B5"/>
      </a:accent5>
      <a:accent6>
        <a:srgbClr val="B5B5B5"/>
      </a:accent6>
      <a:hlink>
        <a:srgbClr val="B5B5B5"/>
      </a:hlink>
      <a:folHlink>
        <a:srgbClr val="B5B5B5"/>
      </a:folHlink>
    </a:clrScheme>
    <a:fontScheme name="Style_Awesome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3367118</TotalTime>
  <Words>1384</Words>
  <Application>Microsoft Office PowerPoint</Application>
  <PresentationFormat>On-screen Show (4:3)</PresentationFormat>
  <Paragraphs>258</Paragraphs>
  <Slides>32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52" baseType="lpstr">
      <vt:lpstr> BTITR</vt:lpstr>
      <vt:lpstr>Abdo Rajab</vt:lpstr>
      <vt:lpstr>Arial</vt:lpstr>
      <vt:lpstr>Arial</vt:lpstr>
      <vt:lpstr>B </vt:lpstr>
      <vt:lpstr>B Jalal</vt:lpstr>
      <vt:lpstr>B Nazanin</vt:lpstr>
      <vt:lpstr>B T</vt:lpstr>
      <vt:lpstr>B TitI</vt:lpstr>
      <vt:lpstr>B Titr</vt:lpstr>
      <vt:lpstr>B Yekan</vt:lpstr>
      <vt:lpstr>B Yekan+</vt:lpstr>
      <vt:lpstr>Calibri</vt:lpstr>
      <vt:lpstr>Raleway</vt:lpstr>
      <vt:lpstr>Raleway ExtraBold</vt:lpstr>
      <vt:lpstr>Raleway SemiBold</vt:lpstr>
      <vt:lpstr>Times New Roman</vt:lpstr>
      <vt:lpstr>Office Theme</vt:lpstr>
      <vt:lpstr>CorelDRAW</vt:lpstr>
      <vt:lpstr>Image</vt:lpstr>
      <vt:lpstr>چگونه از ویدئوکنفرانس به نفع سازمان خود استفاده کنیم؟</vt:lpstr>
      <vt:lpstr>مقدمه</vt:lpstr>
      <vt:lpstr>موضوعات قابل ارائه در  مورد ویدئو کنفرانس</vt:lpstr>
      <vt:lpstr>موضوعات قابل ارائه درمورد ویدئو کنفرانس</vt:lpstr>
      <vt:lpstr>موضوعات قابل ارائه درمورد ویدئو کنفرانس</vt:lpstr>
      <vt:lpstr>موضوعات قابل ارائه درمورد ویدئو کنفرانس</vt:lpstr>
      <vt:lpstr>موضوعات قابل ارائه درمورد ویدئو کنفرانس</vt:lpstr>
      <vt:lpstr>موضوعات قابل ارائه درمورد ویدئو کنفرانس</vt:lpstr>
      <vt:lpstr>PowerPoint Presentation</vt:lpstr>
      <vt:lpstr>ویدئوکنفرنس از دیروز تا امروز</vt:lpstr>
      <vt:lpstr>اجزای شبکه ویدئو کنفرانس سخت افزاری:</vt:lpstr>
      <vt:lpstr>هزینه پیاده سازی شبکه ویدئوکنفرانس مبتنی بر MCU  </vt:lpstr>
      <vt:lpstr>PowerPoint Presentation</vt:lpstr>
      <vt:lpstr>PowerPoint Presentation</vt:lpstr>
      <vt:lpstr>استفاده از سرویس</vt:lpstr>
      <vt:lpstr>PowerPoint Presentation</vt:lpstr>
      <vt:lpstr>PowerPoint Presentation</vt:lpstr>
      <vt:lpstr>جلسات ابری مجازی</vt:lpstr>
      <vt:lpstr>مزایای جلسات ابری مجازی</vt:lpstr>
      <vt:lpstr>مزایای جلسات ابری مجازی</vt:lpstr>
      <vt:lpstr>جلسات ابری مجازی</vt:lpstr>
      <vt:lpstr>PowerPoint Presentation</vt:lpstr>
      <vt:lpstr>نیازمندی های فنی</vt:lpstr>
      <vt:lpstr>پهنای باند و شبکه</vt:lpstr>
      <vt:lpstr>نیازمندی های فنی – پهنای باند</vt:lpstr>
      <vt:lpstr>نیازمندی های فنی – سخت افزار</vt:lpstr>
      <vt:lpstr>نیازمندی های فنی – سخت افزار</vt:lpstr>
      <vt:lpstr>عملی کردن طرح توجیهی</vt:lpstr>
      <vt:lpstr>برگزاری پایلوت</vt:lpstr>
      <vt:lpstr>آماده سازی فرهنگی</vt:lpstr>
      <vt:lpstr>دستگاه هایی که از این سرویس استفاده می کنند</vt:lpstr>
      <vt:lpstr>با تشکر از حسن توجه شما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Lunik</dc:creator>
  <cp:lastModifiedBy>Amir Hossein Khosh Dast</cp:lastModifiedBy>
  <cp:revision>259</cp:revision>
  <dcterms:created xsi:type="dcterms:W3CDTF">2016-02-11T06:09:32Z</dcterms:created>
  <dcterms:modified xsi:type="dcterms:W3CDTF">2016-12-17T10:48:17Z</dcterms:modified>
</cp:coreProperties>
</file>