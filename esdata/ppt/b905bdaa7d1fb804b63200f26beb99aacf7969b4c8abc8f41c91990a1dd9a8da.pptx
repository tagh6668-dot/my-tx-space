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theme/theme1.xml" ContentType="application/vnd.openxmlformats-officedocument.theme+xml"/>
  <Default Extension="jpeg" ContentType="image/jpeg"/>
  <Override PartName="/ppt/slideLayouts/slideLayout2.xml" ContentType="application/vnd.openxmlformats-officedocument.presentationml.slideLayout+xml"/>
  <Override PartName="/ppt/slideLayouts/slideLayout3.xml" ContentType="application/vnd.openxmlformats-officedocument.presentationml.slideLayout+xml"/>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tl="1" saveSubsetFonts="1">
  <p:sldMasterIdLst>
    <p:sldMasterId id="2147483732" r:id="rId1"/>
  </p:sldMasterIdLst>
  <p:sldIdLst>
    <p:sldId id="272" r:id="rId2"/>
    <p:sldId id="256" r:id="rId3"/>
    <p:sldId id="257" r:id="rId4"/>
    <p:sldId id="268" r:id="rId5"/>
    <p:sldId id="258" r:id="rId6"/>
    <p:sldId id="270" r:id="rId7"/>
    <p:sldId id="262" r:id="rId8"/>
    <p:sldId id="263" r:id="rId9"/>
    <p:sldId id="264" r:id="rId10"/>
    <p:sldId id="265" r:id="rId11"/>
    <p:sldId id="273" r:id="rId12"/>
    <p:sldId id="267" r:id="rId13"/>
    <p:sldId id="271" r:id="rId14"/>
    <p:sldId id="274" r:id="rId15"/>
  </p:sldIdLst>
  <p:sldSz cx="9144000" cy="6858000" type="screen4x3"/>
  <p:notesSz cx="6858000" cy="9144000"/>
  <p:defaultTextStyle>
    <a:defPPr>
      <a:defRPr lang="fa-IR"/>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84380"/>
    <p:restoredTop sz="94660"/>
  </p:normalViewPr>
  <p:slideViewPr>
    <p:cSldViewPr>
      <p:cViewPr varScale="1">
        <p:scale>
          <a:sx n="72" d="100"/>
          <a:sy n="72" d="100"/>
        </p:scale>
        <p:origin x="-1104" y="-84"/>
      </p:cViewPr>
      <p:guideLst>
        <p:guide orient="horz" pos="2160"/>
        <p:guide pos="288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3">
        <a:schemeClr val="bg1"/>
      </p:bgRef>
    </p:bg>
    <p:spTree>
      <p:nvGrpSpPr>
        <p:cNvPr id="1" name=""/>
        <p:cNvGrpSpPr/>
        <p:nvPr/>
      </p:nvGrpSpPr>
      <p:grpSpPr>
        <a:xfrm>
          <a:off x="0" y="0"/>
          <a:ext cx="0" cy="0"/>
          <a:chOff x="0" y="0"/>
          <a:chExt cx="0" cy="0"/>
        </a:xfrm>
      </p:grpSpPr>
      <p:sp>
        <p:nvSpPr>
          <p:cNvPr id="12" name="Rectangle 11"/>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useBgFill="1">
        <p:nvSpPr>
          <p:cNvPr id="13" name="Rounded Rectangle 12"/>
          <p:cNvSpPr/>
          <p:nvPr/>
        </p:nvSpPr>
        <p:spPr>
          <a:xfrm>
            <a:off x="65313" y="69755"/>
            <a:ext cx="9013372" cy="6692201"/>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9" name="Subtitle 8"/>
          <p:cNvSpPr>
            <a:spLocks noGrp="1"/>
          </p:cNvSpPr>
          <p:nvPr>
            <p:ph type="subTitle" idx="1"/>
          </p:nvPr>
        </p:nvSpPr>
        <p:spPr>
          <a:xfrm>
            <a:off x="1295400" y="3200400"/>
            <a:ext cx="6400800" cy="1600200"/>
          </a:xfrm>
        </p:spPr>
        <p:txBody>
          <a:bodyPr/>
          <a:lstStyle>
            <a:lvl1pPr marL="0" indent="0" algn="ctr">
              <a:buNone/>
              <a:defRPr sz="2600">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28" name="Date Placeholder 27"/>
          <p:cNvSpPr>
            <a:spLocks noGrp="1"/>
          </p:cNvSpPr>
          <p:nvPr>
            <p:ph type="dt" sz="half" idx="10"/>
          </p:nvPr>
        </p:nvSpPr>
        <p:spPr/>
        <p:txBody>
          <a:bodyPr/>
          <a:lstStyle/>
          <a:p>
            <a:fld id="{9296B568-19B8-4919-9296-C389A2329224}" type="datetimeFigureOut">
              <a:rPr lang="fa-IR" smtClean="0"/>
              <a:pPr/>
              <a:t>02/22/1435</a:t>
            </a:fld>
            <a:endParaRPr lang="fa-IR"/>
          </a:p>
        </p:txBody>
      </p:sp>
      <p:sp>
        <p:nvSpPr>
          <p:cNvPr id="17" name="Footer Placeholder 16"/>
          <p:cNvSpPr>
            <a:spLocks noGrp="1"/>
          </p:cNvSpPr>
          <p:nvPr>
            <p:ph type="ftr" sz="quarter" idx="11"/>
          </p:nvPr>
        </p:nvSpPr>
        <p:spPr/>
        <p:txBody>
          <a:bodyPr/>
          <a:lstStyle/>
          <a:p>
            <a:endParaRPr lang="fa-IR"/>
          </a:p>
        </p:txBody>
      </p:sp>
      <p:sp>
        <p:nvSpPr>
          <p:cNvPr id="29" name="Slide Number Placeholder 28"/>
          <p:cNvSpPr>
            <a:spLocks noGrp="1"/>
          </p:cNvSpPr>
          <p:nvPr>
            <p:ph type="sldNum" sz="quarter" idx="12"/>
          </p:nvPr>
        </p:nvSpPr>
        <p:spPr/>
        <p:txBody>
          <a:bodyPr lIns="0" tIns="0" rIns="0" bIns="0">
            <a:noAutofit/>
          </a:bodyPr>
          <a:lstStyle>
            <a:lvl1pPr>
              <a:defRPr sz="1400">
                <a:solidFill>
                  <a:srgbClr val="FFFFFF"/>
                </a:solidFill>
              </a:defRPr>
            </a:lvl1pPr>
          </a:lstStyle>
          <a:p>
            <a:fld id="{0B7E61A8-4678-4A01-B5D3-39B2A48519FE}" type="slidenum">
              <a:rPr lang="fa-IR" smtClean="0"/>
              <a:pPr/>
              <a:t>‹#›</a:t>
            </a:fld>
            <a:endParaRPr lang="fa-IR"/>
          </a:p>
        </p:txBody>
      </p:sp>
      <p:sp>
        <p:nvSpPr>
          <p:cNvPr id="7" name="Rectangle 6"/>
          <p:cNvSpPr/>
          <p:nvPr/>
        </p:nvSpPr>
        <p:spPr>
          <a:xfrm>
            <a:off x="62931" y="1449303"/>
            <a:ext cx="9021537" cy="1527349"/>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a:xfrm>
            <a:off x="62931" y="1396720"/>
            <a:ext cx="9021537" cy="120580"/>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Rectangle 10"/>
          <p:cNvSpPr/>
          <p:nvPr/>
        </p:nvSpPr>
        <p:spPr>
          <a:xfrm>
            <a:off x="62931" y="2976649"/>
            <a:ext cx="9021537" cy="110532"/>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Title 7"/>
          <p:cNvSpPr>
            <a:spLocks noGrp="1"/>
          </p:cNvSpPr>
          <p:nvPr>
            <p:ph type="ctrTitle"/>
          </p:nvPr>
        </p:nvSpPr>
        <p:spPr>
          <a:xfrm>
            <a:off x="457200" y="1505930"/>
            <a:ext cx="8229600" cy="1470025"/>
          </a:xfrm>
        </p:spPr>
        <p:txBody>
          <a:bodyPr anchor="ctr"/>
          <a:lstStyle>
            <a:lvl1pPr algn="ctr">
              <a:defRPr lang="en-US" dirty="0">
                <a:solidFill>
                  <a:srgbClr val="FFFFFF"/>
                </a:solidFill>
              </a:defRPr>
            </a:lvl1pPr>
          </a:lstStyle>
          <a:p>
            <a:r>
              <a:rPr kumimoji="0" lang="en-US" smtClean="0"/>
              <a:t>Click to edit Master title style</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4" name="Date Placeholder 3"/>
          <p:cNvSpPr>
            <a:spLocks noGrp="1"/>
          </p:cNvSpPr>
          <p:nvPr>
            <p:ph type="dt" sz="half" idx="10"/>
          </p:nvPr>
        </p:nvSpPr>
        <p:spPr/>
        <p:txBody>
          <a:bodyPr/>
          <a:lstStyle/>
          <a:p>
            <a:fld id="{9296B568-19B8-4919-9296-C389A2329224}" type="datetimeFigureOut">
              <a:rPr lang="fa-IR" smtClean="0"/>
              <a:pPr/>
              <a:t>02/22/1435</a:t>
            </a:fld>
            <a:endParaRPr lang="fa-IR"/>
          </a:p>
        </p:txBody>
      </p:sp>
      <p:sp>
        <p:nvSpPr>
          <p:cNvPr id="5" name="Footer Placeholder 4"/>
          <p:cNvSpPr>
            <a:spLocks noGrp="1"/>
          </p:cNvSpPr>
          <p:nvPr>
            <p:ph type="ftr" sz="quarter" idx="11"/>
          </p:nvPr>
        </p:nvSpPr>
        <p:spPr/>
        <p:txBody>
          <a:bodyPr/>
          <a:lstStyle/>
          <a:p>
            <a:endParaRPr lang="fa-IR"/>
          </a:p>
        </p:txBody>
      </p:sp>
      <p:sp>
        <p:nvSpPr>
          <p:cNvPr id="6" name="Slide Number Placeholder 5"/>
          <p:cNvSpPr>
            <a:spLocks noGrp="1"/>
          </p:cNvSpPr>
          <p:nvPr>
            <p:ph type="sldNum" sz="quarter" idx="12"/>
          </p:nvPr>
        </p:nvSpPr>
        <p:spPr/>
        <p:txBody>
          <a:bodyPr/>
          <a:lstStyle/>
          <a:p>
            <a:fld id="{0B7E61A8-4678-4A01-B5D3-39B2A48519FE}" type="slidenum">
              <a:rPr lang="fa-IR" smtClean="0"/>
              <a:pPr/>
              <a:t>‹#›</a:t>
            </a:fld>
            <a:endParaRPr lang="fa-IR"/>
          </a:p>
        </p:txBody>
      </p:sp>
      <p:sp>
        <p:nvSpPr>
          <p:cNvPr id="8" name="Content Placeholder 7"/>
          <p:cNvSpPr>
            <a:spLocks noGrp="1"/>
          </p:cNvSpPr>
          <p:nvPr>
            <p:ph sz="quarter" idx="1"/>
          </p:nvPr>
        </p:nvSpPr>
        <p:spPr>
          <a:xfrm>
            <a:off x="914400" y="1447800"/>
            <a:ext cx="7772400" cy="4572000"/>
          </a:xfrm>
        </p:spPr>
        <p:txBody>
          <a:bodyPr vert="horz"/>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3">
        <a:schemeClr val="bg1"/>
      </p:bgRef>
    </p:bg>
    <p:spTree>
      <p:nvGrpSpPr>
        <p:cNvPr id="1" name=""/>
        <p:cNvGrpSpPr/>
        <p:nvPr/>
      </p:nvGrpSpPr>
      <p:grpSpPr>
        <a:xfrm>
          <a:off x="0" y="0"/>
          <a:ext cx="0" cy="0"/>
          <a:chOff x="0" y="0"/>
          <a:chExt cx="0" cy="0"/>
        </a:xfrm>
      </p:grpSpPr>
      <p:sp>
        <p:nvSpPr>
          <p:cNvPr id="11" name="Rectangle 10"/>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useBgFill="1">
        <p:nvSpPr>
          <p:cNvPr id="10" name="Rounded Rectangle 9"/>
          <p:cNvSpPr/>
          <p:nvPr/>
        </p:nvSpPr>
        <p:spPr>
          <a:xfrm>
            <a:off x="65313" y="69755"/>
            <a:ext cx="9013372" cy="6692201"/>
          </a:xfrm>
          <a:prstGeom prst="roundRect">
            <a:avLst>
              <a:gd name="adj" fmla="val 4929"/>
            </a:avLst>
          </a:prstGeom>
          <a:ln w="6350" cap="sq" cmpd="sng" algn="ctr">
            <a:solidFill>
              <a:schemeClr val="tx1">
                <a:alpha val="100000"/>
              </a:schemeClr>
            </a:solidFill>
            <a:prstDash val="solid"/>
          </a:ln>
          <a:effectLst/>
        </p:spPr>
        <p:style>
          <a:lnRef idx="3">
            <a:schemeClr val="lt1"/>
          </a:lnRef>
          <a:fillRef idx="1003">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722313" y="952500"/>
            <a:ext cx="7772400" cy="1362075"/>
          </a:xfrm>
        </p:spPr>
        <p:txBody>
          <a:bodyPr anchor="b" anchorCtr="0"/>
          <a:lstStyle>
            <a:lvl1pPr algn="l">
              <a:buNone/>
              <a:defRPr sz="4000" b="0" cap="none"/>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722313" y="2547938"/>
            <a:ext cx="7772400" cy="1338262"/>
          </a:xfrm>
        </p:spPr>
        <p:txBody>
          <a:bodyPr anchor="t" anchorCtr="0"/>
          <a:lstStyle>
            <a:lvl1pPr marL="0" indent="0">
              <a:buNone/>
              <a:defRPr sz="2400">
                <a:solidFill>
                  <a:schemeClr val="tx1">
                    <a:tint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p>
            <a:fld id="{9296B568-19B8-4919-9296-C389A2329224}" type="datetimeFigureOut">
              <a:rPr lang="fa-IR" smtClean="0"/>
              <a:pPr/>
              <a:t>02/22/1435</a:t>
            </a:fld>
            <a:endParaRPr lang="fa-IR"/>
          </a:p>
        </p:txBody>
      </p:sp>
      <p:sp>
        <p:nvSpPr>
          <p:cNvPr id="5" name="Footer Placeholder 4"/>
          <p:cNvSpPr>
            <a:spLocks noGrp="1"/>
          </p:cNvSpPr>
          <p:nvPr>
            <p:ph type="ftr" sz="quarter" idx="11"/>
          </p:nvPr>
        </p:nvSpPr>
        <p:spPr>
          <a:xfrm>
            <a:off x="800100" y="6172200"/>
            <a:ext cx="4000500" cy="457200"/>
          </a:xfrm>
        </p:spPr>
        <p:txBody>
          <a:bodyPr/>
          <a:lstStyle/>
          <a:p>
            <a:endParaRPr lang="fa-IR"/>
          </a:p>
        </p:txBody>
      </p:sp>
      <p:sp>
        <p:nvSpPr>
          <p:cNvPr id="7" name="Rectangle 6"/>
          <p:cNvSpPr/>
          <p:nvPr/>
        </p:nvSpPr>
        <p:spPr>
          <a:xfrm flipV="1">
            <a:off x="69412" y="2376830"/>
            <a:ext cx="9013515" cy="91440"/>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Rectangle 7"/>
          <p:cNvSpPr/>
          <p:nvPr/>
        </p:nvSpPr>
        <p:spPr>
          <a:xfrm>
            <a:off x="69146" y="2341475"/>
            <a:ext cx="9013781" cy="45719"/>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Rectangle 8"/>
          <p:cNvSpPr/>
          <p:nvPr/>
        </p:nvSpPr>
        <p:spPr>
          <a:xfrm>
            <a:off x="68306" y="2468880"/>
            <a:ext cx="9014621" cy="45720"/>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6" name="Slide Number Placeholder 5"/>
          <p:cNvSpPr>
            <a:spLocks noGrp="1"/>
          </p:cNvSpPr>
          <p:nvPr>
            <p:ph type="sldNum" sz="quarter" idx="12"/>
          </p:nvPr>
        </p:nvSpPr>
        <p:spPr>
          <a:xfrm>
            <a:off x="146304" y="6208776"/>
            <a:ext cx="457200" cy="457200"/>
          </a:xfrm>
        </p:spPr>
        <p:txBody>
          <a:bodyPr/>
          <a:lstStyle/>
          <a:p>
            <a:fld id="{0B7E61A8-4678-4A01-B5D3-39B2A48519FE}" type="slidenum">
              <a:rPr lang="fa-IR" smtClean="0"/>
              <a:pPr/>
              <a:t>‹#›</a:t>
            </a:fld>
            <a:endParaRPr lang="fa-IR"/>
          </a:p>
        </p:txBody>
      </p:sp>
    </p:spTree>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5" name="Date Placeholder 4"/>
          <p:cNvSpPr>
            <a:spLocks noGrp="1"/>
          </p:cNvSpPr>
          <p:nvPr>
            <p:ph type="dt" sz="half" idx="10"/>
          </p:nvPr>
        </p:nvSpPr>
        <p:spPr/>
        <p:txBody>
          <a:bodyPr/>
          <a:lstStyle/>
          <a:p>
            <a:fld id="{9296B568-19B8-4919-9296-C389A2329224}" type="datetimeFigureOut">
              <a:rPr lang="fa-IR" smtClean="0"/>
              <a:pPr/>
              <a:t>02/22/1435</a:t>
            </a:fld>
            <a:endParaRPr lang="fa-IR"/>
          </a:p>
        </p:txBody>
      </p:sp>
      <p:sp>
        <p:nvSpPr>
          <p:cNvPr id="6" name="Footer Placeholder 5"/>
          <p:cNvSpPr>
            <a:spLocks noGrp="1"/>
          </p:cNvSpPr>
          <p:nvPr>
            <p:ph type="ftr" sz="quarter" idx="11"/>
          </p:nvPr>
        </p:nvSpPr>
        <p:spPr/>
        <p:txBody>
          <a:bodyPr/>
          <a:lstStyle/>
          <a:p>
            <a:endParaRPr lang="fa-IR"/>
          </a:p>
        </p:txBody>
      </p:sp>
      <p:sp>
        <p:nvSpPr>
          <p:cNvPr id="7" name="Slide Number Placeholder 6"/>
          <p:cNvSpPr>
            <a:spLocks noGrp="1"/>
          </p:cNvSpPr>
          <p:nvPr>
            <p:ph type="sldNum" sz="quarter" idx="12"/>
          </p:nvPr>
        </p:nvSpPr>
        <p:spPr/>
        <p:txBody>
          <a:bodyPr/>
          <a:lstStyle/>
          <a:p>
            <a:fld id="{0B7E61A8-4678-4A01-B5D3-39B2A48519FE}" type="slidenum">
              <a:rPr lang="fa-IR" smtClean="0"/>
              <a:pPr/>
              <a:t>‹#›</a:t>
            </a:fld>
            <a:endParaRPr lang="fa-IR"/>
          </a:p>
        </p:txBody>
      </p:sp>
      <p:sp>
        <p:nvSpPr>
          <p:cNvPr id="9" name="Content Placeholder 8"/>
          <p:cNvSpPr>
            <a:spLocks noGrp="1"/>
          </p:cNvSpPr>
          <p:nvPr>
            <p:ph sz="quarter" idx="1"/>
          </p:nvPr>
        </p:nvSpPr>
        <p:spPr>
          <a:xfrm>
            <a:off x="914400" y="1447800"/>
            <a:ext cx="3749040" cy="4572000"/>
          </a:xfrm>
        </p:spPr>
        <p:txBody>
          <a:bodyPr vert="horz"/>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1" name="Content Placeholder 10"/>
          <p:cNvSpPr>
            <a:spLocks noGrp="1"/>
          </p:cNvSpPr>
          <p:nvPr>
            <p:ph sz="quarter" idx="2"/>
          </p:nvPr>
        </p:nvSpPr>
        <p:spPr>
          <a:xfrm>
            <a:off x="4933950" y="1447800"/>
            <a:ext cx="3749040" cy="4572000"/>
          </a:xfrm>
        </p:spPr>
        <p:txBody>
          <a:bodyPr vert="horz"/>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914400" y="273050"/>
            <a:ext cx="7772400" cy="1143000"/>
          </a:xfrm>
        </p:spPr>
        <p:txBody>
          <a:bodyPr anchor="b" anchorCtr="0"/>
          <a:lstStyle>
            <a:lvl1pPr>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914400" y="1447800"/>
            <a:ext cx="3733800" cy="762000"/>
          </a:xfrm>
          <a:noFill/>
          <a:ln w="12700" cap="sq" cmpd="sng" algn="ctr">
            <a:noFill/>
            <a:prstDash val="solid"/>
          </a:ln>
        </p:spPr>
        <p:txBody>
          <a:bodyPr lIns="91440" anchor="b" anchorCtr="0">
            <a:noAutofit/>
          </a:bodyPr>
          <a:lstStyle>
            <a:lvl1pPr marL="0" indent="0">
              <a:buNone/>
              <a:defRPr sz="2400" b="1">
                <a:solidFill>
                  <a:schemeClr val="accent1"/>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953000" y="1447800"/>
            <a:ext cx="3733800" cy="762000"/>
          </a:xfrm>
          <a:noFill/>
          <a:ln w="12700" cap="sq" cmpd="sng" algn="ctr">
            <a:noFill/>
            <a:prstDash val="solid"/>
          </a:ln>
        </p:spPr>
        <p:txBody>
          <a:bodyPr lIns="91440" anchor="b" anchorCtr="0">
            <a:noAutofit/>
          </a:bodyPr>
          <a:lstStyle>
            <a:lvl1pPr marL="0" indent="0">
              <a:buNone/>
              <a:defRPr sz="2400" b="1">
                <a:solidFill>
                  <a:schemeClr val="accent1"/>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7" name="Date Placeholder 6"/>
          <p:cNvSpPr>
            <a:spLocks noGrp="1"/>
          </p:cNvSpPr>
          <p:nvPr>
            <p:ph type="dt" sz="half" idx="10"/>
          </p:nvPr>
        </p:nvSpPr>
        <p:spPr/>
        <p:txBody>
          <a:bodyPr/>
          <a:lstStyle/>
          <a:p>
            <a:fld id="{9296B568-19B8-4919-9296-C389A2329224}" type="datetimeFigureOut">
              <a:rPr lang="fa-IR" smtClean="0"/>
              <a:pPr/>
              <a:t>02/22/1435</a:t>
            </a:fld>
            <a:endParaRPr lang="fa-IR"/>
          </a:p>
        </p:txBody>
      </p:sp>
      <p:sp>
        <p:nvSpPr>
          <p:cNvPr id="8" name="Footer Placeholder 7"/>
          <p:cNvSpPr>
            <a:spLocks noGrp="1"/>
          </p:cNvSpPr>
          <p:nvPr>
            <p:ph type="ftr" sz="quarter" idx="11"/>
          </p:nvPr>
        </p:nvSpPr>
        <p:spPr/>
        <p:txBody>
          <a:bodyPr/>
          <a:lstStyle/>
          <a:p>
            <a:endParaRPr lang="fa-IR"/>
          </a:p>
        </p:txBody>
      </p:sp>
      <p:sp>
        <p:nvSpPr>
          <p:cNvPr id="9" name="Slide Number Placeholder 8"/>
          <p:cNvSpPr>
            <a:spLocks noGrp="1"/>
          </p:cNvSpPr>
          <p:nvPr>
            <p:ph type="sldNum" sz="quarter" idx="12"/>
          </p:nvPr>
        </p:nvSpPr>
        <p:spPr/>
        <p:txBody>
          <a:bodyPr/>
          <a:lstStyle/>
          <a:p>
            <a:fld id="{0B7E61A8-4678-4A01-B5D3-39B2A48519FE}" type="slidenum">
              <a:rPr lang="fa-IR" smtClean="0"/>
              <a:pPr/>
              <a:t>‹#›</a:t>
            </a:fld>
            <a:endParaRPr lang="fa-IR"/>
          </a:p>
        </p:txBody>
      </p:sp>
      <p:sp>
        <p:nvSpPr>
          <p:cNvPr id="11" name="Content Placeholder 10"/>
          <p:cNvSpPr>
            <a:spLocks noGrp="1"/>
          </p:cNvSpPr>
          <p:nvPr>
            <p:ph sz="half" idx="2"/>
          </p:nvPr>
        </p:nvSpPr>
        <p:spPr>
          <a:xfrm>
            <a:off x="914400" y="2247900"/>
            <a:ext cx="3733800" cy="3886200"/>
          </a:xfrm>
        </p:spPr>
        <p:txBody>
          <a:bodyPr vert="horz"/>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3" name="Content Placeholder 12"/>
          <p:cNvSpPr>
            <a:spLocks noGrp="1"/>
          </p:cNvSpPr>
          <p:nvPr>
            <p:ph sz="half" idx="4"/>
          </p:nvPr>
        </p:nvSpPr>
        <p:spPr>
          <a:xfrm>
            <a:off x="4953000" y="2247900"/>
            <a:ext cx="3733800" cy="3886200"/>
          </a:xfrm>
        </p:spPr>
        <p:txBody>
          <a:bodyPr vert="horz"/>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Date Placeholder 2"/>
          <p:cNvSpPr>
            <a:spLocks noGrp="1"/>
          </p:cNvSpPr>
          <p:nvPr>
            <p:ph type="dt" sz="half" idx="10"/>
          </p:nvPr>
        </p:nvSpPr>
        <p:spPr/>
        <p:txBody>
          <a:bodyPr/>
          <a:lstStyle/>
          <a:p>
            <a:fld id="{9296B568-19B8-4919-9296-C389A2329224}" type="datetimeFigureOut">
              <a:rPr lang="fa-IR" smtClean="0"/>
              <a:pPr/>
              <a:t>02/22/1435</a:t>
            </a:fld>
            <a:endParaRPr lang="fa-IR"/>
          </a:p>
        </p:txBody>
      </p:sp>
      <p:sp>
        <p:nvSpPr>
          <p:cNvPr id="4" name="Footer Placeholder 3"/>
          <p:cNvSpPr>
            <a:spLocks noGrp="1"/>
          </p:cNvSpPr>
          <p:nvPr>
            <p:ph type="ftr" sz="quarter" idx="11"/>
          </p:nvPr>
        </p:nvSpPr>
        <p:spPr/>
        <p:txBody>
          <a:bodyPr/>
          <a:lstStyle/>
          <a:p>
            <a:endParaRPr lang="fa-IR"/>
          </a:p>
        </p:txBody>
      </p:sp>
      <p:sp>
        <p:nvSpPr>
          <p:cNvPr id="5" name="Slide Number Placeholder 4"/>
          <p:cNvSpPr>
            <a:spLocks noGrp="1"/>
          </p:cNvSpPr>
          <p:nvPr>
            <p:ph type="sldNum" sz="quarter" idx="12"/>
          </p:nvPr>
        </p:nvSpPr>
        <p:spPr/>
        <p:txBody>
          <a:bodyPr/>
          <a:lstStyle/>
          <a:p>
            <a:fld id="{0B7E61A8-4678-4A01-B5D3-39B2A48519FE}" type="slidenum">
              <a:rPr lang="fa-IR" smtClean="0"/>
              <a:pPr/>
              <a:t>‹#›</a:t>
            </a:fld>
            <a:endParaRPr lang="fa-I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296B568-19B8-4919-9296-C389A2329224}" type="datetimeFigureOut">
              <a:rPr lang="fa-IR" smtClean="0"/>
              <a:pPr/>
              <a:t>02/22/1435</a:t>
            </a:fld>
            <a:endParaRPr lang="fa-IR"/>
          </a:p>
        </p:txBody>
      </p:sp>
      <p:sp>
        <p:nvSpPr>
          <p:cNvPr id="3" name="Footer Placeholder 2"/>
          <p:cNvSpPr>
            <a:spLocks noGrp="1"/>
          </p:cNvSpPr>
          <p:nvPr>
            <p:ph type="ftr" sz="quarter" idx="11"/>
          </p:nvPr>
        </p:nvSpPr>
        <p:spPr/>
        <p:txBody>
          <a:bodyPr/>
          <a:lstStyle/>
          <a:p>
            <a:endParaRPr lang="fa-IR"/>
          </a:p>
        </p:txBody>
      </p:sp>
      <p:sp>
        <p:nvSpPr>
          <p:cNvPr id="4" name="Slide Number Placeholder 3"/>
          <p:cNvSpPr>
            <a:spLocks noGrp="1"/>
          </p:cNvSpPr>
          <p:nvPr>
            <p:ph type="sldNum" sz="quarter" idx="12"/>
          </p:nvPr>
        </p:nvSpPr>
        <p:spPr/>
        <p:txBody>
          <a:bodyPr/>
          <a:lstStyle/>
          <a:p>
            <a:fld id="{0B7E61A8-4678-4A01-B5D3-39B2A48519FE}" type="slidenum">
              <a:rPr lang="fa-IR" smtClean="0"/>
              <a:pPr/>
              <a:t>‹#›</a:t>
            </a:fld>
            <a:endParaRPr lang="fa-I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Rectangle 7"/>
          <p:cNvSpPr/>
          <p:nvPr/>
        </p:nvSpPr>
        <p:spPr>
          <a:xfrm>
            <a:off x="0" y="0"/>
            <a:ext cx="9144000" cy="6858000"/>
          </a:xfrm>
          <a:prstGeom prst="rect">
            <a:avLst/>
          </a:prstGeom>
          <a:solidFill>
            <a:srgbClr val="FFFFFF"/>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useBgFill="1">
        <p:nvSpPr>
          <p:cNvPr id="9" name="Rounded Rectangle 8"/>
          <p:cNvSpPr/>
          <p:nvPr/>
        </p:nvSpPr>
        <p:spPr>
          <a:xfrm>
            <a:off x="64008" y="69755"/>
            <a:ext cx="9013372" cy="6693408"/>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914400" y="273050"/>
            <a:ext cx="7772400" cy="1143000"/>
          </a:xfrm>
        </p:spPr>
        <p:txBody>
          <a:bodyPr anchor="b" anchorCtr="0"/>
          <a:lstStyle>
            <a:lvl1pPr algn="l">
              <a:buNone/>
              <a:defRPr sz="4000" b="0"/>
            </a:lvl1pPr>
          </a:lstStyle>
          <a:p>
            <a:r>
              <a:rPr kumimoji="0" lang="en-US" smtClean="0"/>
              <a:t>Click to edit Master title style</a:t>
            </a:r>
            <a:endParaRPr kumimoji="0" lang="en-US"/>
          </a:p>
        </p:txBody>
      </p:sp>
      <p:sp>
        <p:nvSpPr>
          <p:cNvPr id="3" name="Text Placeholder 2"/>
          <p:cNvSpPr>
            <a:spLocks noGrp="1"/>
          </p:cNvSpPr>
          <p:nvPr>
            <p:ph type="body" idx="2"/>
          </p:nvPr>
        </p:nvSpPr>
        <p:spPr>
          <a:xfrm>
            <a:off x="914400" y="1600200"/>
            <a:ext cx="1905000" cy="4495800"/>
          </a:xfrm>
        </p:spPr>
        <p:txBody>
          <a:bodyPr/>
          <a:lstStyle>
            <a:lvl1pPr marL="0" indent="0">
              <a:buNone/>
              <a:defRPr sz="1800"/>
            </a:lvl1pPr>
            <a:lvl2pPr>
              <a:buNone/>
              <a:defRPr sz="1200"/>
            </a:lvl2pPr>
            <a:lvl3pPr>
              <a:buNone/>
              <a:defRPr sz="1000"/>
            </a:lvl3pPr>
            <a:lvl4pPr>
              <a:buNone/>
              <a:defRPr sz="900"/>
            </a:lvl4pPr>
            <a:lvl5pPr>
              <a:buNone/>
              <a:defRPr sz="900"/>
            </a:lvl5pPr>
          </a:lstStyle>
          <a:p>
            <a:pPr lvl="0" eaLnBrk="1" latinLnBrk="0" hangingPunct="1"/>
            <a:r>
              <a:rPr kumimoji="0" lang="en-US" smtClean="0"/>
              <a:t>Click to edit Master text styles</a:t>
            </a:r>
          </a:p>
        </p:txBody>
      </p:sp>
      <p:sp>
        <p:nvSpPr>
          <p:cNvPr id="5" name="Date Placeholder 4"/>
          <p:cNvSpPr>
            <a:spLocks noGrp="1"/>
          </p:cNvSpPr>
          <p:nvPr>
            <p:ph type="dt" sz="half" idx="10"/>
          </p:nvPr>
        </p:nvSpPr>
        <p:spPr/>
        <p:txBody>
          <a:bodyPr/>
          <a:lstStyle/>
          <a:p>
            <a:fld id="{9296B568-19B8-4919-9296-C389A2329224}" type="datetimeFigureOut">
              <a:rPr lang="fa-IR" smtClean="0"/>
              <a:pPr/>
              <a:t>02/22/1435</a:t>
            </a:fld>
            <a:endParaRPr lang="fa-IR"/>
          </a:p>
        </p:txBody>
      </p:sp>
      <p:sp>
        <p:nvSpPr>
          <p:cNvPr id="6" name="Footer Placeholder 5"/>
          <p:cNvSpPr>
            <a:spLocks noGrp="1"/>
          </p:cNvSpPr>
          <p:nvPr>
            <p:ph type="ftr" sz="quarter" idx="11"/>
          </p:nvPr>
        </p:nvSpPr>
        <p:spPr/>
        <p:txBody>
          <a:bodyPr/>
          <a:lstStyle/>
          <a:p>
            <a:endParaRPr lang="fa-IR"/>
          </a:p>
        </p:txBody>
      </p:sp>
      <p:sp>
        <p:nvSpPr>
          <p:cNvPr id="7" name="Slide Number Placeholder 6"/>
          <p:cNvSpPr>
            <a:spLocks noGrp="1"/>
          </p:cNvSpPr>
          <p:nvPr>
            <p:ph type="sldNum" sz="quarter" idx="12"/>
          </p:nvPr>
        </p:nvSpPr>
        <p:spPr/>
        <p:txBody>
          <a:bodyPr/>
          <a:lstStyle/>
          <a:p>
            <a:fld id="{0B7E61A8-4678-4A01-B5D3-39B2A48519FE}" type="slidenum">
              <a:rPr lang="fa-IR" smtClean="0"/>
              <a:pPr/>
              <a:t>‹#›</a:t>
            </a:fld>
            <a:endParaRPr lang="fa-IR"/>
          </a:p>
        </p:txBody>
      </p:sp>
      <p:sp>
        <p:nvSpPr>
          <p:cNvPr id="11" name="Content Placeholder 10"/>
          <p:cNvSpPr>
            <a:spLocks noGrp="1"/>
          </p:cNvSpPr>
          <p:nvPr>
            <p:ph sz="quarter" idx="1"/>
          </p:nvPr>
        </p:nvSpPr>
        <p:spPr>
          <a:xfrm>
            <a:off x="2971800" y="1600200"/>
            <a:ext cx="5715000" cy="4495800"/>
          </a:xfrm>
        </p:spPr>
        <p:txBody>
          <a:bodyPr vert="horz"/>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4400" y="4900550"/>
            <a:ext cx="7315200" cy="522288"/>
          </a:xfrm>
        </p:spPr>
        <p:txBody>
          <a:bodyPr anchor="ctr">
            <a:noAutofit/>
          </a:bodyPr>
          <a:lstStyle>
            <a:lvl1pPr algn="l">
              <a:buNone/>
              <a:defRPr sz="2800" b="0"/>
            </a:lvl1pPr>
          </a:lstStyle>
          <a:p>
            <a:r>
              <a:rPr kumimoji="0" lang="en-US" smtClean="0"/>
              <a:t>Click to edit Master title style</a:t>
            </a:r>
            <a:endParaRPr kumimoji="0" lang="en-US"/>
          </a:p>
        </p:txBody>
      </p:sp>
      <p:sp>
        <p:nvSpPr>
          <p:cNvPr id="4" name="Text Placeholder 3"/>
          <p:cNvSpPr>
            <a:spLocks noGrp="1"/>
          </p:cNvSpPr>
          <p:nvPr>
            <p:ph type="body" sz="half" idx="2"/>
          </p:nvPr>
        </p:nvSpPr>
        <p:spPr>
          <a:xfrm>
            <a:off x="914400" y="5445825"/>
            <a:ext cx="7315200" cy="685800"/>
          </a:xfrm>
        </p:spPr>
        <p:txBody>
          <a:bodyPr/>
          <a:lstStyle>
            <a:lvl1pPr marL="0" indent="0">
              <a:buFontTx/>
              <a:buNone/>
              <a:defRPr sz="1600"/>
            </a:lvl1pPr>
            <a:lvl2pPr>
              <a:defRPr sz="1200"/>
            </a:lvl2pPr>
            <a:lvl3pPr>
              <a:defRPr sz="1000"/>
            </a:lvl3pPr>
            <a:lvl4pPr>
              <a:defRPr sz="900"/>
            </a:lvl4pPr>
            <a:lvl5pPr>
              <a:defRPr sz="900"/>
            </a:lvl5pPr>
          </a:lstStyle>
          <a:p>
            <a:pPr lvl="0" eaLnBrk="1" latinLnBrk="0" hangingPunct="1"/>
            <a:r>
              <a:rPr kumimoji="0" lang="en-US" smtClean="0"/>
              <a:t>Click to edit Master text styles</a:t>
            </a:r>
          </a:p>
        </p:txBody>
      </p:sp>
      <p:sp>
        <p:nvSpPr>
          <p:cNvPr id="5" name="Date Placeholder 4"/>
          <p:cNvSpPr>
            <a:spLocks noGrp="1"/>
          </p:cNvSpPr>
          <p:nvPr>
            <p:ph type="dt" sz="half" idx="10"/>
          </p:nvPr>
        </p:nvSpPr>
        <p:spPr/>
        <p:txBody>
          <a:bodyPr/>
          <a:lstStyle/>
          <a:p>
            <a:fld id="{9296B568-19B8-4919-9296-C389A2329224}" type="datetimeFigureOut">
              <a:rPr lang="fa-IR" smtClean="0"/>
              <a:pPr/>
              <a:t>02/22/1435</a:t>
            </a:fld>
            <a:endParaRPr lang="fa-IR"/>
          </a:p>
        </p:txBody>
      </p:sp>
      <p:sp>
        <p:nvSpPr>
          <p:cNvPr id="6" name="Footer Placeholder 5"/>
          <p:cNvSpPr>
            <a:spLocks noGrp="1"/>
          </p:cNvSpPr>
          <p:nvPr>
            <p:ph type="ftr" sz="quarter" idx="11"/>
          </p:nvPr>
        </p:nvSpPr>
        <p:spPr>
          <a:xfrm>
            <a:off x="914400" y="6172200"/>
            <a:ext cx="3886200" cy="457200"/>
          </a:xfrm>
        </p:spPr>
        <p:txBody>
          <a:bodyPr/>
          <a:lstStyle/>
          <a:p>
            <a:endParaRPr lang="fa-IR"/>
          </a:p>
        </p:txBody>
      </p:sp>
      <p:sp>
        <p:nvSpPr>
          <p:cNvPr id="7" name="Slide Number Placeholder 6"/>
          <p:cNvSpPr>
            <a:spLocks noGrp="1"/>
          </p:cNvSpPr>
          <p:nvPr>
            <p:ph type="sldNum" sz="quarter" idx="12"/>
          </p:nvPr>
        </p:nvSpPr>
        <p:spPr>
          <a:xfrm>
            <a:off x="146304" y="6208776"/>
            <a:ext cx="457200" cy="457200"/>
          </a:xfrm>
        </p:spPr>
        <p:txBody>
          <a:bodyPr/>
          <a:lstStyle/>
          <a:p>
            <a:fld id="{0B7E61A8-4678-4A01-B5D3-39B2A48519FE}" type="slidenum">
              <a:rPr lang="fa-IR" smtClean="0"/>
              <a:pPr/>
              <a:t>‹#›</a:t>
            </a:fld>
            <a:endParaRPr lang="fa-IR"/>
          </a:p>
        </p:txBody>
      </p:sp>
      <p:sp>
        <p:nvSpPr>
          <p:cNvPr id="11" name="Rectangle 10"/>
          <p:cNvSpPr/>
          <p:nvPr/>
        </p:nvSpPr>
        <p:spPr>
          <a:xfrm flipV="1">
            <a:off x="68307" y="4683555"/>
            <a:ext cx="9006840" cy="91440"/>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Rectangle 11"/>
          <p:cNvSpPr/>
          <p:nvPr/>
        </p:nvSpPr>
        <p:spPr>
          <a:xfrm>
            <a:off x="68508" y="4650474"/>
            <a:ext cx="9006639" cy="45719"/>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Rectangle 12"/>
          <p:cNvSpPr/>
          <p:nvPr/>
        </p:nvSpPr>
        <p:spPr>
          <a:xfrm>
            <a:off x="68510" y="4773224"/>
            <a:ext cx="9006637" cy="48807"/>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 name="Picture Placeholder 2"/>
          <p:cNvSpPr>
            <a:spLocks noGrp="1"/>
          </p:cNvSpPr>
          <p:nvPr>
            <p:ph type="pic" idx="1"/>
          </p:nvPr>
        </p:nvSpPr>
        <p:spPr>
          <a:xfrm>
            <a:off x="68308" y="66675"/>
            <a:ext cx="9001873" cy="4581525"/>
          </a:xfrm>
          <a:prstGeom prst="round2SameRect">
            <a:avLst>
              <a:gd name="adj1" fmla="val 7101"/>
              <a:gd name="adj2" fmla="val 0"/>
            </a:avLst>
          </a:prstGeom>
          <a:solidFill>
            <a:schemeClr val="bg2"/>
          </a:solidFill>
          <a:ln w="6350">
            <a:solidFill>
              <a:schemeClr val="tx1"/>
            </a:solidFill>
          </a:ln>
        </p:spPr>
        <p:txBody>
          <a:bodyPr/>
          <a:lstStyle>
            <a:lvl1pPr marL="0" indent="0">
              <a:buNone/>
              <a:defRPr sz="3200"/>
            </a:lvl1pPr>
          </a:lstStyle>
          <a:p>
            <a:r>
              <a:rPr kumimoji="0" lang="en-US" smtClean="0"/>
              <a:t>Click icon to add picture</a:t>
            </a:r>
            <a:endParaRPr kumimoji="0"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9296B568-19B8-4919-9296-C389A2329224}" type="datetimeFigureOut">
              <a:rPr lang="fa-IR" smtClean="0"/>
              <a:pPr/>
              <a:t>02/22/1435</a:t>
            </a:fld>
            <a:endParaRPr lang="fa-IR"/>
          </a:p>
        </p:txBody>
      </p:sp>
      <p:sp>
        <p:nvSpPr>
          <p:cNvPr id="5" name="Footer Placeholder 4"/>
          <p:cNvSpPr>
            <a:spLocks noGrp="1"/>
          </p:cNvSpPr>
          <p:nvPr>
            <p:ph type="ftr" sz="quarter" idx="11"/>
          </p:nvPr>
        </p:nvSpPr>
        <p:spPr/>
        <p:txBody>
          <a:bodyPr/>
          <a:lstStyle/>
          <a:p>
            <a:endParaRPr lang="fa-IR"/>
          </a:p>
        </p:txBody>
      </p:sp>
      <p:sp>
        <p:nvSpPr>
          <p:cNvPr id="6" name="Slide Number Placeholder 5"/>
          <p:cNvSpPr>
            <a:spLocks noGrp="1"/>
          </p:cNvSpPr>
          <p:nvPr>
            <p:ph type="sldNum" sz="quarter" idx="12"/>
          </p:nvPr>
        </p:nvSpPr>
        <p:spPr/>
        <p:txBody>
          <a:bodyPr/>
          <a:lstStyle/>
          <a:p>
            <a:fld id="{0B7E61A8-4678-4A01-B5D3-39B2A48519FE}" type="slidenum">
              <a:rPr lang="fa-IR" smtClean="0"/>
              <a:pPr/>
              <a:t>‹#›</a:t>
            </a:fld>
            <a:endParaRPr lang="fa-I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41"/>
            <a:ext cx="2011680" cy="5851525"/>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914400" y="274640"/>
            <a:ext cx="5562600" cy="5851525"/>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9296B568-19B8-4919-9296-C389A2329224}" type="datetimeFigureOut">
              <a:rPr lang="fa-IR" smtClean="0"/>
              <a:pPr/>
              <a:t>02/22/1435</a:t>
            </a:fld>
            <a:endParaRPr lang="fa-IR"/>
          </a:p>
        </p:txBody>
      </p:sp>
      <p:sp>
        <p:nvSpPr>
          <p:cNvPr id="5" name="Footer Placeholder 4"/>
          <p:cNvSpPr>
            <a:spLocks noGrp="1"/>
          </p:cNvSpPr>
          <p:nvPr>
            <p:ph type="ftr" sz="quarter" idx="11"/>
          </p:nvPr>
        </p:nvSpPr>
        <p:spPr/>
        <p:txBody>
          <a:bodyPr/>
          <a:lstStyle/>
          <a:p>
            <a:endParaRPr lang="fa-IR"/>
          </a:p>
        </p:txBody>
      </p:sp>
      <p:sp>
        <p:nvSpPr>
          <p:cNvPr id="6" name="Slide Number Placeholder 5"/>
          <p:cNvSpPr>
            <a:spLocks noGrp="1"/>
          </p:cNvSpPr>
          <p:nvPr>
            <p:ph type="sldNum" sz="quarter" idx="12"/>
          </p:nvPr>
        </p:nvSpPr>
        <p:spPr/>
        <p:txBody>
          <a:bodyPr/>
          <a:lstStyle/>
          <a:p>
            <a:fld id="{0B7E61A8-4678-4A01-B5D3-39B2A48519FE}" type="slidenum">
              <a:rPr lang="fa-IR" smtClean="0"/>
              <a:pPr/>
              <a:t>‹#›</a:t>
            </a:fld>
            <a:endParaRPr lang="fa-I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 name="Rectangle 8"/>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useBgFill="1">
        <p:nvSpPr>
          <p:cNvPr id="8" name="Rounded Rectangle 7"/>
          <p:cNvSpPr/>
          <p:nvPr/>
        </p:nvSpPr>
        <p:spPr>
          <a:xfrm>
            <a:off x="64008" y="69755"/>
            <a:ext cx="9013372" cy="6693408"/>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22" name="Title Placeholder 21"/>
          <p:cNvSpPr>
            <a:spLocks noGrp="1"/>
          </p:cNvSpPr>
          <p:nvPr>
            <p:ph type="title"/>
          </p:nvPr>
        </p:nvSpPr>
        <p:spPr>
          <a:xfrm>
            <a:off x="914400" y="274638"/>
            <a:ext cx="7772400" cy="1143000"/>
          </a:xfrm>
          <a:prstGeom prst="rect">
            <a:avLst/>
          </a:prstGeom>
        </p:spPr>
        <p:txBody>
          <a:bodyPr bIns="91440" anchor="b" anchorCtr="0">
            <a:normAutofit/>
          </a:bodyPr>
          <a:lstStyle/>
          <a:p>
            <a:r>
              <a:rPr kumimoji="0" lang="en-US" smtClean="0"/>
              <a:t>Click to edit Master title style</a:t>
            </a:r>
            <a:endParaRPr kumimoji="0" lang="en-US"/>
          </a:p>
        </p:txBody>
      </p:sp>
      <p:sp>
        <p:nvSpPr>
          <p:cNvPr id="13" name="Text Placeholder 12"/>
          <p:cNvSpPr>
            <a:spLocks noGrp="1"/>
          </p:cNvSpPr>
          <p:nvPr>
            <p:ph type="body" idx="1"/>
          </p:nvPr>
        </p:nvSpPr>
        <p:spPr>
          <a:xfrm>
            <a:off x="914400" y="1447800"/>
            <a:ext cx="7772400" cy="4572000"/>
          </a:xfrm>
          <a:prstGeom prst="rect">
            <a:avLst/>
          </a:prstGeom>
        </p:spPr>
        <p:txBody>
          <a:bodyPr>
            <a:normAutofit/>
          </a:body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4" name="Date Placeholder 13"/>
          <p:cNvSpPr>
            <a:spLocks noGrp="1"/>
          </p:cNvSpPr>
          <p:nvPr>
            <p:ph type="dt" sz="half" idx="2"/>
          </p:nvPr>
        </p:nvSpPr>
        <p:spPr>
          <a:xfrm>
            <a:off x="6172200" y="6191250"/>
            <a:ext cx="2476500" cy="476250"/>
          </a:xfrm>
          <a:prstGeom prst="rect">
            <a:avLst/>
          </a:prstGeom>
        </p:spPr>
        <p:txBody>
          <a:bodyPr anchor="ctr" anchorCtr="0"/>
          <a:lstStyle>
            <a:lvl1pPr algn="r" eaLnBrk="1" latinLnBrk="0" hangingPunct="1">
              <a:defRPr kumimoji="0" sz="1400">
                <a:solidFill>
                  <a:schemeClr val="tx2"/>
                </a:solidFill>
              </a:defRPr>
            </a:lvl1pPr>
          </a:lstStyle>
          <a:p>
            <a:fld id="{9296B568-19B8-4919-9296-C389A2329224}" type="datetimeFigureOut">
              <a:rPr lang="fa-IR" smtClean="0"/>
              <a:pPr/>
              <a:t>02/22/1435</a:t>
            </a:fld>
            <a:endParaRPr lang="fa-IR"/>
          </a:p>
        </p:txBody>
      </p:sp>
      <p:sp>
        <p:nvSpPr>
          <p:cNvPr id="3" name="Footer Placeholder 2"/>
          <p:cNvSpPr>
            <a:spLocks noGrp="1"/>
          </p:cNvSpPr>
          <p:nvPr>
            <p:ph type="ftr" sz="quarter" idx="3"/>
          </p:nvPr>
        </p:nvSpPr>
        <p:spPr>
          <a:xfrm>
            <a:off x="914400" y="6172200"/>
            <a:ext cx="3962400" cy="457200"/>
          </a:xfrm>
          <a:prstGeom prst="rect">
            <a:avLst/>
          </a:prstGeom>
        </p:spPr>
        <p:txBody>
          <a:bodyPr anchor="ctr" anchorCtr="0"/>
          <a:lstStyle>
            <a:lvl1pPr eaLnBrk="1" latinLnBrk="0" hangingPunct="1">
              <a:defRPr kumimoji="0" sz="1400">
                <a:solidFill>
                  <a:schemeClr val="tx2"/>
                </a:solidFill>
              </a:defRPr>
            </a:lvl1pPr>
          </a:lstStyle>
          <a:p>
            <a:endParaRPr lang="fa-IR"/>
          </a:p>
        </p:txBody>
      </p:sp>
      <p:sp>
        <p:nvSpPr>
          <p:cNvPr id="23" name="Slide Number Placeholder 22"/>
          <p:cNvSpPr>
            <a:spLocks noGrp="1"/>
          </p:cNvSpPr>
          <p:nvPr>
            <p:ph type="sldNum" sz="quarter" idx="4"/>
          </p:nvPr>
        </p:nvSpPr>
        <p:spPr>
          <a:xfrm>
            <a:off x="146304" y="6210300"/>
            <a:ext cx="457200" cy="457200"/>
          </a:xfrm>
          <a:prstGeom prst="ellipse">
            <a:avLst/>
          </a:prstGeom>
          <a:solidFill>
            <a:schemeClr val="accent1"/>
          </a:solidFill>
        </p:spPr>
        <p:txBody>
          <a:bodyPr wrap="none" lIns="0" tIns="0" rIns="0" bIns="0" anchor="ctr" anchorCtr="1">
            <a:noAutofit/>
          </a:bodyPr>
          <a:lstStyle>
            <a:lvl1pPr algn="ctr" eaLnBrk="1" latinLnBrk="0" hangingPunct="1">
              <a:defRPr kumimoji="0" sz="1400">
                <a:solidFill>
                  <a:srgbClr val="FFFFFF"/>
                </a:solidFill>
                <a:latin typeface="+mj-lt"/>
                <a:ea typeface="+mj-ea"/>
                <a:cs typeface="+mj-cs"/>
              </a:defRPr>
            </a:lvl1pPr>
          </a:lstStyle>
          <a:p>
            <a:fld id="{0B7E61A8-4678-4A01-B5D3-39B2A48519FE}" type="slidenum">
              <a:rPr lang="fa-IR" smtClean="0"/>
              <a:pPr/>
              <a:t>‹#›</a:t>
            </a:fld>
            <a:endParaRPr lang="fa-IR"/>
          </a:p>
        </p:txBody>
      </p:sp>
    </p:spTree>
  </p:cSld>
  <p:clrMap bg1="lt1" tx1="dk1" bg2="lt2" tx2="dk2" accent1="accent1" accent2="accent2" accent3="accent3" accent4="accent4" accent5="accent5" accent6="accent6" hlink="hlink" folHlink="folHlink"/>
  <p:sldLayoutIdLst>
    <p:sldLayoutId id="2147483733" r:id="rId1"/>
    <p:sldLayoutId id="2147483734" r:id="rId2"/>
    <p:sldLayoutId id="2147483735" r:id="rId3"/>
    <p:sldLayoutId id="2147483736" r:id="rId4"/>
    <p:sldLayoutId id="2147483737" r:id="rId5"/>
    <p:sldLayoutId id="2147483738" r:id="rId6"/>
    <p:sldLayoutId id="2147483739" r:id="rId7"/>
    <p:sldLayoutId id="2147483740" r:id="rId8"/>
    <p:sldLayoutId id="2147483741" r:id="rId9"/>
    <p:sldLayoutId id="2147483742" r:id="rId10"/>
    <p:sldLayoutId id="2147483743" r:id="rId11"/>
  </p:sldLayoutIdLst>
  <p:txStyles>
    <p:titleStyle>
      <a:lvl1pPr algn="l" rtl="1" eaLnBrk="1" latinLnBrk="0" hangingPunct="1">
        <a:spcBef>
          <a:spcPct val="0"/>
        </a:spcBef>
        <a:buNone/>
        <a:defRPr kumimoji="0" sz="4000" kern="1200">
          <a:solidFill>
            <a:schemeClr val="tx2"/>
          </a:solidFill>
          <a:latin typeface="+mj-lt"/>
          <a:ea typeface="+mj-ea"/>
          <a:cs typeface="+mj-cs"/>
        </a:defRPr>
      </a:lvl1pPr>
    </p:titleStyle>
    <p:bodyStyle>
      <a:lvl1pPr marL="274320" indent="-274320" algn="r" rtl="1" eaLnBrk="1" latinLnBrk="0" hangingPunct="1">
        <a:spcBef>
          <a:spcPts val="580"/>
        </a:spcBef>
        <a:buClr>
          <a:schemeClr val="accent1"/>
        </a:buClr>
        <a:buSzPct val="85000"/>
        <a:buFont typeface="Wingdings 2"/>
        <a:buChar char=""/>
        <a:defRPr kumimoji="0" sz="2600" kern="1200">
          <a:solidFill>
            <a:schemeClr val="tx1"/>
          </a:solidFill>
          <a:latin typeface="+mn-lt"/>
          <a:ea typeface="+mn-ea"/>
          <a:cs typeface="+mn-cs"/>
        </a:defRPr>
      </a:lvl1pPr>
      <a:lvl2pPr marL="548640" indent="-228600" algn="r" rtl="1" eaLnBrk="1" latinLnBrk="0" hangingPunct="1">
        <a:spcBef>
          <a:spcPts val="370"/>
        </a:spcBef>
        <a:buClr>
          <a:schemeClr val="accent2"/>
        </a:buClr>
        <a:buSzPct val="85000"/>
        <a:buFont typeface="Wingdings 2"/>
        <a:buChar char=""/>
        <a:defRPr kumimoji="0" sz="2400" kern="1200">
          <a:solidFill>
            <a:schemeClr val="tx1"/>
          </a:solidFill>
          <a:latin typeface="+mn-lt"/>
          <a:ea typeface="+mn-ea"/>
          <a:cs typeface="+mn-cs"/>
        </a:defRPr>
      </a:lvl2pPr>
      <a:lvl3pPr marL="822960" indent="-228600" algn="r" rtl="1" eaLnBrk="1" latinLnBrk="0" hangingPunct="1">
        <a:spcBef>
          <a:spcPts val="370"/>
        </a:spcBef>
        <a:buClr>
          <a:schemeClr val="accent1">
            <a:tint val="60000"/>
          </a:schemeClr>
        </a:buClr>
        <a:buSzPct val="85000"/>
        <a:buFont typeface="Wingdings 2"/>
        <a:buChar char=""/>
        <a:defRPr kumimoji="0" sz="2000" kern="1200">
          <a:solidFill>
            <a:schemeClr val="tx1"/>
          </a:solidFill>
          <a:latin typeface="+mn-lt"/>
          <a:ea typeface="+mn-ea"/>
          <a:cs typeface="+mn-cs"/>
        </a:defRPr>
      </a:lvl3pPr>
      <a:lvl4pPr marL="1097280" indent="-228600" algn="r" rtl="1" eaLnBrk="1" latinLnBrk="0" hangingPunct="1">
        <a:spcBef>
          <a:spcPts val="370"/>
        </a:spcBef>
        <a:buClr>
          <a:schemeClr val="accent3"/>
        </a:buClr>
        <a:buSzPct val="80000"/>
        <a:buFont typeface="Wingdings 2"/>
        <a:buChar char=""/>
        <a:defRPr kumimoji="0" sz="2000" kern="1200">
          <a:solidFill>
            <a:schemeClr val="tx1"/>
          </a:solidFill>
          <a:latin typeface="+mn-lt"/>
          <a:ea typeface="+mn-ea"/>
          <a:cs typeface="+mn-cs"/>
        </a:defRPr>
      </a:lvl4pPr>
      <a:lvl5pPr marL="1371600" indent="-228600" algn="r" rtl="1" eaLnBrk="1" latinLnBrk="0" hangingPunct="1">
        <a:spcBef>
          <a:spcPts val="370"/>
        </a:spcBef>
        <a:buClr>
          <a:schemeClr val="accent3"/>
        </a:buClr>
        <a:buFontTx/>
        <a:buChar char="o"/>
        <a:defRPr kumimoji="0" sz="2000" kern="1200">
          <a:solidFill>
            <a:schemeClr val="tx1"/>
          </a:solidFill>
          <a:latin typeface="+mn-lt"/>
          <a:ea typeface="+mn-ea"/>
          <a:cs typeface="+mn-cs"/>
        </a:defRPr>
      </a:lvl5pPr>
      <a:lvl6pPr marL="1645920" indent="-228600" algn="r" rtl="1"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r" rtl="1"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r" rtl="1" eaLnBrk="1" latinLnBrk="0" hangingPunct="1">
        <a:spcBef>
          <a:spcPts val="370"/>
        </a:spcBef>
        <a:buClr>
          <a:schemeClr val="accent1">
            <a:tint val="60000"/>
          </a:schemeClr>
        </a:buClr>
        <a:buChar char="•"/>
        <a:defRPr kumimoji="0" sz="1800" kern="1200">
          <a:solidFill>
            <a:schemeClr val="tx1"/>
          </a:solidFill>
          <a:latin typeface="+mn-lt"/>
          <a:ea typeface="+mn-ea"/>
          <a:cs typeface="+mn-cs"/>
        </a:defRPr>
      </a:lvl8pPr>
      <a:lvl9pPr marL="2468880" indent="-228600" algn="r" rtl="1" eaLnBrk="1" latinLnBrk="0" hangingPunct="1">
        <a:spcBef>
          <a:spcPts val="370"/>
        </a:spcBef>
        <a:buClr>
          <a:schemeClr val="accent2">
            <a:tint val="60000"/>
          </a:schemeClr>
        </a:buClr>
        <a:buChar char="•"/>
        <a:defRPr kumimoji="0" sz="1800" kern="1200">
          <a:solidFill>
            <a:schemeClr val="tx1"/>
          </a:solidFill>
          <a:latin typeface="+mn-lt"/>
          <a:ea typeface="+mn-ea"/>
          <a:cs typeface="+mn-cs"/>
        </a:defRPr>
      </a:lvl9pPr>
    </p:bodyStyle>
    <p:otherStyle>
      <a:lvl1pPr marL="0" algn="r" rtl="1" eaLnBrk="1" latinLnBrk="0" hangingPunct="1">
        <a:defRPr kumimoji="0" kern="1200">
          <a:solidFill>
            <a:schemeClr val="tx1"/>
          </a:solidFill>
          <a:latin typeface="+mn-lt"/>
          <a:ea typeface="+mn-ea"/>
          <a:cs typeface="+mn-cs"/>
        </a:defRPr>
      </a:lvl1pPr>
      <a:lvl2pPr marL="457200" algn="r" rtl="1" eaLnBrk="1" latinLnBrk="0" hangingPunct="1">
        <a:defRPr kumimoji="0" kern="1200">
          <a:solidFill>
            <a:schemeClr val="tx1"/>
          </a:solidFill>
          <a:latin typeface="+mn-lt"/>
          <a:ea typeface="+mn-ea"/>
          <a:cs typeface="+mn-cs"/>
        </a:defRPr>
      </a:lvl2pPr>
      <a:lvl3pPr marL="914400" algn="r" rtl="1" eaLnBrk="1" latinLnBrk="0" hangingPunct="1">
        <a:defRPr kumimoji="0" kern="1200">
          <a:solidFill>
            <a:schemeClr val="tx1"/>
          </a:solidFill>
          <a:latin typeface="+mn-lt"/>
          <a:ea typeface="+mn-ea"/>
          <a:cs typeface="+mn-cs"/>
        </a:defRPr>
      </a:lvl3pPr>
      <a:lvl4pPr marL="1371600" algn="r" rtl="1" eaLnBrk="1" latinLnBrk="0" hangingPunct="1">
        <a:defRPr kumimoji="0" kern="1200">
          <a:solidFill>
            <a:schemeClr val="tx1"/>
          </a:solidFill>
          <a:latin typeface="+mn-lt"/>
          <a:ea typeface="+mn-ea"/>
          <a:cs typeface="+mn-cs"/>
        </a:defRPr>
      </a:lvl4pPr>
      <a:lvl5pPr marL="1828800" algn="r" rtl="1" eaLnBrk="1" latinLnBrk="0" hangingPunct="1">
        <a:defRPr kumimoji="0" kern="1200">
          <a:solidFill>
            <a:schemeClr val="tx1"/>
          </a:solidFill>
          <a:latin typeface="+mn-lt"/>
          <a:ea typeface="+mn-ea"/>
          <a:cs typeface="+mn-cs"/>
        </a:defRPr>
      </a:lvl5pPr>
      <a:lvl6pPr marL="2286000" algn="r" rtl="1" eaLnBrk="1" latinLnBrk="0" hangingPunct="1">
        <a:defRPr kumimoji="0" kern="1200">
          <a:solidFill>
            <a:schemeClr val="tx1"/>
          </a:solidFill>
          <a:latin typeface="+mn-lt"/>
          <a:ea typeface="+mn-ea"/>
          <a:cs typeface="+mn-cs"/>
        </a:defRPr>
      </a:lvl6pPr>
      <a:lvl7pPr marL="2743200" algn="r" rtl="1" eaLnBrk="1" latinLnBrk="0" hangingPunct="1">
        <a:defRPr kumimoji="0" kern="1200">
          <a:solidFill>
            <a:schemeClr val="tx1"/>
          </a:solidFill>
          <a:latin typeface="+mn-lt"/>
          <a:ea typeface="+mn-ea"/>
          <a:cs typeface="+mn-cs"/>
        </a:defRPr>
      </a:lvl7pPr>
      <a:lvl8pPr marL="3200400" algn="r" rtl="1" eaLnBrk="1" latinLnBrk="0" hangingPunct="1">
        <a:defRPr kumimoji="0" kern="1200">
          <a:solidFill>
            <a:schemeClr val="tx1"/>
          </a:solidFill>
          <a:latin typeface="+mn-lt"/>
          <a:ea typeface="+mn-ea"/>
          <a:cs typeface="+mn-cs"/>
        </a:defRPr>
      </a:lvl8pPr>
      <a:lvl9pPr marL="3657600" algn="r" rtl="1"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style>
          <a:lnRef idx="1">
            <a:schemeClr val="accent1"/>
          </a:lnRef>
          <a:fillRef idx="2">
            <a:schemeClr val="accent1"/>
          </a:fillRef>
          <a:effectRef idx="1">
            <a:schemeClr val="accent1"/>
          </a:effectRef>
          <a:fontRef idx="minor">
            <a:schemeClr val="dk1"/>
          </a:fontRef>
        </p:style>
        <p:txBody>
          <a:bodyPr>
            <a:normAutofit/>
          </a:bodyPr>
          <a:lstStyle/>
          <a:p>
            <a:pPr algn="ctr"/>
            <a:r>
              <a:rPr lang="fa-IR" sz="6000" b="1" dirty="0" smtClean="0">
                <a:solidFill>
                  <a:schemeClr val="tx1"/>
                </a:solidFill>
                <a:cs typeface="B Nazanin" pitchFamily="2" charset="-78"/>
              </a:rPr>
              <a:t>بسم الله الرحمن الرحیم</a:t>
            </a:r>
            <a:endParaRPr lang="fa-IR" sz="6000" dirty="0">
              <a:solidFill>
                <a:schemeClr val="tx1"/>
              </a:solidFill>
            </a:endParaRPr>
          </a:p>
        </p:txBody>
      </p:sp>
      <p:sp>
        <p:nvSpPr>
          <p:cNvPr id="3" name="Content Placeholder 2"/>
          <p:cNvSpPr>
            <a:spLocks noGrp="1"/>
          </p:cNvSpPr>
          <p:nvPr>
            <p:ph sz="quarter" idx="1"/>
          </p:nvPr>
        </p:nvSpPr>
        <p:spPr>
          <a:xfrm>
            <a:off x="928662" y="1785926"/>
            <a:ext cx="7772400" cy="4305312"/>
          </a:xfrm>
        </p:spPr>
        <p:style>
          <a:lnRef idx="1">
            <a:schemeClr val="dk1"/>
          </a:lnRef>
          <a:fillRef idx="2">
            <a:schemeClr val="dk1"/>
          </a:fillRef>
          <a:effectRef idx="1">
            <a:schemeClr val="dk1"/>
          </a:effectRef>
          <a:fontRef idx="minor">
            <a:schemeClr val="dk1"/>
          </a:fontRef>
        </p:style>
        <p:txBody>
          <a:bodyPr>
            <a:normAutofit lnSpcReduction="10000"/>
          </a:bodyPr>
          <a:lstStyle/>
          <a:p>
            <a:pPr algn="ctr"/>
            <a:endParaRPr lang="fa-IR" sz="2800" b="1" dirty="0" smtClean="0">
              <a:latin typeface="B Naazanin"/>
            </a:endParaRPr>
          </a:p>
          <a:p>
            <a:pPr algn="ctr"/>
            <a:r>
              <a:rPr lang="fa-IR" sz="2800" b="1" dirty="0" smtClean="0">
                <a:latin typeface="B Naazanin"/>
              </a:rPr>
              <a:t>فصل </a:t>
            </a:r>
            <a:r>
              <a:rPr lang="fa-IR" sz="2800" b="1" dirty="0" smtClean="0">
                <a:latin typeface="B Naazanin"/>
              </a:rPr>
              <a:t>اول کتاب تحول و توسعه </a:t>
            </a:r>
            <a:r>
              <a:rPr lang="fa-IR" sz="2800" b="1" dirty="0" smtClean="0">
                <a:latin typeface="B Naazanin"/>
              </a:rPr>
              <a:t>سازمان</a:t>
            </a:r>
          </a:p>
          <a:p>
            <a:pPr algn="ctr"/>
            <a:r>
              <a:rPr lang="fa-IR" sz="2800" b="1" dirty="0" smtClean="0">
                <a:solidFill>
                  <a:schemeClr val="tx1"/>
                </a:solidFill>
                <a:cs typeface="B Nazanin" pitchFamily="2" charset="-78"/>
              </a:rPr>
              <a:t>مقدمه </a:t>
            </a:r>
            <a:r>
              <a:rPr lang="fa-IR" sz="2800" b="1" dirty="0" smtClean="0">
                <a:solidFill>
                  <a:schemeClr val="tx1"/>
                </a:solidFill>
                <a:cs typeface="B Nazanin" pitchFamily="2" charset="-78"/>
              </a:rPr>
              <a:t>ای کلی بر توسعه سازمان</a:t>
            </a:r>
            <a:r>
              <a:rPr lang="en-US" sz="4000" b="1" dirty="0" smtClean="0">
                <a:cs typeface="B Nazanin" pitchFamily="2" charset="-78"/>
              </a:rPr>
              <a:t/>
            </a:r>
            <a:br>
              <a:rPr lang="en-US" sz="4000" b="1" dirty="0" smtClean="0">
                <a:cs typeface="B Nazanin" pitchFamily="2" charset="-78"/>
              </a:rPr>
            </a:br>
            <a:endParaRPr lang="fa-IR" sz="2800" b="1" dirty="0" smtClean="0">
              <a:latin typeface="B Naazanin"/>
            </a:endParaRPr>
          </a:p>
          <a:p>
            <a:pPr algn="ctr"/>
            <a:r>
              <a:rPr lang="fa-IR" sz="2800" b="1" dirty="0" smtClean="0">
                <a:latin typeface="B Naazanin"/>
              </a:rPr>
              <a:t>تقدیمی به: استاد ارجمند جناب آقای دکتر امیرخانی</a:t>
            </a:r>
          </a:p>
          <a:p>
            <a:pPr algn="ctr"/>
            <a:r>
              <a:rPr lang="fa-IR" sz="2800" b="1" dirty="0" smtClean="0">
                <a:latin typeface="B Naazanin"/>
              </a:rPr>
              <a:t>از امیر رحیمی: دانشجوی کارشناسی ارشد مدیریت تحول اداری</a:t>
            </a:r>
          </a:p>
          <a:p>
            <a:pPr algn="ctr"/>
            <a:r>
              <a:rPr lang="fa-IR" sz="2800" b="1" dirty="0" smtClean="0">
                <a:latin typeface="B Naazanin"/>
              </a:rPr>
              <a:t>917724583</a:t>
            </a:r>
          </a:p>
          <a:p>
            <a:pPr algn="ctr"/>
            <a:r>
              <a:rPr lang="fa-IR" sz="2800" b="1" dirty="0" smtClean="0">
                <a:latin typeface="B Naazanin"/>
              </a:rPr>
              <a:t>دانشگاه پیام نور تهران غرب</a:t>
            </a:r>
          </a:p>
          <a:p>
            <a:pPr algn="ctr"/>
            <a:r>
              <a:rPr lang="fa-IR" sz="2800" b="1" dirty="0" smtClean="0">
                <a:latin typeface="B Naazanin"/>
              </a:rPr>
              <a:t>آذر 1392</a:t>
            </a:r>
            <a:endParaRPr lang="fa-IR" sz="2800" b="1" dirty="0">
              <a:latin typeface="B Naazanin"/>
            </a:endParaRPr>
          </a:p>
        </p:txBody>
      </p:sp>
    </p:spTree>
  </p:cSld>
  <p:clrMapOvr>
    <a:masterClrMapping/>
  </p:clrMapOvr>
  <p:transition advTm="5000">
    <p:wipe dir="d"/>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500034" y="2285992"/>
            <a:ext cx="8286808" cy="4357718"/>
          </a:xfrm>
        </p:spPr>
        <p:style>
          <a:lnRef idx="1">
            <a:schemeClr val="accent2"/>
          </a:lnRef>
          <a:fillRef idx="2">
            <a:schemeClr val="accent2"/>
          </a:fillRef>
          <a:effectRef idx="1">
            <a:schemeClr val="accent2"/>
          </a:effectRef>
          <a:fontRef idx="minor">
            <a:schemeClr val="dk1"/>
          </a:fontRef>
        </p:style>
        <p:txBody>
          <a:bodyPr>
            <a:noAutofit/>
          </a:bodyPr>
          <a:lstStyle/>
          <a:p>
            <a:pPr algn="just"/>
            <a:r>
              <a:rPr lang="fa-IR" sz="2000" b="1" dirty="0" smtClean="0">
                <a:solidFill>
                  <a:schemeClr val="tx1"/>
                </a:solidFill>
                <a:cs typeface="B Nazanin" pitchFamily="2" charset="-78"/>
              </a:rPr>
              <a:t>       فرایند </a:t>
            </a:r>
            <a:r>
              <a:rPr lang="fa-IR" sz="2000" b="1" dirty="0">
                <a:solidFill>
                  <a:schemeClr val="tx1"/>
                </a:solidFill>
                <a:cs typeface="B Nazanin" pitchFamily="2" charset="-78"/>
              </a:rPr>
              <a:t>توسعه سازمان با استفاده از تجارب و دانش علوم رفتاری  به سازمان ها کمک می کند تا اثر بخشی مالی و کیفیت زندگی کاری کارکنان خود را افزایش دهند. این توسعه با دیگر تلاش های برنامه ریزی شده برای تحول نظیر: نوآوری در فناوری، آموزش و یا توسعه محصولی جدید، متفاوت است زیرا تمرکز اصلی در توسعه سازمان در ایجاد توانایی ارزیابی کارکرد فعلی و دستیابی به اهداف مورد نظر است</a:t>
            </a:r>
            <a:r>
              <a:rPr lang="fa-IR" sz="2000" b="1" dirty="0" smtClean="0">
                <a:solidFill>
                  <a:schemeClr val="tx1"/>
                </a:solidFill>
                <a:cs typeface="B Nazanin" pitchFamily="2" charset="-78"/>
              </a:rPr>
              <a:t>.</a:t>
            </a:r>
          </a:p>
          <a:p>
            <a:pPr algn="just"/>
            <a:r>
              <a:rPr lang="fa-IR" sz="2000" b="1" dirty="0">
                <a:solidFill>
                  <a:schemeClr val="tx1"/>
                </a:solidFill>
                <a:cs typeface="B Nazanin" pitchFamily="2" charset="-78"/>
              </a:rPr>
              <a:t> </a:t>
            </a:r>
            <a:r>
              <a:rPr lang="fa-IR" sz="2000" b="1" dirty="0" smtClean="0">
                <a:solidFill>
                  <a:schemeClr val="tx1"/>
                </a:solidFill>
                <a:cs typeface="B Nazanin" pitchFamily="2" charset="-78"/>
              </a:rPr>
              <a:t>       </a:t>
            </a:r>
            <a:r>
              <a:rPr lang="fa-IR" sz="2000" b="1" dirty="0">
                <a:solidFill>
                  <a:schemeClr val="tx1"/>
                </a:solidFill>
                <a:cs typeface="B Nazanin" pitchFamily="2" charset="-78"/>
              </a:rPr>
              <a:t>این فرآیند </a:t>
            </a:r>
            <a:r>
              <a:rPr lang="fa-IR" sz="2000" b="1" dirty="0" smtClean="0">
                <a:solidFill>
                  <a:schemeClr val="tx1"/>
                </a:solidFill>
                <a:cs typeface="B Nazanin" pitchFamily="2" charset="-78"/>
              </a:rPr>
              <a:t>سعی </a:t>
            </a:r>
            <a:r>
              <a:rPr lang="fa-IR" sz="2000" b="1" dirty="0">
                <a:solidFill>
                  <a:schemeClr val="tx1"/>
                </a:solidFill>
                <a:cs typeface="B Nazanin" pitchFamily="2" charset="-78"/>
              </a:rPr>
              <a:t>می کند تا کل سیستم یعنی سازمان و بخش های مختلف آن در بافت محیطی بزرگتر و موثر بر آن تعمیم دهد. در این کتاب، سوابق گسترده توسعه سازمان مرور می شود و مفروضات، راهبردها، مدل ها، تکنیک ها و دیگر ها و دیگر جنبه های توسعه سازمان بررسی خواهد شد. فصل یک، ابتدا مفهوم توسعه سازمان را تشریح کرده و مقدمه ای را بر توسعه سازمان ارایه می دهد. سپس علت رشد سریع توسعه سازمان در50 سال گذشته، بررسی خواهد شد. این بررسی از 2 بعد نیاز افراد به کار </a:t>
            </a:r>
            <a:r>
              <a:rPr lang="fa-IR" sz="2000" b="1" dirty="0" smtClean="0">
                <a:solidFill>
                  <a:schemeClr val="tx1"/>
                </a:solidFill>
                <a:cs typeface="B Nazanin" pitchFamily="2" charset="-78"/>
              </a:rPr>
              <a:t>دیگران </a:t>
            </a:r>
            <a:r>
              <a:rPr lang="fa-IR" sz="2000" b="1" dirty="0">
                <a:solidFill>
                  <a:schemeClr val="tx1"/>
                </a:solidFill>
                <a:cs typeface="B Nazanin" pitchFamily="2" charset="-78"/>
              </a:rPr>
              <a:t>و از دیگران در سازمان ها و بعد دیگر نیاز سازمان ها به سازگاری جهان متغییر و پیچیده انجام شود.</a:t>
            </a:r>
            <a:endParaRPr lang="en-US" sz="2000" b="1" dirty="0">
              <a:solidFill>
                <a:schemeClr val="tx1"/>
              </a:solidFill>
              <a:cs typeface="B Nazanin" pitchFamily="2" charset="-78"/>
            </a:endParaRPr>
          </a:p>
          <a:p>
            <a:pPr algn="just"/>
            <a:r>
              <a:rPr lang="en-US" sz="2000" b="1" dirty="0">
                <a:solidFill>
                  <a:schemeClr val="tx1"/>
                </a:solidFill>
                <a:cs typeface="B Nazanin" pitchFamily="2" charset="-78"/>
              </a:rPr>
              <a:t> </a:t>
            </a:r>
          </a:p>
          <a:p>
            <a:pPr algn="just"/>
            <a:endParaRPr lang="fa-IR" sz="2000" b="1" dirty="0">
              <a:solidFill>
                <a:schemeClr val="tx1"/>
              </a:solidFill>
              <a:cs typeface="B Nazanin" pitchFamily="2" charset="-78"/>
            </a:endParaRPr>
          </a:p>
        </p:txBody>
      </p:sp>
      <p:sp>
        <p:nvSpPr>
          <p:cNvPr id="2" name="Title 1"/>
          <p:cNvSpPr>
            <a:spLocks noGrp="1"/>
          </p:cNvSpPr>
          <p:nvPr>
            <p:ph type="ctrTitle"/>
          </p:nvPr>
        </p:nvSpPr>
        <p:spPr>
          <a:xfrm>
            <a:off x="500034" y="428604"/>
            <a:ext cx="8215370" cy="1571636"/>
          </a:xfrm>
        </p:spPr>
        <p:style>
          <a:lnRef idx="2">
            <a:schemeClr val="accent3">
              <a:shade val="50000"/>
            </a:schemeClr>
          </a:lnRef>
          <a:fillRef idx="1">
            <a:schemeClr val="accent3"/>
          </a:fillRef>
          <a:effectRef idx="0">
            <a:schemeClr val="accent3"/>
          </a:effectRef>
          <a:fontRef idx="minor">
            <a:schemeClr val="lt1"/>
          </a:fontRef>
        </p:style>
        <p:txBody>
          <a:bodyPr>
            <a:noAutofit/>
          </a:bodyPr>
          <a:lstStyle/>
          <a:p>
            <a:r>
              <a:rPr lang="fa-IR" sz="5400" b="1" dirty="0" smtClean="0">
                <a:cs typeface="B Nazanin" pitchFamily="2" charset="-78"/>
              </a:rPr>
              <a:t/>
            </a:r>
            <a:br>
              <a:rPr lang="fa-IR" sz="5400" b="1" dirty="0" smtClean="0">
                <a:cs typeface="B Nazanin" pitchFamily="2" charset="-78"/>
              </a:rPr>
            </a:br>
            <a:r>
              <a:rPr lang="fa-IR" sz="5400" b="1" dirty="0" smtClean="0">
                <a:cs typeface="B Nazanin" pitchFamily="2" charset="-78"/>
              </a:rPr>
              <a:t/>
            </a:r>
            <a:br>
              <a:rPr lang="fa-IR" sz="5400" b="1" dirty="0" smtClean="0">
                <a:cs typeface="B Nazanin" pitchFamily="2" charset="-78"/>
              </a:rPr>
            </a:br>
            <a:r>
              <a:rPr lang="fa-IR" sz="4000" b="1" dirty="0" smtClean="0">
                <a:solidFill>
                  <a:schemeClr val="tx1"/>
                </a:solidFill>
                <a:cs typeface="B Nazanin" pitchFamily="2" charset="-78"/>
              </a:rPr>
              <a:t>مقدمه ای کلی بر توسعه سازمان</a:t>
            </a:r>
            <a:r>
              <a:rPr lang="en-US" sz="5400" b="1" dirty="0" smtClean="0">
                <a:cs typeface="B Nazanin" pitchFamily="2" charset="-78"/>
              </a:rPr>
              <a:t/>
            </a:r>
            <a:br>
              <a:rPr lang="en-US" sz="5400" b="1" dirty="0" smtClean="0">
                <a:cs typeface="B Nazanin" pitchFamily="2" charset="-78"/>
              </a:rPr>
            </a:br>
            <a:endParaRPr lang="fa-IR" sz="5400" b="1" dirty="0">
              <a:cs typeface="B Nazanin" pitchFamily="2" charset="-78"/>
            </a:endParaRPr>
          </a:p>
        </p:txBody>
      </p:sp>
    </p:spTree>
  </p:cSld>
  <p:clrMapOvr>
    <a:masterClrMapping/>
  </p:clrMapOvr>
  <p:transition advTm="5000">
    <p:dissolve/>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57158" y="357166"/>
            <a:ext cx="8229600" cy="1214446"/>
          </a:xfrm>
        </p:spPr>
        <p:style>
          <a:lnRef idx="2">
            <a:schemeClr val="accent3">
              <a:shade val="50000"/>
            </a:schemeClr>
          </a:lnRef>
          <a:fillRef idx="1">
            <a:schemeClr val="accent3"/>
          </a:fillRef>
          <a:effectRef idx="0">
            <a:schemeClr val="accent3"/>
          </a:effectRef>
          <a:fontRef idx="minor">
            <a:schemeClr val="lt1"/>
          </a:fontRef>
        </p:style>
        <p:txBody>
          <a:bodyPr/>
          <a:lstStyle/>
          <a:p>
            <a:pPr algn="ctr"/>
            <a:r>
              <a:rPr lang="fa-IR" b="1" dirty="0" smtClean="0">
                <a:cs typeface="B Nazanin" pitchFamily="2" charset="-78"/>
              </a:rPr>
              <a:t>مفهوم توسعه سازمان</a:t>
            </a:r>
            <a:endParaRPr lang="fa-IR" dirty="0"/>
          </a:p>
        </p:txBody>
      </p:sp>
      <p:sp>
        <p:nvSpPr>
          <p:cNvPr id="3" name="Content Placeholder 2"/>
          <p:cNvSpPr>
            <a:spLocks noGrp="1"/>
          </p:cNvSpPr>
          <p:nvPr>
            <p:ph sz="quarter" idx="1"/>
          </p:nvPr>
        </p:nvSpPr>
        <p:spPr>
          <a:xfrm>
            <a:off x="357158" y="1857364"/>
            <a:ext cx="8329642" cy="4162436"/>
          </a:xfrm>
        </p:spPr>
        <p:style>
          <a:lnRef idx="0">
            <a:schemeClr val="accent1"/>
          </a:lnRef>
          <a:fillRef idx="3">
            <a:schemeClr val="accent1"/>
          </a:fillRef>
          <a:effectRef idx="3">
            <a:schemeClr val="accent1"/>
          </a:effectRef>
          <a:fontRef idx="minor">
            <a:schemeClr val="lt1"/>
          </a:fontRef>
        </p:style>
        <p:txBody>
          <a:bodyPr>
            <a:normAutofit/>
          </a:bodyPr>
          <a:lstStyle/>
          <a:p>
            <a:pPr algn="just"/>
            <a:r>
              <a:rPr lang="fa-IR" sz="3200" dirty="0" smtClean="0">
                <a:cs typeface="B Nazanin" pitchFamily="2" charset="-78"/>
              </a:rPr>
              <a:t>توسعه سازمان، زمینه ای حرفه ای در فعالیت های  اجتماعی و تحقیق در عمل است و طیف وسیعی از فعالیت هایی با تحولات بی پایان را در بر می گیرد. ایجاد تیمی با عضویت مدیریت ارشد تحولات ساختاری در شهرداری و غنی سازی شغل در سازمانی تولیدی، مثال هایی از توسعه سازمان به شمار می رود. مطالعه  توسعه سازمان در برگیرنده طیف وسیعی از مسایل نظیر اثرات تحول، سازمانی و عوامل موثر بر موفقیت توسعه سازمان است.</a:t>
            </a:r>
            <a:endParaRPr lang="fa-IR" sz="3200" dirty="0">
              <a:cs typeface="B Nazanin" pitchFamily="2" charset="-78"/>
            </a:endParaRPr>
          </a:p>
        </p:txBody>
      </p:sp>
    </p:spTree>
  </p:cSld>
  <p:clrMapOvr>
    <a:masterClrMapping/>
  </p:clrMapOvr>
  <p:transition advTm="5000">
    <p:wipe dir="d"/>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style>
          <a:lnRef idx="2">
            <a:schemeClr val="accent1">
              <a:shade val="50000"/>
            </a:schemeClr>
          </a:lnRef>
          <a:fillRef idx="1">
            <a:schemeClr val="accent1"/>
          </a:fillRef>
          <a:effectRef idx="0">
            <a:schemeClr val="accent1"/>
          </a:effectRef>
          <a:fontRef idx="minor">
            <a:schemeClr val="lt1"/>
          </a:fontRef>
        </p:style>
        <p:txBody>
          <a:bodyPr/>
          <a:lstStyle/>
          <a:p>
            <a:pPr algn="ctr"/>
            <a:r>
              <a:rPr lang="fa-IR" b="1" dirty="0" smtClean="0">
                <a:cs typeface="B Nazanin" pitchFamily="2" charset="-78"/>
              </a:rPr>
              <a:t>تعاریف توسعه سازمان</a:t>
            </a:r>
            <a:endParaRPr lang="fa-IR" b="1" dirty="0">
              <a:cs typeface="B Nazanin" pitchFamily="2" charset="-78"/>
            </a:endParaRPr>
          </a:p>
        </p:txBody>
      </p:sp>
      <p:sp>
        <p:nvSpPr>
          <p:cNvPr id="3" name="Content Placeholder 2"/>
          <p:cNvSpPr>
            <a:spLocks noGrp="1"/>
          </p:cNvSpPr>
          <p:nvPr>
            <p:ph sz="quarter" idx="1"/>
          </p:nvPr>
        </p:nvSpPr>
        <p:spPr>
          <a:xfrm>
            <a:off x="914400" y="1500174"/>
            <a:ext cx="7772400" cy="4519626"/>
          </a:xfrm>
          <a:solidFill>
            <a:srgbClr val="00B050"/>
          </a:solidFill>
        </p:spPr>
        <p:txBody>
          <a:bodyPr>
            <a:normAutofit/>
          </a:bodyPr>
          <a:lstStyle/>
          <a:p>
            <a:pPr algn="just"/>
            <a:r>
              <a:rPr lang="fa-IR" sz="2400" b="1" dirty="0" smtClean="0">
                <a:cs typeface="B Nazanin" pitchFamily="2" charset="-78"/>
              </a:rPr>
              <a:t>توسعه سازمان فرایند برنامه ریزی شده تحول در فرهنگ سازمانی با به کارگیری فناوری علوم رفتاری تحقیق و تئوری می باشد. </a:t>
            </a:r>
            <a:r>
              <a:rPr lang="fa-IR" sz="2000" b="1" dirty="0" smtClean="0">
                <a:cs typeface="B Nazanin" pitchFamily="2" charset="-78"/>
              </a:rPr>
              <a:t>(وارنر برک)</a:t>
            </a:r>
          </a:p>
          <a:p>
            <a:pPr algn="just"/>
            <a:r>
              <a:rPr lang="fa-IR" sz="2400" b="1" dirty="0" smtClean="0">
                <a:cs typeface="B Nazanin" pitchFamily="2" charset="-78"/>
              </a:rPr>
              <a:t>کاربرد نظام مند دانش رفتاری در تحول سازمان از پیش طراحی شده، بهبود و تقویت مجدد راهبردها، ساختار ها و فرایندهایی است که به اثر بخشی سازمان می انجامد.</a:t>
            </a:r>
          </a:p>
          <a:p>
            <a:pPr algn="just"/>
            <a:r>
              <a:rPr lang="fa-IR" sz="2400" b="1" dirty="0" smtClean="0">
                <a:cs typeface="B Nazanin" pitchFamily="2" charset="-78"/>
              </a:rPr>
              <a:t>به تلاشی با دامنه وسیع  به منظور توسعه قابلیت های حل مسله سازمان و توانایی آن در هماهنگی  با تغییرات محیط خارجی اطلاق می شود.</a:t>
            </a:r>
          </a:p>
          <a:p>
            <a:pPr algn="just"/>
            <a:r>
              <a:rPr lang="fa-IR" sz="2400" b="1" dirty="0" smtClean="0">
                <a:cs typeface="B Nazanin" pitchFamily="2" charset="-78"/>
              </a:rPr>
              <a:t>تلاشی برنامه ریزی شده در محدوده سازمان و مدیریت شده از سطح بالا به منظور افزایش اثر بخشی و سلامت سازمان از ظریق تحولات برنامه ریزی شده در فرایندهای سازمانی است که با استفاده از دانش علوم رفتاری انجام می شود</a:t>
            </a:r>
            <a:r>
              <a:rPr lang="fa-IR" sz="2000" b="1" dirty="0" smtClean="0">
                <a:cs typeface="B Nazanin" pitchFamily="2" charset="-78"/>
              </a:rPr>
              <a:t>.(ریچارد بکهارد)</a:t>
            </a:r>
            <a:endParaRPr lang="fa-IR" sz="2000" b="1" dirty="0">
              <a:cs typeface="B Nazanin" pitchFamily="2" charset="-78"/>
            </a:endParaRPr>
          </a:p>
        </p:txBody>
      </p:sp>
    </p:spTree>
  </p:cSld>
  <p:clrMapOvr>
    <a:masterClrMapping/>
  </p:clrMapOvr>
  <p:transition advTm="5000"/>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style>
          <a:lnRef idx="1">
            <a:schemeClr val="accent1"/>
          </a:lnRef>
          <a:fillRef idx="2">
            <a:schemeClr val="accent1"/>
          </a:fillRef>
          <a:effectRef idx="1">
            <a:schemeClr val="accent1"/>
          </a:effectRef>
          <a:fontRef idx="minor">
            <a:schemeClr val="dk1"/>
          </a:fontRef>
        </p:style>
        <p:txBody>
          <a:bodyPr/>
          <a:lstStyle/>
          <a:p>
            <a:pPr algn="ctr"/>
            <a:r>
              <a:rPr lang="fa-IR" b="1" dirty="0" smtClean="0">
                <a:cs typeface="B Nazanin" pitchFamily="2" charset="-78"/>
              </a:rPr>
              <a:t>کارکردهای توسعه سازمان</a:t>
            </a:r>
            <a:endParaRPr lang="fa-IR" dirty="0"/>
          </a:p>
        </p:txBody>
      </p:sp>
      <p:sp>
        <p:nvSpPr>
          <p:cNvPr id="3" name="Content Placeholder 2"/>
          <p:cNvSpPr>
            <a:spLocks noGrp="1"/>
          </p:cNvSpPr>
          <p:nvPr>
            <p:ph sz="quarter" idx="1"/>
          </p:nvPr>
        </p:nvSpPr>
        <p:spPr>
          <a:xfrm>
            <a:off x="914400" y="1643050"/>
            <a:ext cx="7772400" cy="4376750"/>
          </a:xfrm>
          <a:solidFill>
            <a:srgbClr val="00B0F0"/>
          </a:solidFill>
        </p:spPr>
        <p:txBody>
          <a:bodyPr>
            <a:normAutofit/>
          </a:bodyPr>
          <a:lstStyle/>
          <a:p>
            <a:pPr algn="just"/>
            <a:r>
              <a:rPr lang="fa-IR" sz="2800" b="1" dirty="0" smtClean="0">
                <a:cs typeface="B Nazanin" pitchFamily="2" charset="-78"/>
              </a:rPr>
              <a:t>توسعه سازمان، در وهله اول به راهبرد، ساختار و فرایند کل سیستم نظیر: سازمان، کارگاهی کوچک از کارخانه ای بزرگ و یک دپارتمان یا گروه کاری می پردازد.</a:t>
            </a:r>
          </a:p>
          <a:p>
            <a:pPr algn="just"/>
            <a:r>
              <a:rPr lang="fa-IR" sz="2800" b="1" dirty="0" smtClean="0">
                <a:cs typeface="B Nazanin" pitchFamily="2" charset="-78"/>
              </a:rPr>
              <a:t>دوم: توسعه سازمان، مبتنی بر فعالیت ها، دانش علوم رفتاری ومفاهیم کوچک تری نظیر: رهبری، پویایی گروه و طراحی کار  و رویکردهای کلان است.</a:t>
            </a:r>
          </a:p>
          <a:p>
            <a:pPr algn="just"/>
            <a:r>
              <a:rPr lang="fa-IR" sz="2800" b="1" dirty="0" smtClean="0">
                <a:cs typeface="B Nazanin" pitchFamily="2" charset="-78"/>
              </a:rPr>
              <a:t>سوم: توسعه سازمان، تغییرات برنامه ریزی شده را مدیریت می کند.</a:t>
            </a:r>
          </a:p>
          <a:p>
            <a:pPr algn="just"/>
            <a:r>
              <a:rPr lang="fa-IR" sz="2800" b="1" dirty="0" smtClean="0">
                <a:cs typeface="B Nazanin" pitchFamily="2" charset="-78"/>
              </a:rPr>
              <a:t>چهارم: توسعه سازمان، شامل ایجاد و تقویت تغییرات است.</a:t>
            </a:r>
            <a:endParaRPr lang="fa-IR" sz="2800" b="1" dirty="0">
              <a:cs typeface="B Nazanin" pitchFamily="2" charset="-78"/>
            </a:endParaRPr>
          </a:p>
        </p:txBody>
      </p:sp>
    </p:spTree>
  </p:cSld>
  <p:clrMapOvr>
    <a:masterClrMapping/>
  </p:clrMapOvr>
  <p:transition advTm="5000">
    <p:wipe dir="r"/>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rgbClr val="FFFF00"/>
          </a:solidFill>
        </p:spPr>
        <p:txBody>
          <a:bodyPr>
            <a:normAutofit fontScale="90000"/>
          </a:bodyPr>
          <a:lstStyle/>
          <a:p>
            <a:pPr algn="ctr"/>
            <a:r>
              <a:rPr lang="fa-IR" b="1" dirty="0" smtClean="0">
                <a:solidFill>
                  <a:schemeClr val="tx1"/>
                </a:solidFill>
                <a:cs typeface="B Nazanin" pitchFamily="2" charset="-78"/>
              </a:rPr>
              <a:t/>
            </a:r>
            <a:br>
              <a:rPr lang="fa-IR" b="1" dirty="0" smtClean="0">
                <a:solidFill>
                  <a:schemeClr val="tx1"/>
                </a:solidFill>
                <a:cs typeface="B Nazanin" pitchFamily="2" charset="-78"/>
              </a:rPr>
            </a:br>
            <a:r>
              <a:rPr lang="fa-IR" b="1" dirty="0" smtClean="0">
                <a:solidFill>
                  <a:schemeClr val="tx1"/>
                </a:solidFill>
                <a:cs typeface="B Nazanin" pitchFamily="2" charset="-78"/>
              </a:rPr>
              <a:t/>
            </a:r>
            <a:br>
              <a:rPr lang="fa-IR" b="1" dirty="0" smtClean="0">
                <a:solidFill>
                  <a:schemeClr val="tx1"/>
                </a:solidFill>
                <a:cs typeface="B Nazanin" pitchFamily="2" charset="-78"/>
              </a:rPr>
            </a:br>
            <a:r>
              <a:rPr lang="fa-IR" b="1" dirty="0" smtClean="0">
                <a:solidFill>
                  <a:schemeClr val="tx1"/>
                </a:solidFill>
                <a:cs typeface="B Nazanin" pitchFamily="2" charset="-78"/>
              </a:rPr>
              <a:t/>
            </a:r>
            <a:br>
              <a:rPr lang="fa-IR" b="1" dirty="0" smtClean="0">
                <a:solidFill>
                  <a:schemeClr val="tx1"/>
                </a:solidFill>
                <a:cs typeface="B Nazanin" pitchFamily="2" charset="-78"/>
              </a:rPr>
            </a:br>
            <a:r>
              <a:rPr lang="fa-IR" b="1" dirty="0" smtClean="0">
                <a:solidFill>
                  <a:schemeClr val="tx1"/>
                </a:solidFill>
                <a:cs typeface="B Nazanin" pitchFamily="2" charset="-78"/>
              </a:rPr>
              <a:t/>
            </a:r>
            <a:br>
              <a:rPr lang="fa-IR" b="1" dirty="0" smtClean="0">
                <a:solidFill>
                  <a:schemeClr val="tx1"/>
                </a:solidFill>
                <a:cs typeface="B Nazanin" pitchFamily="2" charset="-78"/>
              </a:rPr>
            </a:br>
            <a:r>
              <a:rPr lang="fa-IR" b="1" dirty="0" smtClean="0">
                <a:solidFill>
                  <a:schemeClr val="tx1"/>
                </a:solidFill>
                <a:cs typeface="B Nazanin" pitchFamily="2" charset="-78"/>
              </a:rPr>
              <a:t/>
            </a:r>
            <a:br>
              <a:rPr lang="fa-IR" b="1" dirty="0" smtClean="0">
                <a:solidFill>
                  <a:schemeClr val="tx1"/>
                </a:solidFill>
                <a:cs typeface="B Nazanin" pitchFamily="2" charset="-78"/>
              </a:rPr>
            </a:br>
            <a:r>
              <a:rPr lang="fa-IR" b="1" dirty="0" smtClean="0">
                <a:solidFill>
                  <a:schemeClr val="tx1"/>
                </a:solidFill>
                <a:cs typeface="B Nazanin" pitchFamily="2" charset="-78"/>
              </a:rPr>
              <a:t/>
            </a:r>
            <a:br>
              <a:rPr lang="fa-IR" b="1" dirty="0" smtClean="0">
                <a:solidFill>
                  <a:schemeClr val="tx1"/>
                </a:solidFill>
                <a:cs typeface="B Nazanin" pitchFamily="2" charset="-78"/>
              </a:rPr>
            </a:br>
            <a:r>
              <a:rPr lang="fa-IR" b="1" dirty="0" smtClean="0">
                <a:solidFill>
                  <a:schemeClr val="tx1"/>
                </a:solidFill>
                <a:cs typeface="B Nazanin" pitchFamily="2" charset="-78"/>
              </a:rPr>
              <a:t/>
            </a:r>
            <a:br>
              <a:rPr lang="fa-IR" b="1" dirty="0" smtClean="0">
                <a:solidFill>
                  <a:schemeClr val="tx1"/>
                </a:solidFill>
                <a:cs typeface="B Nazanin" pitchFamily="2" charset="-78"/>
              </a:rPr>
            </a:br>
            <a:r>
              <a:rPr lang="fa-IR" b="1" dirty="0" smtClean="0">
                <a:solidFill>
                  <a:schemeClr val="tx1"/>
                </a:solidFill>
                <a:cs typeface="B Nazanin" pitchFamily="2" charset="-78"/>
              </a:rPr>
              <a:t/>
            </a:r>
            <a:br>
              <a:rPr lang="fa-IR" b="1" dirty="0" smtClean="0">
                <a:solidFill>
                  <a:schemeClr val="tx1"/>
                </a:solidFill>
                <a:cs typeface="B Nazanin" pitchFamily="2" charset="-78"/>
              </a:rPr>
            </a:br>
            <a:r>
              <a:rPr lang="fa-IR" b="1" dirty="0" smtClean="0">
                <a:solidFill>
                  <a:schemeClr val="tx1"/>
                </a:solidFill>
                <a:cs typeface="B Nazanin" pitchFamily="2" charset="-78"/>
              </a:rPr>
              <a:t/>
            </a:r>
            <a:br>
              <a:rPr lang="fa-IR" b="1" dirty="0" smtClean="0">
                <a:solidFill>
                  <a:schemeClr val="tx1"/>
                </a:solidFill>
                <a:cs typeface="B Nazanin" pitchFamily="2" charset="-78"/>
              </a:rPr>
            </a:br>
            <a:r>
              <a:rPr lang="fa-IR" b="1" dirty="0" smtClean="0">
                <a:solidFill>
                  <a:schemeClr val="tx1"/>
                </a:solidFill>
                <a:cs typeface="B Nazanin" pitchFamily="2" charset="-78"/>
              </a:rPr>
              <a:t/>
            </a:r>
            <a:br>
              <a:rPr lang="fa-IR" b="1" dirty="0" smtClean="0">
                <a:solidFill>
                  <a:schemeClr val="tx1"/>
                </a:solidFill>
                <a:cs typeface="B Nazanin" pitchFamily="2" charset="-78"/>
              </a:rPr>
            </a:br>
            <a:r>
              <a:rPr lang="fa-IR" b="1" dirty="0" smtClean="0">
                <a:solidFill>
                  <a:schemeClr val="tx1"/>
                </a:solidFill>
                <a:cs typeface="B Nazanin" pitchFamily="2" charset="-78"/>
              </a:rPr>
              <a:t/>
            </a:r>
            <a:br>
              <a:rPr lang="fa-IR" b="1" dirty="0" smtClean="0">
                <a:solidFill>
                  <a:schemeClr val="tx1"/>
                </a:solidFill>
                <a:cs typeface="B Nazanin" pitchFamily="2" charset="-78"/>
              </a:rPr>
            </a:br>
            <a:r>
              <a:rPr lang="fa-IR" b="1" dirty="0" smtClean="0">
                <a:solidFill>
                  <a:schemeClr val="tx1"/>
                </a:solidFill>
                <a:cs typeface="B Nazanin" pitchFamily="2" charset="-78"/>
              </a:rPr>
              <a:t/>
            </a:r>
            <a:br>
              <a:rPr lang="fa-IR" b="1" dirty="0" smtClean="0">
                <a:solidFill>
                  <a:schemeClr val="tx1"/>
                </a:solidFill>
                <a:cs typeface="B Nazanin" pitchFamily="2" charset="-78"/>
              </a:rPr>
            </a:br>
            <a:r>
              <a:rPr lang="fa-IR" b="1" dirty="0" smtClean="0">
                <a:solidFill>
                  <a:schemeClr val="tx1"/>
                </a:solidFill>
                <a:cs typeface="B Nazanin" pitchFamily="2" charset="-78"/>
              </a:rPr>
              <a:t>5</a:t>
            </a:r>
            <a:br>
              <a:rPr lang="fa-IR" b="1" dirty="0" smtClean="0">
                <a:solidFill>
                  <a:schemeClr val="tx1"/>
                </a:solidFill>
                <a:cs typeface="B Nazanin" pitchFamily="2" charset="-78"/>
              </a:rPr>
            </a:br>
            <a:r>
              <a:rPr lang="fa-IR" b="1" dirty="0" smtClean="0">
                <a:solidFill>
                  <a:schemeClr val="tx1"/>
                </a:solidFill>
                <a:cs typeface="B Nazanin" pitchFamily="2" charset="-78"/>
              </a:rPr>
              <a:t/>
            </a:r>
            <a:br>
              <a:rPr lang="fa-IR" b="1" dirty="0" smtClean="0">
                <a:solidFill>
                  <a:schemeClr val="tx1"/>
                </a:solidFill>
                <a:cs typeface="B Nazanin" pitchFamily="2" charset="-78"/>
              </a:rPr>
            </a:br>
            <a:r>
              <a:rPr lang="fa-IR" b="1" dirty="0" smtClean="0">
                <a:solidFill>
                  <a:schemeClr val="tx1"/>
                </a:solidFill>
                <a:cs typeface="B Nazanin" pitchFamily="2" charset="-78"/>
              </a:rPr>
              <a:t/>
            </a:r>
            <a:br>
              <a:rPr lang="fa-IR" b="1" dirty="0" smtClean="0">
                <a:solidFill>
                  <a:schemeClr val="tx1"/>
                </a:solidFill>
                <a:cs typeface="B Nazanin" pitchFamily="2" charset="-78"/>
              </a:rPr>
            </a:br>
            <a:r>
              <a:rPr lang="fa-IR" b="1" dirty="0" smtClean="0">
                <a:solidFill>
                  <a:schemeClr val="tx1"/>
                </a:solidFill>
                <a:cs typeface="B Nazanin" pitchFamily="2" charset="-78"/>
              </a:rPr>
              <a:t/>
            </a:r>
            <a:br>
              <a:rPr lang="fa-IR" b="1" dirty="0" smtClean="0">
                <a:solidFill>
                  <a:schemeClr val="tx1"/>
                </a:solidFill>
                <a:cs typeface="B Nazanin" pitchFamily="2" charset="-78"/>
              </a:rPr>
            </a:br>
            <a:r>
              <a:rPr lang="fa-IR" b="1" dirty="0" smtClean="0">
                <a:solidFill>
                  <a:schemeClr val="tx1"/>
                </a:solidFill>
                <a:cs typeface="B Nazanin" pitchFamily="2" charset="-78"/>
              </a:rPr>
              <a:t/>
            </a:r>
            <a:br>
              <a:rPr lang="fa-IR" b="1" dirty="0" smtClean="0">
                <a:solidFill>
                  <a:schemeClr val="tx1"/>
                </a:solidFill>
                <a:cs typeface="B Nazanin" pitchFamily="2" charset="-78"/>
              </a:rPr>
            </a:br>
            <a:r>
              <a:rPr lang="fa-IR" b="1" dirty="0" smtClean="0">
                <a:solidFill>
                  <a:schemeClr val="tx1"/>
                </a:solidFill>
                <a:cs typeface="B Nazanin" pitchFamily="2" charset="-78"/>
              </a:rPr>
              <a:t/>
            </a:r>
            <a:br>
              <a:rPr lang="fa-IR" b="1" dirty="0" smtClean="0">
                <a:solidFill>
                  <a:schemeClr val="tx1"/>
                </a:solidFill>
                <a:cs typeface="B Nazanin" pitchFamily="2" charset="-78"/>
              </a:rPr>
            </a:br>
            <a:r>
              <a:rPr lang="fa-IR" b="1" dirty="0" smtClean="0">
                <a:solidFill>
                  <a:schemeClr val="tx1"/>
                </a:solidFill>
                <a:cs typeface="B Nazanin" pitchFamily="2" charset="-78"/>
              </a:rPr>
              <a:t/>
            </a:r>
            <a:br>
              <a:rPr lang="fa-IR" b="1" dirty="0" smtClean="0">
                <a:solidFill>
                  <a:schemeClr val="tx1"/>
                </a:solidFill>
                <a:cs typeface="B Nazanin" pitchFamily="2" charset="-78"/>
              </a:rPr>
            </a:br>
            <a:r>
              <a:rPr lang="fa-IR" b="1" dirty="0" smtClean="0">
                <a:solidFill>
                  <a:schemeClr val="tx1"/>
                </a:solidFill>
                <a:cs typeface="B Nazanin" pitchFamily="2" charset="-78"/>
              </a:rPr>
              <a:t/>
            </a:r>
            <a:br>
              <a:rPr lang="fa-IR" b="1" dirty="0" smtClean="0">
                <a:solidFill>
                  <a:schemeClr val="tx1"/>
                </a:solidFill>
                <a:cs typeface="B Nazanin" pitchFamily="2" charset="-78"/>
              </a:rPr>
            </a:br>
            <a:r>
              <a:rPr lang="fa-IR" b="1" dirty="0" smtClean="0">
                <a:solidFill>
                  <a:schemeClr val="tx1"/>
                </a:solidFill>
                <a:cs typeface="B Nazanin" pitchFamily="2" charset="-78"/>
              </a:rPr>
              <a:t/>
            </a:r>
            <a:br>
              <a:rPr lang="fa-IR" b="1" dirty="0" smtClean="0">
                <a:solidFill>
                  <a:schemeClr val="tx1"/>
                </a:solidFill>
                <a:cs typeface="B Nazanin" pitchFamily="2" charset="-78"/>
              </a:rPr>
            </a:br>
            <a:r>
              <a:rPr lang="fa-IR" b="1" dirty="0" smtClean="0">
                <a:solidFill>
                  <a:schemeClr val="tx1"/>
                </a:solidFill>
                <a:cs typeface="B Nazanin" pitchFamily="2" charset="-78"/>
              </a:rPr>
              <a:t/>
            </a:r>
            <a:br>
              <a:rPr lang="fa-IR" b="1" dirty="0" smtClean="0">
                <a:solidFill>
                  <a:schemeClr val="tx1"/>
                </a:solidFill>
                <a:cs typeface="B Nazanin" pitchFamily="2" charset="-78"/>
              </a:rPr>
            </a:br>
            <a:r>
              <a:rPr lang="fa-IR" b="1" dirty="0" smtClean="0">
                <a:solidFill>
                  <a:schemeClr val="tx1"/>
                </a:solidFill>
                <a:cs typeface="B Nazanin" pitchFamily="2" charset="-78"/>
              </a:rPr>
              <a:t/>
            </a:r>
            <a:br>
              <a:rPr lang="fa-IR" b="1" dirty="0" smtClean="0">
                <a:solidFill>
                  <a:schemeClr val="tx1"/>
                </a:solidFill>
                <a:cs typeface="B Nazanin" pitchFamily="2" charset="-78"/>
              </a:rPr>
            </a:br>
            <a:r>
              <a:rPr lang="fa-IR" b="1" dirty="0" smtClean="0">
                <a:solidFill>
                  <a:schemeClr val="tx1"/>
                </a:solidFill>
                <a:cs typeface="B Nazanin" pitchFamily="2" charset="-78"/>
              </a:rPr>
              <a:t/>
            </a:r>
            <a:br>
              <a:rPr lang="fa-IR" b="1" dirty="0" smtClean="0">
                <a:solidFill>
                  <a:schemeClr val="tx1"/>
                </a:solidFill>
                <a:cs typeface="B Nazanin" pitchFamily="2" charset="-78"/>
              </a:rPr>
            </a:br>
            <a:r>
              <a:rPr lang="fa-IR" b="1" dirty="0" smtClean="0">
                <a:solidFill>
                  <a:schemeClr val="tx1"/>
                </a:solidFill>
                <a:cs typeface="B Nazanin" pitchFamily="2" charset="-78"/>
              </a:rPr>
              <a:t/>
            </a:r>
            <a:br>
              <a:rPr lang="fa-IR" b="1" dirty="0" smtClean="0">
                <a:solidFill>
                  <a:schemeClr val="tx1"/>
                </a:solidFill>
                <a:cs typeface="B Nazanin" pitchFamily="2" charset="-78"/>
              </a:rPr>
            </a:br>
            <a:r>
              <a:rPr lang="fa-IR" b="1" dirty="0" smtClean="0">
                <a:solidFill>
                  <a:schemeClr val="tx1"/>
                </a:solidFill>
                <a:cs typeface="B Nazanin" pitchFamily="2" charset="-78"/>
              </a:rPr>
              <a:t/>
            </a:r>
            <a:br>
              <a:rPr lang="fa-IR" b="1" dirty="0" smtClean="0">
                <a:solidFill>
                  <a:schemeClr val="tx1"/>
                </a:solidFill>
                <a:cs typeface="B Nazanin" pitchFamily="2" charset="-78"/>
              </a:rPr>
            </a:br>
            <a:r>
              <a:rPr lang="fa-IR" b="1" dirty="0" smtClean="0">
                <a:solidFill>
                  <a:schemeClr val="tx1"/>
                </a:solidFill>
                <a:cs typeface="B Nazanin" pitchFamily="2" charset="-78"/>
              </a:rPr>
              <a:t/>
            </a:r>
            <a:br>
              <a:rPr lang="fa-IR" b="1" dirty="0" smtClean="0">
                <a:solidFill>
                  <a:schemeClr val="tx1"/>
                </a:solidFill>
                <a:cs typeface="B Nazanin" pitchFamily="2" charset="-78"/>
              </a:rPr>
            </a:br>
            <a:r>
              <a:rPr lang="fa-IR" b="1" dirty="0" smtClean="0">
                <a:solidFill>
                  <a:schemeClr val="tx1"/>
                </a:solidFill>
                <a:cs typeface="B Nazanin" pitchFamily="2" charset="-78"/>
              </a:rPr>
              <a:t/>
            </a:r>
            <a:br>
              <a:rPr lang="fa-IR" b="1" dirty="0" smtClean="0">
                <a:solidFill>
                  <a:schemeClr val="tx1"/>
                </a:solidFill>
                <a:cs typeface="B Nazanin" pitchFamily="2" charset="-78"/>
              </a:rPr>
            </a:br>
            <a:r>
              <a:rPr lang="fa-IR" b="1" dirty="0" smtClean="0">
                <a:solidFill>
                  <a:schemeClr val="tx1"/>
                </a:solidFill>
                <a:cs typeface="B Nazanin" pitchFamily="2" charset="-78"/>
              </a:rPr>
              <a:t/>
            </a:r>
            <a:br>
              <a:rPr lang="fa-IR" b="1" dirty="0" smtClean="0">
                <a:solidFill>
                  <a:schemeClr val="tx1"/>
                </a:solidFill>
                <a:cs typeface="B Nazanin" pitchFamily="2" charset="-78"/>
              </a:rPr>
            </a:br>
            <a:r>
              <a:rPr lang="fa-IR" b="1" dirty="0" smtClean="0">
                <a:solidFill>
                  <a:schemeClr val="tx1"/>
                </a:solidFill>
                <a:cs typeface="B Nazanin" pitchFamily="2" charset="-78"/>
              </a:rPr>
              <a:t/>
            </a:r>
            <a:br>
              <a:rPr lang="fa-IR" b="1" dirty="0" smtClean="0">
                <a:solidFill>
                  <a:schemeClr val="tx1"/>
                </a:solidFill>
                <a:cs typeface="B Nazanin" pitchFamily="2" charset="-78"/>
              </a:rPr>
            </a:br>
            <a:r>
              <a:rPr lang="fa-IR" b="1" dirty="0" smtClean="0">
                <a:solidFill>
                  <a:schemeClr val="tx1"/>
                </a:solidFill>
                <a:cs typeface="B Nazanin" pitchFamily="2" charset="-78"/>
              </a:rPr>
              <a:t/>
            </a:r>
            <a:br>
              <a:rPr lang="fa-IR" b="1" dirty="0" smtClean="0">
                <a:solidFill>
                  <a:schemeClr val="tx1"/>
                </a:solidFill>
                <a:cs typeface="B Nazanin" pitchFamily="2" charset="-78"/>
              </a:rPr>
            </a:br>
            <a:r>
              <a:rPr lang="fa-IR" b="1" dirty="0" smtClean="0">
                <a:solidFill>
                  <a:schemeClr val="tx1"/>
                </a:solidFill>
                <a:cs typeface="B Nazanin" pitchFamily="2" charset="-78"/>
              </a:rPr>
              <a:t/>
            </a:r>
            <a:br>
              <a:rPr lang="fa-IR" b="1" dirty="0" smtClean="0">
                <a:solidFill>
                  <a:schemeClr val="tx1"/>
                </a:solidFill>
                <a:cs typeface="B Nazanin" pitchFamily="2" charset="-78"/>
              </a:rPr>
            </a:br>
            <a:r>
              <a:rPr lang="fa-IR" b="1" dirty="0" smtClean="0">
                <a:solidFill>
                  <a:schemeClr val="tx1"/>
                </a:solidFill>
                <a:cs typeface="B Nazanin" pitchFamily="2" charset="-78"/>
              </a:rPr>
              <a:t/>
            </a:r>
            <a:br>
              <a:rPr lang="fa-IR" b="1" dirty="0" smtClean="0">
                <a:solidFill>
                  <a:schemeClr val="tx1"/>
                </a:solidFill>
                <a:cs typeface="B Nazanin" pitchFamily="2" charset="-78"/>
              </a:rPr>
            </a:br>
            <a:r>
              <a:rPr lang="fa-IR" b="1" dirty="0" smtClean="0">
                <a:solidFill>
                  <a:schemeClr val="tx1"/>
                </a:solidFill>
                <a:cs typeface="B Nazanin" pitchFamily="2" charset="-78"/>
              </a:rPr>
              <a:t/>
            </a:r>
            <a:br>
              <a:rPr lang="fa-IR" b="1" dirty="0" smtClean="0">
                <a:solidFill>
                  <a:schemeClr val="tx1"/>
                </a:solidFill>
                <a:cs typeface="B Nazanin" pitchFamily="2" charset="-78"/>
              </a:rPr>
            </a:br>
            <a:r>
              <a:rPr lang="fa-IR" b="1" dirty="0" smtClean="0">
                <a:solidFill>
                  <a:schemeClr val="tx1"/>
                </a:solidFill>
                <a:cs typeface="B Nazanin" pitchFamily="2" charset="-78"/>
              </a:rPr>
              <a:t/>
            </a:r>
            <a:br>
              <a:rPr lang="fa-IR" b="1" dirty="0" smtClean="0">
                <a:solidFill>
                  <a:schemeClr val="tx1"/>
                </a:solidFill>
                <a:cs typeface="B Nazanin" pitchFamily="2" charset="-78"/>
              </a:rPr>
            </a:br>
            <a:r>
              <a:rPr lang="fa-IR" b="1" dirty="0" smtClean="0">
                <a:solidFill>
                  <a:schemeClr val="tx1"/>
                </a:solidFill>
                <a:cs typeface="B Nazanin" pitchFamily="2" charset="-78"/>
              </a:rPr>
              <a:t/>
            </a:r>
            <a:br>
              <a:rPr lang="fa-IR" b="1" dirty="0" smtClean="0">
                <a:solidFill>
                  <a:schemeClr val="tx1"/>
                </a:solidFill>
                <a:cs typeface="B Nazanin" pitchFamily="2" charset="-78"/>
              </a:rPr>
            </a:br>
            <a:r>
              <a:rPr lang="fa-IR" b="1" dirty="0" smtClean="0">
                <a:solidFill>
                  <a:schemeClr val="tx1"/>
                </a:solidFill>
                <a:cs typeface="B Nazanin" pitchFamily="2" charset="-78"/>
              </a:rPr>
              <a:t/>
            </a:r>
            <a:br>
              <a:rPr lang="fa-IR" b="1" dirty="0" smtClean="0">
                <a:solidFill>
                  <a:schemeClr val="tx1"/>
                </a:solidFill>
                <a:cs typeface="B Nazanin" pitchFamily="2" charset="-78"/>
              </a:rPr>
            </a:br>
            <a:r>
              <a:rPr lang="fa-IR" b="1" dirty="0" smtClean="0">
                <a:solidFill>
                  <a:schemeClr val="tx1"/>
                </a:solidFill>
                <a:cs typeface="B Nazanin" pitchFamily="2" charset="-78"/>
              </a:rPr>
              <a:t/>
            </a:r>
            <a:br>
              <a:rPr lang="fa-IR" b="1" dirty="0" smtClean="0">
                <a:solidFill>
                  <a:schemeClr val="tx1"/>
                </a:solidFill>
                <a:cs typeface="B Nazanin" pitchFamily="2" charset="-78"/>
              </a:rPr>
            </a:br>
            <a:r>
              <a:rPr lang="fa-IR" b="1" dirty="0" smtClean="0">
                <a:solidFill>
                  <a:schemeClr val="tx1"/>
                </a:solidFill>
                <a:cs typeface="B Nazanin" pitchFamily="2" charset="-78"/>
              </a:rPr>
              <a:t/>
            </a:r>
            <a:br>
              <a:rPr lang="fa-IR" b="1" dirty="0" smtClean="0">
                <a:solidFill>
                  <a:schemeClr val="tx1"/>
                </a:solidFill>
                <a:cs typeface="B Nazanin" pitchFamily="2" charset="-78"/>
              </a:rPr>
            </a:br>
            <a:r>
              <a:rPr lang="fa-IR" b="1" dirty="0" smtClean="0">
                <a:solidFill>
                  <a:schemeClr val="tx1"/>
                </a:solidFill>
                <a:cs typeface="B Nazanin" pitchFamily="2" charset="-78"/>
              </a:rPr>
              <a:t/>
            </a:r>
            <a:br>
              <a:rPr lang="fa-IR" b="1" dirty="0" smtClean="0">
                <a:solidFill>
                  <a:schemeClr val="tx1"/>
                </a:solidFill>
                <a:cs typeface="B Nazanin" pitchFamily="2" charset="-78"/>
              </a:rPr>
            </a:br>
            <a:r>
              <a:rPr lang="fa-IR" b="1" dirty="0" smtClean="0">
                <a:solidFill>
                  <a:schemeClr val="tx1"/>
                </a:solidFill>
                <a:cs typeface="B Nazanin" pitchFamily="2" charset="-78"/>
              </a:rPr>
              <a:t/>
            </a:r>
            <a:br>
              <a:rPr lang="fa-IR" b="1" dirty="0" smtClean="0">
                <a:solidFill>
                  <a:schemeClr val="tx1"/>
                </a:solidFill>
                <a:cs typeface="B Nazanin" pitchFamily="2" charset="-78"/>
              </a:rPr>
            </a:br>
            <a:r>
              <a:rPr lang="fa-IR" b="1" dirty="0" smtClean="0">
                <a:solidFill>
                  <a:schemeClr val="tx1"/>
                </a:solidFill>
                <a:cs typeface="B Nazanin" pitchFamily="2" charset="-78"/>
              </a:rPr>
              <a:t/>
            </a:r>
            <a:br>
              <a:rPr lang="fa-IR" b="1" dirty="0" smtClean="0">
                <a:solidFill>
                  <a:schemeClr val="tx1"/>
                </a:solidFill>
                <a:cs typeface="B Nazanin" pitchFamily="2" charset="-78"/>
              </a:rPr>
            </a:br>
            <a:r>
              <a:rPr lang="fa-IR" b="1" dirty="0" smtClean="0">
                <a:solidFill>
                  <a:schemeClr val="tx1"/>
                </a:solidFill>
                <a:cs typeface="B Nazanin" pitchFamily="2" charset="-78"/>
              </a:rPr>
              <a:t/>
            </a:r>
            <a:br>
              <a:rPr lang="fa-IR" b="1" dirty="0" smtClean="0">
                <a:solidFill>
                  <a:schemeClr val="tx1"/>
                </a:solidFill>
                <a:cs typeface="B Nazanin" pitchFamily="2" charset="-78"/>
              </a:rPr>
            </a:br>
            <a:r>
              <a:rPr lang="fa-IR" b="1" dirty="0" smtClean="0">
                <a:solidFill>
                  <a:schemeClr val="tx1"/>
                </a:solidFill>
                <a:cs typeface="B Nazanin" pitchFamily="2" charset="-78"/>
              </a:rPr>
              <a:t/>
            </a:r>
            <a:br>
              <a:rPr lang="fa-IR" b="1" dirty="0" smtClean="0">
                <a:solidFill>
                  <a:schemeClr val="tx1"/>
                </a:solidFill>
                <a:cs typeface="B Nazanin" pitchFamily="2" charset="-78"/>
              </a:rPr>
            </a:br>
            <a:r>
              <a:rPr lang="fa-IR" b="1" dirty="0" smtClean="0">
                <a:solidFill>
                  <a:schemeClr val="tx1"/>
                </a:solidFill>
                <a:cs typeface="B Nazanin" pitchFamily="2" charset="-78"/>
              </a:rPr>
              <a:t/>
            </a:r>
            <a:br>
              <a:rPr lang="fa-IR" b="1" dirty="0" smtClean="0">
                <a:solidFill>
                  <a:schemeClr val="tx1"/>
                </a:solidFill>
                <a:cs typeface="B Nazanin" pitchFamily="2" charset="-78"/>
              </a:rPr>
            </a:br>
            <a:r>
              <a:rPr lang="fa-IR" b="1" dirty="0" smtClean="0">
                <a:solidFill>
                  <a:schemeClr val="tx1"/>
                </a:solidFill>
                <a:cs typeface="B Nazanin" pitchFamily="2" charset="-78"/>
              </a:rPr>
              <a:t/>
            </a:r>
            <a:br>
              <a:rPr lang="fa-IR" b="1" dirty="0" smtClean="0">
                <a:solidFill>
                  <a:schemeClr val="tx1"/>
                </a:solidFill>
                <a:cs typeface="B Nazanin" pitchFamily="2" charset="-78"/>
              </a:rPr>
            </a:br>
            <a:r>
              <a:rPr lang="fa-IR" b="1" dirty="0" smtClean="0">
                <a:solidFill>
                  <a:schemeClr val="tx1"/>
                </a:solidFill>
                <a:cs typeface="B Nazanin" pitchFamily="2" charset="-78"/>
              </a:rPr>
              <a:t/>
            </a:r>
            <a:br>
              <a:rPr lang="fa-IR" b="1" dirty="0" smtClean="0">
                <a:solidFill>
                  <a:schemeClr val="tx1"/>
                </a:solidFill>
                <a:cs typeface="B Nazanin" pitchFamily="2" charset="-78"/>
              </a:rPr>
            </a:br>
            <a:r>
              <a:rPr lang="fa-IR" b="1" dirty="0" smtClean="0">
                <a:solidFill>
                  <a:schemeClr val="tx1"/>
                </a:solidFill>
                <a:cs typeface="B Nazanin" pitchFamily="2" charset="-78"/>
              </a:rPr>
              <a:t/>
            </a:r>
            <a:br>
              <a:rPr lang="fa-IR" b="1" dirty="0" smtClean="0">
                <a:solidFill>
                  <a:schemeClr val="tx1"/>
                </a:solidFill>
                <a:cs typeface="B Nazanin" pitchFamily="2" charset="-78"/>
              </a:rPr>
            </a:br>
            <a:r>
              <a:rPr lang="fa-IR" b="1" dirty="0" smtClean="0">
                <a:solidFill>
                  <a:schemeClr val="tx1"/>
                </a:solidFill>
                <a:cs typeface="B Nazanin" pitchFamily="2" charset="-78"/>
              </a:rPr>
              <a:t/>
            </a:r>
            <a:br>
              <a:rPr lang="fa-IR" b="1" dirty="0" smtClean="0">
                <a:solidFill>
                  <a:schemeClr val="tx1"/>
                </a:solidFill>
                <a:cs typeface="B Nazanin" pitchFamily="2" charset="-78"/>
              </a:rPr>
            </a:br>
            <a:r>
              <a:rPr lang="fa-IR" b="1" dirty="0" smtClean="0">
                <a:solidFill>
                  <a:schemeClr val="tx1"/>
                </a:solidFill>
                <a:cs typeface="B Nazanin" pitchFamily="2" charset="-78"/>
              </a:rPr>
              <a:t/>
            </a:r>
            <a:br>
              <a:rPr lang="fa-IR" b="1" dirty="0" smtClean="0">
                <a:solidFill>
                  <a:schemeClr val="tx1"/>
                </a:solidFill>
                <a:cs typeface="B Nazanin" pitchFamily="2" charset="-78"/>
              </a:rPr>
            </a:br>
            <a:r>
              <a:rPr lang="fa-IR" b="1" dirty="0" smtClean="0">
                <a:solidFill>
                  <a:schemeClr val="tx1"/>
                </a:solidFill>
                <a:cs typeface="B Nazanin" pitchFamily="2" charset="-78"/>
              </a:rPr>
              <a:t/>
            </a:r>
            <a:br>
              <a:rPr lang="fa-IR" b="1" dirty="0" smtClean="0">
                <a:solidFill>
                  <a:schemeClr val="tx1"/>
                </a:solidFill>
                <a:cs typeface="B Nazanin" pitchFamily="2" charset="-78"/>
              </a:rPr>
            </a:br>
            <a:r>
              <a:rPr lang="fa-IR" b="1" dirty="0" smtClean="0">
                <a:solidFill>
                  <a:schemeClr val="tx1"/>
                </a:solidFill>
                <a:cs typeface="B Nazanin" pitchFamily="2" charset="-78"/>
              </a:rPr>
              <a:t/>
            </a:r>
            <a:br>
              <a:rPr lang="fa-IR" b="1" dirty="0" smtClean="0">
                <a:solidFill>
                  <a:schemeClr val="tx1"/>
                </a:solidFill>
                <a:cs typeface="B Nazanin" pitchFamily="2" charset="-78"/>
              </a:rPr>
            </a:br>
            <a:r>
              <a:rPr lang="fa-IR" b="1" dirty="0" smtClean="0">
                <a:solidFill>
                  <a:schemeClr val="tx1"/>
                </a:solidFill>
                <a:cs typeface="B Nazanin" pitchFamily="2" charset="-78"/>
              </a:rPr>
              <a:t/>
            </a:r>
            <a:br>
              <a:rPr lang="fa-IR" b="1" dirty="0" smtClean="0">
                <a:solidFill>
                  <a:schemeClr val="tx1"/>
                </a:solidFill>
                <a:cs typeface="B Nazanin" pitchFamily="2" charset="-78"/>
              </a:rPr>
            </a:br>
            <a:r>
              <a:rPr lang="fa-IR" b="1" dirty="0" smtClean="0">
                <a:solidFill>
                  <a:schemeClr val="tx1"/>
                </a:solidFill>
                <a:cs typeface="B Nazanin" pitchFamily="2" charset="-78"/>
              </a:rPr>
              <a:t/>
            </a:r>
            <a:br>
              <a:rPr lang="fa-IR" b="1" dirty="0" smtClean="0">
                <a:solidFill>
                  <a:schemeClr val="tx1"/>
                </a:solidFill>
                <a:cs typeface="B Nazanin" pitchFamily="2" charset="-78"/>
              </a:rPr>
            </a:br>
            <a:r>
              <a:rPr lang="fa-IR" b="1" dirty="0" smtClean="0">
                <a:solidFill>
                  <a:schemeClr val="tx1"/>
                </a:solidFill>
                <a:cs typeface="B Nazanin" pitchFamily="2" charset="-78"/>
              </a:rPr>
              <a:t>5 شاخه اصلی توسعه سازمان </a:t>
            </a:r>
            <a:br>
              <a:rPr lang="fa-IR" b="1" dirty="0" smtClean="0">
                <a:solidFill>
                  <a:schemeClr val="tx1"/>
                </a:solidFill>
                <a:cs typeface="B Nazanin" pitchFamily="2" charset="-78"/>
              </a:rPr>
            </a:br>
            <a:endParaRPr lang="fa-IR" b="1" dirty="0">
              <a:solidFill>
                <a:schemeClr val="tx1"/>
              </a:solidFill>
              <a:cs typeface="B Nazanin" pitchFamily="2" charset="-78"/>
            </a:endParaRPr>
          </a:p>
        </p:txBody>
      </p:sp>
      <p:sp>
        <p:nvSpPr>
          <p:cNvPr id="3" name="Content Placeholder 2"/>
          <p:cNvSpPr>
            <a:spLocks noGrp="1"/>
          </p:cNvSpPr>
          <p:nvPr>
            <p:ph sz="quarter" idx="1"/>
          </p:nvPr>
        </p:nvSpPr>
        <p:spPr>
          <a:xfrm>
            <a:off x="914400" y="1500174"/>
            <a:ext cx="7772400" cy="4519626"/>
          </a:xfrm>
          <a:solidFill>
            <a:schemeClr val="bg2"/>
          </a:solidFill>
        </p:spPr>
        <p:txBody>
          <a:bodyPr>
            <a:normAutofit/>
          </a:bodyPr>
          <a:lstStyle/>
          <a:p>
            <a:pPr algn="just"/>
            <a:r>
              <a:rPr lang="fa-IR" sz="2400" b="1" dirty="0" smtClean="0">
                <a:cs typeface="B Nazanin" pitchFamily="2" charset="-78"/>
              </a:rPr>
              <a:t>شاخه یک: رشد آزمایشگاه های ملی آموزشی و توسعه گروه های آموزشی بوده است.</a:t>
            </a:r>
          </a:p>
          <a:p>
            <a:pPr algn="just"/>
            <a:r>
              <a:rPr lang="fa-IR" sz="2400" b="1" dirty="0" smtClean="0">
                <a:cs typeface="B Nazanin" pitchFamily="2" charset="-78"/>
              </a:rPr>
              <a:t>دومین شاخه: کار کلاسیک انجام شده توسط دانشمندان علوم اجتماعی در زمینه تحقیق در عمل است که علاقمند به استفاده از تحقیق در مدیریت تحول بوده اند.</a:t>
            </a:r>
          </a:p>
          <a:p>
            <a:pPr algn="just"/>
            <a:r>
              <a:rPr lang="fa-IR" sz="2400" b="1" dirty="0" smtClean="0">
                <a:cs typeface="B Nazanin" pitchFamily="2" charset="-78"/>
              </a:rPr>
              <a:t>سومین شاخه: از فعالیت رنسیس لیکرت نشات می گیرد و بیانگر کاربرد مدیریت مشارکتی در ساختار و طراحی سازمانن است.</a:t>
            </a:r>
          </a:p>
          <a:p>
            <a:pPr algn="just"/>
            <a:r>
              <a:rPr lang="fa-IR" sz="2400" b="1" dirty="0" smtClean="0">
                <a:cs typeface="B Nazanin" pitchFamily="2" charset="-78"/>
              </a:rPr>
              <a:t>چهارمین شاخه:رویکردی است که بر کارایی و کیفیت زندگی کاری کارکنان تمرکز دارد.</a:t>
            </a:r>
          </a:p>
          <a:p>
            <a:pPr algn="just"/>
            <a:r>
              <a:rPr lang="fa-IR" sz="2400" b="1" dirty="0" smtClean="0">
                <a:cs typeface="B Nazanin" pitchFamily="2" charset="-78"/>
              </a:rPr>
              <a:t>پنجمین شاخه:تاثیر بسزایی بر فعالیت های کنونی دارد تحول راهبردی و دگردیسی سازمان است.</a:t>
            </a:r>
            <a:endParaRPr lang="fa-IR" sz="2400" b="1" dirty="0">
              <a:cs typeface="B Nazanin" pitchFamily="2" charset="-78"/>
            </a:endParaRPr>
          </a:p>
        </p:txBody>
      </p:sp>
    </p:spTree>
  </p:cSld>
  <p:clrMapOvr>
    <a:masterClrMapping/>
  </p:clrMapOvr>
  <p:transition advTm="5000"/>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style>
          <a:lnRef idx="1">
            <a:schemeClr val="accent6"/>
          </a:lnRef>
          <a:fillRef idx="2">
            <a:schemeClr val="accent6"/>
          </a:fillRef>
          <a:effectRef idx="1">
            <a:schemeClr val="accent6"/>
          </a:effectRef>
          <a:fontRef idx="minor">
            <a:schemeClr val="dk1"/>
          </a:fontRef>
        </p:style>
        <p:txBody>
          <a:bodyPr/>
          <a:lstStyle/>
          <a:p>
            <a:pPr algn="ctr"/>
            <a:r>
              <a:rPr lang="fa-IR" b="1" dirty="0" smtClean="0">
                <a:solidFill>
                  <a:schemeClr val="tx1"/>
                </a:solidFill>
                <a:cs typeface="B Nazanin" pitchFamily="2" charset="-78"/>
              </a:rPr>
              <a:t>پیشینه آموزش آزمایشگاهی</a:t>
            </a:r>
            <a:endParaRPr lang="fa-IR" b="1" dirty="0">
              <a:solidFill>
                <a:schemeClr val="tx1"/>
              </a:solidFill>
              <a:cs typeface="B Nazanin" pitchFamily="2" charset="-78"/>
            </a:endParaRPr>
          </a:p>
        </p:txBody>
      </p:sp>
      <p:sp>
        <p:nvSpPr>
          <p:cNvPr id="3" name="Content Placeholder 2"/>
          <p:cNvSpPr>
            <a:spLocks noGrp="1"/>
          </p:cNvSpPr>
          <p:nvPr>
            <p:ph sz="quarter" idx="1"/>
          </p:nvPr>
        </p:nvSpPr>
        <p:spPr>
          <a:xfrm>
            <a:off x="914400" y="1500174"/>
            <a:ext cx="7772400" cy="4519626"/>
          </a:xfrm>
        </p:spPr>
        <p:style>
          <a:lnRef idx="1">
            <a:schemeClr val="accent2"/>
          </a:lnRef>
          <a:fillRef idx="2">
            <a:schemeClr val="accent2"/>
          </a:fillRef>
          <a:effectRef idx="1">
            <a:schemeClr val="accent2"/>
          </a:effectRef>
          <a:fontRef idx="minor">
            <a:schemeClr val="dk1"/>
          </a:fontRef>
        </p:style>
        <p:txBody>
          <a:bodyPr/>
          <a:lstStyle/>
          <a:p>
            <a:pPr algn="just"/>
            <a:r>
              <a:rPr lang="fa-IR" b="1" dirty="0" smtClean="0">
                <a:cs typeface="B Nazanin" pitchFamily="2" charset="-78"/>
              </a:rPr>
              <a:t>آموزش آزمایشگاهی در تابستان 1964 زمانی شروع شد. سپس کارگاهی برگزار شد و رهبران مسایل اجتماعی دور هم جمع شدند تا مسایلی در مورد رهبری یاد بگیرند و در مورد مشکلات خود بحث و گفتگو کنند. در دهه </a:t>
            </a:r>
            <a:r>
              <a:rPr lang="fa-IR" b="1" dirty="0" smtClean="0">
                <a:cs typeface="B Nazanin" pitchFamily="2" charset="-78"/>
              </a:rPr>
              <a:t>1950 سه </a:t>
            </a:r>
            <a:r>
              <a:rPr lang="fa-IR" b="1" dirty="0" smtClean="0">
                <a:cs typeface="B Nazanin" pitchFamily="2" charset="-78"/>
              </a:rPr>
              <a:t>عامل ظهور کرد: 1-ظهور آزمایش گاه های محلی2-توسعه جلسات تابستانی به جلسات سالانه 3- توسعه گروه های </a:t>
            </a:r>
            <a:r>
              <a:rPr lang="en-US" b="1" dirty="0" smtClean="0">
                <a:cs typeface="B Nazanin" pitchFamily="2" charset="-78"/>
              </a:rPr>
              <a:t>T </a:t>
            </a:r>
            <a:r>
              <a:rPr lang="fa-IR" b="1" dirty="0" smtClean="0">
                <a:cs typeface="B Nazanin" pitchFamily="2" charset="-78"/>
              </a:rPr>
              <a:t>به کسب و کارهای صنعتی. اعمال گروه های </a:t>
            </a:r>
            <a:r>
              <a:rPr lang="en-US" b="1" dirty="0" smtClean="0">
                <a:cs typeface="B Nazanin" pitchFamily="2" charset="-78"/>
              </a:rPr>
              <a:t>T</a:t>
            </a:r>
            <a:r>
              <a:rPr lang="fa-IR" b="1" dirty="0" smtClean="0">
                <a:cs typeface="B Nazanin" pitchFamily="2" charset="-78"/>
              </a:rPr>
              <a:t> در سازمان ها رفته رفته به تیم سازی شهرت یافت. تیم سازی فرایندی است که به گروه های کاری کمک می کند تا ضمن انجام وظایف، تامین خواسته اعضاء را اثربخش کنند.</a:t>
            </a:r>
            <a:endParaRPr lang="fa-IR" dirty="0"/>
          </a:p>
        </p:txBody>
      </p:sp>
    </p:spTree>
  </p:cSld>
  <p:clrMapOvr>
    <a:masterClrMapping/>
  </p:clrMapOvr>
  <p:transition advTm="5000"/>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style>
          <a:lnRef idx="1">
            <a:schemeClr val="accent6"/>
          </a:lnRef>
          <a:fillRef idx="2">
            <a:schemeClr val="accent6"/>
          </a:fillRef>
          <a:effectRef idx="1">
            <a:schemeClr val="accent6"/>
          </a:effectRef>
          <a:fontRef idx="minor">
            <a:schemeClr val="dk1"/>
          </a:fontRef>
        </p:style>
        <p:txBody>
          <a:bodyPr>
            <a:normAutofit/>
          </a:bodyPr>
          <a:lstStyle/>
          <a:p>
            <a:pPr algn="ctr"/>
            <a:r>
              <a:rPr lang="fa-IR" b="1" dirty="0" smtClean="0">
                <a:solidFill>
                  <a:schemeClr val="tx1"/>
                </a:solidFill>
                <a:cs typeface="B Nazanin" pitchFamily="2" charset="-78"/>
              </a:rPr>
              <a:t>پیشینه تحقیق در عمل و بازخورد تحقیق</a:t>
            </a:r>
            <a:endParaRPr lang="fa-IR" b="1" dirty="0">
              <a:solidFill>
                <a:schemeClr val="tx1"/>
              </a:solidFill>
              <a:cs typeface="B Nazanin" pitchFamily="2" charset="-78"/>
            </a:endParaRPr>
          </a:p>
        </p:txBody>
      </p:sp>
      <p:sp>
        <p:nvSpPr>
          <p:cNvPr id="3" name="Content Placeholder 2"/>
          <p:cNvSpPr>
            <a:spLocks noGrp="1"/>
          </p:cNvSpPr>
          <p:nvPr>
            <p:ph sz="quarter" idx="1"/>
          </p:nvPr>
        </p:nvSpPr>
        <p:spPr>
          <a:xfrm>
            <a:off x="914400" y="1785926"/>
            <a:ext cx="7772400" cy="4233874"/>
          </a:xfrm>
        </p:spPr>
        <p:style>
          <a:lnRef idx="2">
            <a:schemeClr val="accent2">
              <a:shade val="50000"/>
            </a:schemeClr>
          </a:lnRef>
          <a:fillRef idx="1">
            <a:schemeClr val="accent2"/>
          </a:fillRef>
          <a:effectRef idx="0">
            <a:schemeClr val="accent2"/>
          </a:effectRef>
          <a:fontRef idx="minor">
            <a:schemeClr val="lt1"/>
          </a:fontRef>
        </p:style>
        <p:txBody>
          <a:bodyPr/>
          <a:lstStyle/>
          <a:p>
            <a:pPr algn="just"/>
            <a:r>
              <a:rPr lang="fa-IR" b="1" dirty="0" smtClean="0">
                <a:latin typeface="B Naazanin"/>
              </a:rPr>
              <a:t>کرت لوین در دومین حرکتی که به ظهور توسعه سازمان به عنوان زمینه ای علمی در دانش اجتماعی انجامید نقش آفرینی کرده است که به فرایندهای تحقیق در عمل و بازخورد تحقیق مربوط می شود. تحقیق در عمل در دهه 1940 و با مطالعات ویلیام وایت، کرت لوین و جان کولیر که دانسمندانی در حوزه علوم اجتماعی بودند شروع شد آنها پی بردند برای استفاده تحقیق در مدیریت باید تحقیق با عمل رابطه نزدیکی داشته باشد. نتایج تحقیق در عمل دو جانبه بود: 1-اعضای سازمان توانستند برای انجام فعالیت و تغییر از تحقیق استفاده کنند. 2-دانشمندان علوم اجتماعی توانستند برای کسب معلومات جدید فرایندها را مطالعه کنند.</a:t>
            </a:r>
            <a:endParaRPr lang="fa-IR" b="1" dirty="0">
              <a:latin typeface="B Naazanin"/>
            </a:endParaRPr>
          </a:p>
        </p:txBody>
      </p:sp>
    </p:spTree>
  </p:cSld>
  <p:clrMapOvr>
    <a:masterClrMapping/>
  </p:clrMapOvr>
  <p:transition advTm="5000"/>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0034" y="274638"/>
            <a:ext cx="8186766" cy="1143000"/>
          </a:xfrm>
        </p:spPr>
        <p:style>
          <a:lnRef idx="1">
            <a:schemeClr val="accent6"/>
          </a:lnRef>
          <a:fillRef idx="2">
            <a:schemeClr val="accent6"/>
          </a:fillRef>
          <a:effectRef idx="1">
            <a:schemeClr val="accent6"/>
          </a:effectRef>
          <a:fontRef idx="minor">
            <a:schemeClr val="dk1"/>
          </a:fontRef>
        </p:style>
        <p:txBody>
          <a:bodyPr/>
          <a:lstStyle/>
          <a:p>
            <a:pPr algn="ctr"/>
            <a:r>
              <a:rPr lang="fa-IR" b="1" dirty="0" smtClean="0">
                <a:solidFill>
                  <a:schemeClr val="tx1"/>
                </a:solidFill>
                <a:cs typeface="B Nazanin" pitchFamily="2" charset="-78"/>
              </a:rPr>
              <a:t>پیشینه مدیریت مشارکتی</a:t>
            </a:r>
            <a:endParaRPr lang="fa-IR" b="1" dirty="0">
              <a:solidFill>
                <a:schemeClr val="tx1"/>
              </a:solidFill>
              <a:cs typeface="B Nazanin" pitchFamily="2" charset="-78"/>
            </a:endParaRPr>
          </a:p>
        </p:txBody>
      </p:sp>
      <p:sp>
        <p:nvSpPr>
          <p:cNvPr id="3" name="Content Placeholder 2"/>
          <p:cNvSpPr>
            <a:spLocks noGrp="1"/>
          </p:cNvSpPr>
          <p:nvPr>
            <p:ph sz="quarter" idx="1"/>
          </p:nvPr>
        </p:nvSpPr>
        <p:spPr>
          <a:xfrm>
            <a:off x="428596" y="1643050"/>
            <a:ext cx="8258204" cy="4376750"/>
          </a:xfrm>
        </p:spPr>
        <p:style>
          <a:lnRef idx="1">
            <a:schemeClr val="accent1"/>
          </a:lnRef>
          <a:fillRef idx="2">
            <a:schemeClr val="accent1"/>
          </a:fillRef>
          <a:effectRef idx="1">
            <a:schemeClr val="accent1"/>
          </a:effectRef>
          <a:fontRef idx="minor">
            <a:schemeClr val="dk1"/>
          </a:fontRef>
        </p:style>
        <p:txBody>
          <a:bodyPr>
            <a:noAutofit/>
          </a:bodyPr>
          <a:lstStyle/>
          <a:p>
            <a:pPr algn="just"/>
            <a:r>
              <a:rPr lang="fa-IR" sz="2000" dirty="0" smtClean="0">
                <a:latin typeface="B Naazanin"/>
              </a:rPr>
              <a:t>بعضی </a:t>
            </a:r>
            <a:r>
              <a:rPr lang="fa-IR" sz="2000" dirty="0" smtClean="0">
                <a:latin typeface="B Naazanin"/>
              </a:rPr>
              <a:t>از منابع انسانی با این باور همراه بود که روابط انسانی بهترین و تنها راه مدیریت سازمان ها است و سازمان ها را دارای 4 سیستم مدیریتی  زیر می دانند:</a:t>
            </a:r>
          </a:p>
          <a:p>
            <a:pPr algn="just"/>
            <a:r>
              <a:rPr lang="fa-IR" sz="2000" dirty="0" smtClean="0">
                <a:latin typeface="B Naazanin"/>
              </a:rPr>
              <a:t>سیستم های استثماری آمرانه</a:t>
            </a:r>
            <a:r>
              <a:rPr lang="fa-IR" sz="1800" dirty="0" smtClean="0">
                <a:solidFill>
                  <a:srgbClr val="C00000"/>
                </a:solidFill>
                <a:latin typeface="B Naazanin"/>
              </a:rPr>
              <a:t>: نشانگر رویکرد بالا به پایین و آمرانه. انگیزش بر مبنای جرایم و پاداش مقطعی. ارتباطات رو به پایین. کار گروهی و تعامل کمی . تصمیم گیری و کنترل در انحصار افراد رده بالا سازمان که به کارایی متوسط می انجامد.</a:t>
            </a:r>
          </a:p>
          <a:p>
            <a:pPr algn="just"/>
            <a:r>
              <a:rPr lang="fa-IR" sz="2000" dirty="0" smtClean="0">
                <a:latin typeface="B Naazanin"/>
              </a:rPr>
              <a:t>سیستم های آمرانه- دلسوزانه: </a:t>
            </a:r>
            <a:r>
              <a:rPr lang="fa-IR" sz="1800" dirty="0" smtClean="0">
                <a:solidFill>
                  <a:srgbClr val="C00000"/>
                </a:solidFill>
                <a:latin typeface="B Naazanin"/>
              </a:rPr>
              <a:t>شبیه سیستم بالا با این تفاوت که از مدیریت پدرانه تری بر خوردار است.به کارکنان اجازه تعامل، ارتباط و تصمیم گیری در مرزهای تفویض شده می دهد.</a:t>
            </a:r>
          </a:p>
          <a:p>
            <a:pPr algn="just"/>
            <a:r>
              <a:rPr lang="fa-IR" sz="2000" dirty="0" smtClean="0">
                <a:latin typeface="B Naazanin"/>
              </a:rPr>
              <a:t>سیستم های مشورتی: </a:t>
            </a:r>
            <a:r>
              <a:rPr lang="fa-IR" sz="1800" dirty="0" smtClean="0">
                <a:solidFill>
                  <a:srgbClr val="C00000"/>
                </a:solidFill>
                <a:latin typeface="B Naazanin"/>
              </a:rPr>
              <a:t>تعامل، ارتباط و تصمیم گیری را افزایش می دهد. با کارکنان مشورت اما تصمیم گیری با مدیر است. کارایی سیسیم خوب و کارمندان تقریبا راضی هستند.</a:t>
            </a:r>
          </a:p>
          <a:p>
            <a:pPr algn="just"/>
            <a:r>
              <a:rPr lang="fa-IR" sz="2000" dirty="0" smtClean="0">
                <a:latin typeface="B Naazanin"/>
              </a:rPr>
              <a:t> سیستم مشارکت گروهی: </a:t>
            </a:r>
            <a:r>
              <a:rPr lang="fa-IR" sz="1800" dirty="0" smtClean="0">
                <a:solidFill>
                  <a:srgbClr val="C00000"/>
                </a:solidFill>
                <a:latin typeface="B Naazanin"/>
              </a:rPr>
              <a:t>در مقابل و تضاد سیستم 1 و بر روش های گروهی و تصمیم گیری و نظارت استواراست. اعضا بشدت درگیر کارها، گروه ها بشدت در تعیین اهداف تصمیم گیری و ارزیابی نتایج دخالت دارند. ارتباطات افقی و عمودی و تصمیم گیری ا مشارکت همه به سطج بالای کارایی کیفیت و رضایت شغلی اعضا دست می یابد.</a:t>
            </a:r>
            <a:endParaRPr lang="fa-IR" sz="1800" dirty="0" smtClean="0">
              <a:solidFill>
                <a:srgbClr val="C00000"/>
              </a:solidFill>
              <a:latin typeface="B Naazanin"/>
            </a:endParaRPr>
          </a:p>
        </p:txBody>
      </p:sp>
    </p:spTree>
  </p:cSld>
  <p:clrMapOvr>
    <a:masterClrMapping/>
  </p:clrMapOvr>
  <p:transition advTm="5000">
    <p:pull dir="ld"/>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style>
          <a:lnRef idx="1">
            <a:schemeClr val="accent6"/>
          </a:lnRef>
          <a:fillRef idx="2">
            <a:schemeClr val="accent6"/>
          </a:fillRef>
          <a:effectRef idx="1">
            <a:schemeClr val="accent6"/>
          </a:effectRef>
          <a:fontRef idx="minor">
            <a:schemeClr val="dk1"/>
          </a:fontRef>
        </p:style>
        <p:txBody>
          <a:bodyPr>
            <a:normAutofit/>
          </a:bodyPr>
          <a:lstStyle/>
          <a:p>
            <a:pPr algn="ctr"/>
            <a:r>
              <a:rPr lang="fa-IR" b="1" dirty="0" smtClean="0">
                <a:solidFill>
                  <a:schemeClr val="tx1"/>
                </a:solidFill>
                <a:cs typeface="B Nazanin" pitchFamily="2" charset="-78"/>
              </a:rPr>
              <a:t>پیشینه بهره وری و کیفیت زندگی کاری</a:t>
            </a:r>
            <a:endParaRPr lang="fa-IR" b="1" dirty="0">
              <a:solidFill>
                <a:schemeClr val="tx1"/>
              </a:solidFill>
              <a:cs typeface="B Nazanin" pitchFamily="2" charset="-78"/>
            </a:endParaRPr>
          </a:p>
        </p:txBody>
      </p:sp>
      <p:sp>
        <p:nvSpPr>
          <p:cNvPr id="3" name="Content Placeholder 2"/>
          <p:cNvSpPr>
            <a:spLocks noGrp="1"/>
          </p:cNvSpPr>
          <p:nvPr>
            <p:ph sz="quarter" idx="1"/>
          </p:nvPr>
        </p:nvSpPr>
        <p:spPr>
          <a:xfrm>
            <a:off x="914400" y="1571612"/>
            <a:ext cx="7772400" cy="4448188"/>
          </a:xfrm>
        </p:spPr>
        <p:style>
          <a:lnRef idx="2">
            <a:schemeClr val="accent3">
              <a:shade val="50000"/>
            </a:schemeClr>
          </a:lnRef>
          <a:fillRef idx="1">
            <a:schemeClr val="accent3"/>
          </a:fillRef>
          <a:effectRef idx="0">
            <a:schemeClr val="accent3"/>
          </a:effectRef>
          <a:fontRef idx="minor">
            <a:schemeClr val="lt1"/>
          </a:fontRef>
        </p:style>
        <p:txBody>
          <a:bodyPr>
            <a:normAutofit/>
          </a:bodyPr>
          <a:lstStyle/>
          <a:p>
            <a:pPr algn="just"/>
            <a:r>
              <a:rPr lang="fa-IR" sz="2800" b="1" dirty="0" smtClean="0">
                <a:cs typeface="B Nazanin" pitchFamily="2" charset="-78"/>
              </a:rPr>
              <a:t> سهم بهره </a:t>
            </a:r>
            <a:r>
              <a:rPr lang="fa-IR" sz="2800" b="1" dirty="0" smtClean="0">
                <a:cs typeface="B Nazanin" pitchFamily="2" charset="-78"/>
              </a:rPr>
              <a:t>وری و کیفیت زندگی </a:t>
            </a:r>
            <a:r>
              <a:rPr lang="fa-IR" sz="2800" b="1" dirty="0" smtClean="0">
                <a:cs typeface="B Nazanin" pitchFamily="2" charset="-78"/>
              </a:rPr>
              <a:t>کاری در 2 فاز قابل توصیف است. </a:t>
            </a:r>
          </a:p>
          <a:p>
            <a:pPr algn="just"/>
            <a:r>
              <a:rPr lang="fa-IR" sz="2800" b="1" dirty="0" smtClean="0">
                <a:cs typeface="B Nazanin" pitchFamily="2" charset="-78"/>
              </a:rPr>
              <a:t>فاز اول: به واسطه پروژه های اصلی توسعه یافته در اروپا در دهه 1950 و ظهور آن در اروپا در سول دهه 1960 توصیف می شود.</a:t>
            </a:r>
          </a:p>
          <a:p>
            <a:pPr algn="just"/>
            <a:r>
              <a:rPr lang="fa-IR" sz="2800" b="1" dirty="0" smtClean="0">
                <a:latin typeface="B Naazanin"/>
                <a:cs typeface="B Nazanin" pitchFamily="2" charset="-78"/>
              </a:rPr>
              <a:t>فاز دوم: از سال 1979 کیفیت زندگی کاری شروع شد.عامل اصلی رقابت بین المللی شدید امریکا در بازارهای داخلی و خارجی به استفاده از فعالیت های مدیران خارجی بویژه مدیران ژاپنی در امریکا انجامید.</a:t>
            </a:r>
            <a:endParaRPr lang="fa-IR" sz="2800" dirty="0">
              <a:latin typeface="B Naazanin"/>
            </a:endParaRPr>
          </a:p>
        </p:txBody>
      </p:sp>
    </p:spTree>
  </p:cSld>
  <p:clrMapOvr>
    <a:masterClrMapping/>
  </p:clrMapOvr>
  <p:transition advTm="5000">
    <p:pull dir="lu"/>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style>
          <a:lnRef idx="1">
            <a:schemeClr val="accent6"/>
          </a:lnRef>
          <a:fillRef idx="2">
            <a:schemeClr val="accent6"/>
          </a:fillRef>
          <a:effectRef idx="1">
            <a:schemeClr val="accent6"/>
          </a:effectRef>
          <a:fontRef idx="minor">
            <a:schemeClr val="dk1"/>
          </a:fontRef>
        </p:style>
        <p:txBody>
          <a:bodyPr>
            <a:normAutofit/>
          </a:bodyPr>
          <a:lstStyle/>
          <a:p>
            <a:pPr algn="ctr"/>
            <a:r>
              <a:rPr lang="fa-IR" b="1" dirty="0" smtClean="0">
                <a:solidFill>
                  <a:schemeClr val="tx1"/>
                </a:solidFill>
                <a:cs typeface="B Nazanin" pitchFamily="2" charset="-78"/>
              </a:rPr>
              <a:t>پیشینه تحول راهبردی</a:t>
            </a:r>
            <a:endParaRPr lang="fa-IR" dirty="0">
              <a:latin typeface="B Naazanin"/>
            </a:endParaRPr>
          </a:p>
        </p:txBody>
      </p:sp>
      <p:sp>
        <p:nvSpPr>
          <p:cNvPr id="3" name="Content Placeholder 2"/>
          <p:cNvSpPr>
            <a:spLocks noGrp="1"/>
          </p:cNvSpPr>
          <p:nvPr>
            <p:ph sz="quarter" idx="1"/>
          </p:nvPr>
        </p:nvSpPr>
        <p:spPr>
          <a:xfrm>
            <a:off x="914400" y="1571612"/>
            <a:ext cx="7772400" cy="4448188"/>
          </a:xfrm>
        </p:spPr>
        <p:style>
          <a:lnRef idx="1">
            <a:schemeClr val="accent4"/>
          </a:lnRef>
          <a:fillRef idx="2">
            <a:schemeClr val="accent4"/>
          </a:fillRef>
          <a:effectRef idx="1">
            <a:schemeClr val="accent4"/>
          </a:effectRef>
          <a:fontRef idx="minor">
            <a:schemeClr val="dk1"/>
          </a:fontRef>
        </p:style>
        <p:txBody>
          <a:bodyPr>
            <a:normAutofit/>
          </a:bodyPr>
          <a:lstStyle/>
          <a:p>
            <a:pPr algn="just">
              <a:buNone/>
            </a:pPr>
            <a:r>
              <a:rPr lang="fa-IR" sz="2400" b="1" dirty="0" smtClean="0">
                <a:cs typeface="B Nazanin" pitchFamily="2" charset="-78"/>
              </a:rPr>
              <a:t> </a:t>
            </a:r>
            <a:r>
              <a:rPr lang="fa-IR" sz="2400" b="1" dirty="0" smtClean="0">
                <a:cs typeface="B Nazanin" pitchFamily="2" charset="-78"/>
              </a:rPr>
              <a:t>       </a:t>
            </a:r>
          </a:p>
          <a:p>
            <a:pPr algn="just">
              <a:buNone/>
            </a:pPr>
            <a:r>
              <a:rPr lang="fa-IR" sz="2400" b="1" dirty="0" smtClean="0">
                <a:cs typeface="B Nazanin" pitchFamily="2" charset="-78"/>
              </a:rPr>
              <a:t> </a:t>
            </a:r>
            <a:r>
              <a:rPr lang="fa-IR" sz="2400" b="1" dirty="0" smtClean="0">
                <a:cs typeface="B Nazanin" pitchFamily="2" charset="-78"/>
              </a:rPr>
              <a:t>       پیشینه </a:t>
            </a:r>
            <a:r>
              <a:rPr lang="fa-IR" sz="2400" b="1" dirty="0" smtClean="0">
                <a:cs typeface="B Nazanin" pitchFamily="2" charset="-78"/>
              </a:rPr>
              <a:t>تحول </a:t>
            </a:r>
            <a:r>
              <a:rPr lang="fa-IR" sz="2400" b="1" dirty="0" smtClean="0">
                <a:cs typeface="B Nazanin" pitchFamily="2" charset="-78"/>
              </a:rPr>
              <a:t>راهبردی جدید ترین عامل تحول توسعه سازمان است. با پیچیده شدن و ناپایداری موقعیت سازمان ها و محیط اجتماعی سیاسی و فناوری آنها، مقیاس و پیچیدگی تحول سازمان ها نیز افزایش یافته است. این روند موجب پیدایش نیاز به نگرش راهردی از توسعه سازمان شده و فرایند تغییر برنامه ریزی شده در سازمان را تشویق کرده است که آن شامل ایجاد توازن بین محیط سازمان راهبرد و طراحی سازمان است.</a:t>
            </a:r>
          </a:p>
          <a:p>
            <a:pPr algn="just"/>
            <a:r>
              <a:rPr lang="fa-IR" sz="2400" b="1" dirty="0" smtClean="0">
                <a:cs typeface="B Nazanin" pitchFamily="2" charset="-78"/>
              </a:rPr>
              <a:t>پیشینه تحول راهبردی تاثیر زیادی بر توسعه سازمان دارد.</a:t>
            </a:r>
          </a:p>
          <a:p>
            <a:pPr algn="just"/>
            <a:endParaRPr lang="fa-IR" sz="2400" dirty="0">
              <a:latin typeface="B Naazanin"/>
            </a:endParaRPr>
          </a:p>
        </p:txBody>
      </p:sp>
    </p:spTree>
  </p:cSld>
  <p:clrMapOvr>
    <a:masterClrMapping/>
  </p:clrMapOvr>
  <p:transition advTm="5000">
    <p:pull dir="rd"/>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style>
          <a:lnRef idx="1">
            <a:schemeClr val="accent6"/>
          </a:lnRef>
          <a:fillRef idx="2">
            <a:schemeClr val="accent6"/>
          </a:fillRef>
          <a:effectRef idx="1">
            <a:schemeClr val="accent6"/>
          </a:effectRef>
          <a:fontRef idx="minor">
            <a:schemeClr val="dk1"/>
          </a:fontRef>
        </p:style>
        <p:txBody>
          <a:bodyPr/>
          <a:lstStyle/>
          <a:p>
            <a:pPr algn="ctr"/>
            <a:r>
              <a:rPr lang="fa-IR" b="1" dirty="0" smtClean="0">
                <a:solidFill>
                  <a:schemeClr val="tx1"/>
                </a:solidFill>
                <a:cs typeface="B Nazanin" pitchFamily="2" charset="-78"/>
              </a:rPr>
              <a:t>تکامل توسعه سازمان</a:t>
            </a:r>
            <a:endParaRPr lang="fa-IR" b="1" dirty="0">
              <a:solidFill>
                <a:schemeClr val="tx1"/>
              </a:solidFill>
              <a:cs typeface="B Nazanin" pitchFamily="2" charset="-78"/>
            </a:endParaRPr>
          </a:p>
        </p:txBody>
      </p:sp>
      <p:sp>
        <p:nvSpPr>
          <p:cNvPr id="3" name="Content Placeholder 2"/>
          <p:cNvSpPr>
            <a:spLocks noGrp="1"/>
          </p:cNvSpPr>
          <p:nvPr>
            <p:ph sz="quarter" idx="1"/>
          </p:nvPr>
        </p:nvSpPr>
        <p:spPr>
          <a:xfrm>
            <a:off x="914400" y="1571612"/>
            <a:ext cx="7772400" cy="4448188"/>
          </a:xfrm>
        </p:spPr>
        <p:style>
          <a:lnRef idx="1">
            <a:schemeClr val="accent5"/>
          </a:lnRef>
          <a:fillRef idx="3">
            <a:schemeClr val="accent5"/>
          </a:fillRef>
          <a:effectRef idx="2">
            <a:schemeClr val="accent5"/>
          </a:effectRef>
          <a:fontRef idx="minor">
            <a:schemeClr val="lt1"/>
          </a:fontRef>
        </p:style>
        <p:txBody>
          <a:bodyPr>
            <a:normAutofit/>
          </a:bodyPr>
          <a:lstStyle/>
          <a:p>
            <a:pPr algn="just"/>
            <a:r>
              <a:rPr lang="fa-IR" sz="2400" b="1" dirty="0" smtClean="0">
                <a:cs typeface="B Nazanin" pitchFamily="2" charset="-78"/>
              </a:rPr>
              <a:t>تکامل فعالیت های اخیر در زمینه توسعه سازمان از 5 عامل اصلی، تحول و روند هایی که شکل دهنده تحول در سازمان، شدیدا تاثیر گرفته است. اثرات و عوامل جدیدتر نظیر کیفیت زندگی کاری و تحولات راهبردی بشدت سبب افزایش ارتباط و شدت فعالیت های توسعه سازمان شده است. این عوامل شاخص های مالی و اقتصادی سنتی سازمان را یعنی رضایت شغلی و رشد فردی افزوده است. امروزه از جهانی شدن و فناوری اطلاعات متاثر است.توسعه سازمان در حال حاضر در بسیاری از کشورها و سازمان هایی اجرا می شود که در سطح جهانی فعالند. توسعه سازمان باید روش های خود را فناوری  مورد استفاده در سازمان ها تطبیق دهد تا فرایندهای تغییر را نه فقط با مکانیزم های کنترلی بلکه بلکه رو در رو مدیریت کند.</a:t>
            </a:r>
            <a:endParaRPr lang="fa-IR" sz="2400" dirty="0"/>
          </a:p>
        </p:txBody>
      </p:sp>
    </p:spTree>
  </p:cSld>
  <p:clrMapOvr>
    <a:masterClrMapping/>
  </p:clrMapOvr>
  <p:transition advTm="5000">
    <p:pull dir="ru"/>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style>
          <a:lnRef idx="2">
            <a:schemeClr val="accent1">
              <a:shade val="50000"/>
            </a:schemeClr>
          </a:lnRef>
          <a:fillRef idx="1">
            <a:schemeClr val="accent1"/>
          </a:fillRef>
          <a:effectRef idx="0">
            <a:schemeClr val="accent1"/>
          </a:effectRef>
          <a:fontRef idx="minor">
            <a:schemeClr val="lt1"/>
          </a:fontRef>
        </p:style>
        <p:txBody>
          <a:bodyPr/>
          <a:lstStyle/>
          <a:p>
            <a:pPr algn="ctr"/>
            <a:r>
              <a:rPr lang="fa-IR" b="1" dirty="0" smtClean="0">
                <a:solidFill>
                  <a:schemeClr val="tx1"/>
                </a:solidFill>
                <a:cs typeface="B Nazanin" pitchFamily="2" charset="-78"/>
              </a:rPr>
              <a:t>خلاصه</a:t>
            </a:r>
            <a:endParaRPr lang="fa-IR" b="1" dirty="0">
              <a:solidFill>
                <a:schemeClr val="tx1"/>
              </a:solidFill>
              <a:cs typeface="B Nazanin" pitchFamily="2" charset="-78"/>
            </a:endParaRPr>
          </a:p>
        </p:txBody>
      </p:sp>
      <p:sp>
        <p:nvSpPr>
          <p:cNvPr id="3" name="Content Placeholder 2"/>
          <p:cNvSpPr>
            <a:spLocks noGrp="1"/>
          </p:cNvSpPr>
          <p:nvPr>
            <p:ph sz="quarter" idx="1"/>
          </p:nvPr>
        </p:nvSpPr>
        <p:spPr>
          <a:xfrm>
            <a:off x="914400" y="1500174"/>
            <a:ext cx="7772400" cy="4519626"/>
          </a:xfrm>
        </p:spPr>
        <p:style>
          <a:lnRef idx="2">
            <a:schemeClr val="accent6">
              <a:shade val="50000"/>
            </a:schemeClr>
          </a:lnRef>
          <a:fillRef idx="1">
            <a:schemeClr val="accent6"/>
          </a:fillRef>
          <a:effectRef idx="0">
            <a:schemeClr val="accent6"/>
          </a:effectRef>
          <a:fontRef idx="minor">
            <a:schemeClr val="lt1"/>
          </a:fontRef>
        </p:style>
        <p:txBody>
          <a:bodyPr>
            <a:normAutofit/>
          </a:bodyPr>
          <a:lstStyle/>
          <a:p>
            <a:pPr algn="just"/>
            <a:r>
              <a:rPr lang="fa-IR" sz="2200" b="1" dirty="0" smtClean="0">
                <a:cs typeface="B Nazanin" pitchFamily="2" charset="-78"/>
              </a:rPr>
              <a:t>    این فصل توسعه سازمان را نظام برنامه ریزی شده معرفی می کند که در کمک به سازمان ها برای دستیابی به اثر بخشی بیشتر دانش علوم رفتاری را مد نظر می گیرد. مدیران و نیروهای کاری متخصص باید برای انجام وظایف خود با هم در تعامل باشند و توسعه سازمان به آنها کمک می کند تا روابط موثرتری را برقرار کنند. سازمان ها بشدت مورد تغییرات قرار دارند و توسعه سازمان کمک می کند تا با پیامدهای حاصل از تغییر سازگار شوند. </a:t>
            </a:r>
            <a:r>
              <a:rPr lang="fa-IR" sz="2200" b="1" dirty="0" smtClean="0">
                <a:cs typeface="B Nazanin" pitchFamily="2" charset="-78"/>
              </a:rPr>
              <a:t>       تاریخچه </a:t>
            </a:r>
            <a:r>
              <a:rPr lang="fa-IR" sz="2200" b="1" dirty="0" smtClean="0">
                <a:cs typeface="B Nazanin" pitchFamily="2" charset="-78"/>
              </a:rPr>
              <a:t>توسعه سازمان نشان می دهد نشان می دهد که این رشته از 5 منبع نشات گرفته است: </a:t>
            </a:r>
            <a:r>
              <a:rPr lang="fa-IR" sz="2200" b="1" dirty="0" smtClean="0">
                <a:cs typeface="B Nazanin" pitchFamily="2" charset="-78"/>
              </a:rPr>
              <a:t>1- آموزش </a:t>
            </a:r>
            <a:r>
              <a:rPr lang="fa-IR" sz="2200" b="1" dirty="0" smtClean="0">
                <a:cs typeface="B Nazanin" pitchFamily="2" charset="-78"/>
              </a:rPr>
              <a:t>آزمایشگاهی 2- تحقیق در عمل و بازخور </a:t>
            </a:r>
            <a:r>
              <a:rPr lang="fa-IR" sz="2200" b="1" dirty="0" smtClean="0">
                <a:cs typeface="B Nazanin" pitchFamily="2" charset="-78"/>
              </a:rPr>
              <a:t>بررسی3- مدیریت </a:t>
            </a:r>
            <a:r>
              <a:rPr lang="fa-IR" sz="2200" b="1" dirty="0" smtClean="0">
                <a:cs typeface="B Nazanin" pitchFamily="2" charset="-78"/>
              </a:rPr>
              <a:t>مشارکتی </a:t>
            </a:r>
            <a:r>
              <a:rPr lang="fa-IR" sz="2200" b="1" dirty="0" smtClean="0">
                <a:cs typeface="B Nazanin" pitchFamily="2" charset="-78"/>
              </a:rPr>
              <a:t>4- بهره </a:t>
            </a:r>
            <a:r>
              <a:rPr lang="fa-IR" sz="2200" b="1" dirty="0" smtClean="0">
                <a:cs typeface="B Nazanin" pitchFamily="2" charset="-78"/>
              </a:rPr>
              <a:t>وری و کیفیت زندگی </a:t>
            </a:r>
            <a:r>
              <a:rPr lang="fa-IR" sz="2200" b="1" dirty="0" smtClean="0">
                <a:cs typeface="B Nazanin" pitchFamily="2" charset="-78"/>
              </a:rPr>
              <a:t>کاری 5- تحول </a:t>
            </a:r>
            <a:r>
              <a:rPr lang="fa-IR" sz="2200" b="1" dirty="0" smtClean="0">
                <a:cs typeface="B Nazanin" pitchFamily="2" charset="-78"/>
              </a:rPr>
              <a:t>راهبردی.فعالیت های اخیر فراتر از منشاء و سرچشمه انسانی اولیه این دانش است که مفاهیم مربوط به راهبرد و ساختار را با فرایندهای احتماعی پیوند می زند و این دو را با هم پیوند می زند.</a:t>
            </a:r>
          </a:p>
          <a:p>
            <a:pPr algn="just"/>
            <a:endParaRPr lang="fa-IR" sz="2200" b="1" dirty="0" smtClean="0">
              <a:cs typeface="B Nazanin" pitchFamily="2" charset="-78"/>
            </a:endParaRPr>
          </a:p>
          <a:p>
            <a:pPr algn="just"/>
            <a:endParaRPr lang="fa-IR" sz="2200" b="1" dirty="0" smtClean="0">
              <a:cs typeface="B Nazanin" pitchFamily="2" charset="-78"/>
            </a:endParaRPr>
          </a:p>
          <a:p>
            <a:pPr algn="just"/>
            <a:endParaRPr lang="fa-IR" sz="2200" b="1" dirty="0" smtClean="0">
              <a:cs typeface="B Nazanin" pitchFamily="2" charset="-78"/>
            </a:endParaRPr>
          </a:p>
          <a:p>
            <a:pPr algn="just"/>
            <a:endParaRPr lang="fa-IR" sz="2200" b="1" dirty="0" smtClean="0">
              <a:cs typeface="B Nazanin" pitchFamily="2" charset="-78"/>
            </a:endParaRPr>
          </a:p>
          <a:p>
            <a:pPr algn="just"/>
            <a:endParaRPr lang="fa-IR" sz="2200" b="1" dirty="0">
              <a:cs typeface="B Nazanin" pitchFamily="2" charset="-78"/>
            </a:endParaRPr>
          </a:p>
        </p:txBody>
      </p:sp>
    </p:spTree>
  </p:cSld>
  <p:clrMapOvr>
    <a:masterClrMapping/>
  </p:clrMapOvr>
  <p:transition advTm="5000">
    <p:newsflash/>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57158" y="274638"/>
            <a:ext cx="8329642" cy="1143000"/>
          </a:xfrm>
        </p:spPr>
        <p:style>
          <a:lnRef idx="1">
            <a:schemeClr val="accent1"/>
          </a:lnRef>
          <a:fillRef idx="2">
            <a:schemeClr val="accent1"/>
          </a:fillRef>
          <a:effectRef idx="1">
            <a:schemeClr val="accent1"/>
          </a:effectRef>
          <a:fontRef idx="minor">
            <a:schemeClr val="dk1"/>
          </a:fontRef>
        </p:style>
        <p:txBody>
          <a:bodyPr>
            <a:normAutofit/>
          </a:bodyPr>
          <a:lstStyle/>
          <a:p>
            <a:pPr algn="ctr"/>
            <a:r>
              <a:rPr lang="fa-IR" sz="6000" b="1" dirty="0" smtClean="0">
                <a:cs typeface="B Nazanin" pitchFamily="2" charset="-78"/>
              </a:rPr>
              <a:t> سپاس</a:t>
            </a:r>
            <a:endParaRPr lang="fa-IR" sz="6000" dirty="0">
              <a:latin typeface="B Naazanin"/>
            </a:endParaRPr>
          </a:p>
        </p:txBody>
      </p:sp>
      <p:sp>
        <p:nvSpPr>
          <p:cNvPr id="3" name="Content Placeholder 2"/>
          <p:cNvSpPr>
            <a:spLocks noGrp="1"/>
          </p:cNvSpPr>
          <p:nvPr>
            <p:ph sz="quarter" idx="1"/>
          </p:nvPr>
        </p:nvSpPr>
        <p:spPr>
          <a:xfrm>
            <a:off x="428596" y="1428736"/>
            <a:ext cx="8329642" cy="4376750"/>
          </a:xfrm>
        </p:spPr>
        <p:style>
          <a:lnRef idx="1">
            <a:schemeClr val="accent2"/>
          </a:lnRef>
          <a:fillRef idx="2">
            <a:schemeClr val="accent2"/>
          </a:fillRef>
          <a:effectRef idx="1">
            <a:schemeClr val="accent2"/>
          </a:effectRef>
          <a:fontRef idx="minor">
            <a:schemeClr val="dk1"/>
          </a:fontRef>
        </p:style>
        <p:txBody>
          <a:bodyPr>
            <a:normAutofit/>
          </a:bodyPr>
          <a:lstStyle/>
          <a:p>
            <a:endParaRPr lang="fa-IR" sz="4400" b="1" dirty="0" smtClean="0">
              <a:cs typeface="B Nazanin" pitchFamily="2" charset="-78"/>
            </a:endParaRPr>
          </a:p>
          <a:p>
            <a:pPr algn="ctr"/>
            <a:r>
              <a:rPr lang="fa-IR" sz="4400" b="1" dirty="0" smtClean="0">
                <a:cs typeface="B Nazanin" pitchFamily="2" charset="-78"/>
              </a:rPr>
              <a:t> با تشکر از تدریس و رفتار </a:t>
            </a:r>
            <a:r>
              <a:rPr lang="fa-IR" sz="4400" b="1" smtClean="0">
                <a:cs typeface="B Nazanin" pitchFamily="2" charset="-78"/>
              </a:rPr>
              <a:t>حکیمانه </a:t>
            </a:r>
            <a:r>
              <a:rPr lang="fa-IR" sz="4400" b="1" smtClean="0">
                <a:cs typeface="B Nazanin" pitchFamily="2" charset="-78"/>
              </a:rPr>
              <a:t>استاد               ارجمند </a:t>
            </a:r>
            <a:r>
              <a:rPr lang="fa-IR" sz="4400" b="1" dirty="0" smtClean="0">
                <a:cs typeface="B Nazanin" pitchFamily="2" charset="-78"/>
              </a:rPr>
              <a:t>جناب آقای دکتر امیرخانی</a:t>
            </a:r>
            <a:endParaRPr lang="fa-IR" sz="4400" dirty="0"/>
          </a:p>
        </p:txBody>
      </p:sp>
    </p:spTree>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Equity">
  <a:themeElements>
    <a:clrScheme name="Equity">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Equity">
      <a:majorFont>
        <a:latin typeface="Franklin Gothic Book"/>
        <a:ea typeface=""/>
        <a:cs typeface=""/>
        <a:font script="Grek" typeface="Calibri"/>
        <a:font script="Cyrl" typeface="Calibri"/>
        <a:font script="Jpan" typeface="HGｺﾞｼｯｸM"/>
        <a:font script="Hang" typeface="바탕"/>
        <a:font script="Hans" typeface="幼圆"/>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Perpetua"/>
        <a:ea typeface=""/>
        <a:cs typeface=""/>
        <a:font script="Grek" typeface="Cambria"/>
        <a:font script="Cyrl" typeface="Cambria"/>
        <a:font script="Jpan" typeface="HG創英ﾌﾟﾚｾﾞﾝｽEB"/>
        <a:font script="Hang" typeface="맑은 고딕"/>
        <a:font script="Hans" typeface="宋体"/>
        <a:font script="Hant" typeface="新細明體"/>
        <a:font script="Arab" typeface="Times New Roman"/>
        <a:font script="Hebr" typeface="Aharoni"/>
        <a:font script="Thai" typeface="Eucrosia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Equity">
      <a:fillStyleLst>
        <a:solidFill>
          <a:schemeClr val="phClr"/>
        </a:solidFill>
        <a:blipFill>
          <a:blip xmlns:r="http://schemas.openxmlformats.org/officeDocument/2006/relationships" r:embed="rId1">
            <a:duotone>
              <a:schemeClr val="phClr">
                <a:tint val="30000"/>
                <a:satMod val="300000"/>
              </a:schemeClr>
              <a:schemeClr val="phClr">
                <a:tint val="40000"/>
                <a:satMod val="200000"/>
              </a:schemeClr>
            </a:duotone>
          </a:blip>
          <a:tile tx="0" ty="0" sx="70000" sy="70000" flip="none" algn="ctr"/>
        </a:blipFill>
        <a:blipFill>
          <a:blip xmlns:r="http://schemas.openxmlformats.org/officeDocument/2006/relationships" r:embed="rId1">
            <a:duotone>
              <a:schemeClr val="phClr">
                <a:shade val="22000"/>
                <a:satMod val="160000"/>
              </a:schemeClr>
              <a:schemeClr val="phClr">
                <a:shade val="45000"/>
                <a:satMod val="100000"/>
              </a:schemeClr>
            </a:duotone>
          </a:blip>
          <a:tile tx="0" ty="0" sx="65000" sy="65000" flip="none" algn="ctr"/>
        </a:blipFill>
      </a:fillStyleLst>
      <a:lnStyleLst>
        <a:ln w="9525" cap="flat" cmpd="sng" algn="ctr">
          <a:solidFill>
            <a:schemeClr val="phClr">
              <a:shade val="60000"/>
              <a:satMod val="110000"/>
            </a:schemeClr>
          </a:solidFill>
          <a:prstDash val="solid"/>
        </a:ln>
        <a:ln w="12700" cap="flat" cmpd="sng" algn="ctr">
          <a:solidFill>
            <a:schemeClr val="phClr"/>
          </a:solidFill>
          <a:prstDash val="solid"/>
        </a:ln>
        <a:ln w="38100" cap="flat" cmpd="sng" algn="ctr">
          <a:solidFill>
            <a:schemeClr val="phClr"/>
          </a:solidFill>
          <a:prstDash val="solid"/>
        </a:ln>
      </a:lnStyleLst>
      <a:effectStyleLst>
        <a:effectStyle>
          <a:effectLst>
            <a:outerShdw blurRad="38100" dist="25400" dir="5400000" algn="t" rotWithShape="0">
              <a:srgbClr val="000000">
                <a:alpha val="50000"/>
              </a:srgbClr>
            </a:outerShdw>
          </a:effectLst>
        </a:effectStyle>
        <a:effectStyle>
          <a:effectLst>
            <a:outerShdw blurRad="38100" dist="25400" dir="5400000" algn="t" rotWithShape="0">
              <a:srgbClr val="000000">
                <a:alpha val="50000"/>
              </a:srgbClr>
            </a:outerShdw>
          </a:effectLst>
        </a:effectStyle>
        <a:effectStyle>
          <a:effectLst>
            <a:outerShdw blurRad="50800" dist="50800" dir="5400000" algn="t" rotWithShape="0">
              <a:srgbClr val="000000">
                <a:alpha val="60000"/>
              </a:srgbClr>
            </a:outerShdw>
          </a:effectLst>
          <a:scene3d>
            <a:camera prst="isometricBottomUp" fov="0">
              <a:rot lat="0" lon="0" rev="0"/>
            </a:camera>
            <a:lightRig rig="soft" dir="b">
              <a:rot lat="0" lon="0" rev="9000000"/>
            </a:lightRig>
          </a:scene3d>
          <a:sp3d contourW="35000" prstMaterial="matte">
            <a:bevelT w="45000" h="38100" prst="convex"/>
            <a:contourClr>
              <a:schemeClr val="phClr">
                <a:tint val="10000"/>
                <a:satMod val="130000"/>
              </a:schemeClr>
            </a:contourClr>
          </a:sp3d>
        </a:effectStyle>
      </a:effectStyleLst>
      <a:bgFillStyleLst>
        <a:solidFill>
          <a:schemeClr val="phClr"/>
        </a:solidFill>
        <a:gradFill rotWithShape="1">
          <a:gsLst>
            <a:gs pos="0">
              <a:schemeClr val="phClr">
                <a:shade val="40000"/>
                <a:satMod val="165000"/>
              </a:schemeClr>
            </a:gs>
            <a:gs pos="50000">
              <a:schemeClr val="phClr">
                <a:shade val="80000"/>
                <a:satMod val="155000"/>
              </a:schemeClr>
            </a:gs>
            <a:gs pos="100000">
              <a:schemeClr val="phClr">
                <a:tint val="95000"/>
                <a:satMod val="200000"/>
              </a:schemeClr>
            </a:gs>
          </a:gsLst>
          <a:lin ang="16200000" scaled="1"/>
        </a:gradFill>
        <a:blipFill>
          <a:blip xmlns:r="http://schemas.openxmlformats.org/officeDocument/2006/relationships" r:embed="rId1">
            <a:duotone>
              <a:schemeClr val="phClr">
                <a:tint val="95000"/>
                <a:satMod val="200000"/>
              </a:schemeClr>
              <a:schemeClr val="phClr">
                <a:shade val="80000"/>
                <a:satMod val="100000"/>
              </a:schemeClr>
            </a:duotone>
          </a:blip>
          <a:tile tx="0" ty="0" sx="55000" sy="55000" flip="none"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Equity</Template>
  <TotalTime>334</TotalTime>
  <Words>1568</Words>
  <Application>Microsoft Office PowerPoint</Application>
  <PresentationFormat>On-screen Show (4:3)</PresentationFormat>
  <Paragraphs>59</Paragraphs>
  <Slides>14</Slides>
  <Notes>0</Notes>
  <HiddenSlides>0</HiddenSlides>
  <MMClips>0</MMClips>
  <ScaleCrop>false</ScaleCrop>
  <HeadingPairs>
    <vt:vector size="4" baseType="variant">
      <vt:variant>
        <vt:lpstr>Theme</vt:lpstr>
      </vt:variant>
      <vt:variant>
        <vt:i4>1</vt:i4>
      </vt:variant>
      <vt:variant>
        <vt:lpstr>Slide Titles</vt:lpstr>
      </vt:variant>
      <vt:variant>
        <vt:i4>14</vt:i4>
      </vt:variant>
    </vt:vector>
  </HeadingPairs>
  <TitlesOfParts>
    <vt:vector size="15" baseType="lpstr">
      <vt:lpstr>Equity</vt:lpstr>
      <vt:lpstr>بسم الله الرحمن الرحیم</vt:lpstr>
      <vt:lpstr>  مقدمه ای کلی بر توسعه سازمان </vt:lpstr>
      <vt:lpstr>مفهوم توسعه سازمان</vt:lpstr>
      <vt:lpstr>تعاریف توسعه سازمان</vt:lpstr>
      <vt:lpstr>کارکردهای توسعه سازمان</vt:lpstr>
      <vt:lpstr>            5                                          5 شاخه اصلی توسعه سازمان  </vt:lpstr>
      <vt:lpstr>پیشینه آموزش آزمایشگاهی</vt:lpstr>
      <vt:lpstr>پیشینه تحقیق در عمل و بازخورد تحقیق</vt:lpstr>
      <vt:lpstr>پیشینه مدیریت مشارکتی</vt:lpstr>
      <vt:lpstr>پیشینه بهره وری و کیفیت زندگی کاری</vt:lpstr>
      <vt:lpstr>پیشینه تحول راهبردی</vt:lpstr>
      <vt:lpstr>تکامل توسعه سازمان</vt:lpstr>
      <vt:lpstr>خلاصه</vt:lpstr>
      <vt:lpstr> سپاس</vt:lpstr>
    </vt:vector>
  </TitlesOfParts>
  <Company>MRT www.Win2Farsi.com</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بسم الله الرحمن الرحیم مقدمه ای کلی بر توسعه سازمان</dc:title>
  <dc:creator>MRT</dc:creator>
  <cp:lastModifiedBy>MRT</cp:lastModifiedBy>
  <cp:revision>97</cp:revision>
  <dcterms:created xsi:type="dcterms:W3CDTF">2013-12-24T16:57:34Z</dcterms:created>
  <dcterms:modified xsi:type="dcterms:W3CDTF">2013-12-25T04:23:31Z</dcterms:modified>
</cp:coreProperties>
</file>