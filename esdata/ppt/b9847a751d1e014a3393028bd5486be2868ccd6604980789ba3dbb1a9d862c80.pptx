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6" r:id="rId3"/>
    <p:sldMasterId id="2147483712" r:id="rId4"/>
    <p:sldMasterId id="2147483724" r:id="rId5"/>
    <p:sldMasterId id="2147483748" r:id="rId6"/>
  </p:sldMasterIdLst>
  <p:notesMasterIdLst>
    <p:notesMasterId r:id="rId47"/>
  </p:notesMasterIdLst>
  <p:sldIdLst>
    <p:sldId id="295" r:id="rId7"/>
    <p:sldId id="300" r:id="rId8"/>
    <p:sldId id="258" r:id="rId9"/>
    <p:sldId id="273" r:id="rId10"/>
    <p:sldId id="257" r:id="rId11"/>
    <p:sldId id="259" r:id="rId12"/>
    <p:sldId id="260" r:id="rId13"/>
    <p:sldId id="261" r:id="rId14"/>
    <p:sldId id="262" r:id="rId15"/>
    <p:sldId id="280" r:id="rId16"/>
    <p:sldId id="282" r:id="rId17"/>
    <p:sldId id="274" r:id="rId18"/>
    <p:sldId id="281" r:id="rId19"/>
    <p:sldId id="276" r:id="rId20"/>
    <p:sldId id="277" r:id="rId21"/>
    <p:sldId id="263" r:id="rId22"/>
    <p:sldId id="278" r:id="rId23"/>
    <p:sldId id="264" r:id="rId24"/>
    <p:sldId id="275" r:id="rId25"/>
    <p:sldId id="279" r:id="rId26"/>
    <p:sldId id="283" r:id="rId27"/>
    <p:sldId id="284" r:id="rId28"/>
    <p:sldId id="265" r:id="rId29"/>
    <p:sldId id="285" r:id="rId30"/>
    <p:sldId id="266" r:id="rId31"/>
    <p:sldId id="296" r:id="rId32"/>
    <p:sldId id="286" r:id="rId33"/>
    <p:sldId id="297" r:id="rId34"/>
    <p:sldId id="287" r:id="rId35"/>
    <p:sldId id="298" r:id="rId36"/>
    <p:sldId id="288" r:id="rId37"/>
    <p:sldId id="267" r:id="rId38"/>
    <p:sldId id="289" r:id="rId39"/>
    <p:sldId id="290" r:id="rId40"/>
    <p:sldId id="270" r:id="rId41"/>
    <p:sldId id="271" r:id="rId42"/>
    <p:sldId id="272" r:id="rId43"/>
    <p:sldId id="292" r:id="rId44"/>
    <p:sldId id="299" r:id="rId45"/>
    <p:sldId id="293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70" d="100"/>
          <a:sy n="70" d="100"/>
        </p:scale>
        <p:origin x="14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ارتباطات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7796-4A36-B334-7391E5065FC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7796-4A36-B334-7391E5065FC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7796-4A36-B334-7391E5065FC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B Jalal" panose="00000400000000000000" pitchFamily="2" charset="-78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Sheet1!$A$2:$A$4</c:f>
              <c:strCache>
                <c:ptCount val="3"/>
                <c:pt idx="0">
                  <c:v>کلمات</c:v>
                </c:pt>
                <c:pt idx="1">
                  <c:v>حالت صدا</c:v>
                </c:pt>
                <c:pt idx="2">
                  <c:v>صورت و بدن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7.0000000000000007E-2</c:v>
                </c:pt>
                <c:pt idx="1">
                  <c:v>0.38</c:v>
                </c:pt>
                <c:pt idx="2">
                  <c:v>0.55000000000000004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796-4A36-B334-7391E5065FCD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cs typeface="B Jalal" panose="00000400000000000000" pitchFamily="2" charset="-78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EF10E-6C7F-479F-81DA-A1C17BA4EDB4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4F744-F22E-43D7-9BD9-A7211FA09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859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baseline="0" dirty="0" smtClean="0"/>
              <a:t>چهار اتفاق اصلی رخ داده است:</a:t>
            </a:r>
          </a:p>
          <a:p>
            <a:pPr algn="r" rtl="1"/>
            <a:r>
              <a:rPr lang="fa-IR" baseline="0" dirty="0" smtClean="0"/>
              <a:t>1- از سخت افزار به سمت نرم افزار</a:t>
            </a:r>
          </a:p>
          <a:p>
            <a:pPr algn="r" rtl="1"/>
            <a:r>
              <a:rPr lang="fa-IR" baseline="0" dirty="0" smtClean="0"/>
              <a:t>2- از معماری متمرکز به سمت معماری </a:t>
            </a:r>
            <a:r>
              <a:rPr lang="en-US" baseline="0" dirty="0" smtClean="0"/>
              <a:t>Cloud</a:t>
            </a:r>
            <a:endParaRPr lang="fa-IR" baseline="0" dirty="0" smtClean="0"/>
          </a:p>
          <a:p>
            <a:pPr algn="r" rtl="1"/>
            <a:r>
              <a:rPr lang="fa-IR" baseline="0" dirty="0" smtClean="0"/>
              <a:t>3- از محصول به سمت سرویس</a:t>
            </a:r>
          </a:p>
          <a:p>
            <a:pPr algn="r" rtl="1"/>
            <a:r>
              <a:rPr lang="fa-IR" baseline="0" dirty="0" smtClean="0"/>
              <a:t>4- از کاربردهای عمومی به سمت کاربردهای تخصصی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4F744-F22E-43D7-9BD9-A7211FA09D1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17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baseline="0" dirty="0" smtClean="0"/>
              <a:t>چهار اتفاق اصلی رخ داده است:</a:t>
            </a:r>
          </a:p>
          <a:p>
            <a:pPr algn="r" rtl="1"/>
            <a:r>
              <a:rPr lang="fa-IR" baseline="0" dirty="0" smtClean="0"/>
              <a:t>1- از سخت افزار به سمت نرم افزار</a:t>
            </a:r>
          </a:p>
          <a:p>
            <a:pPr algn="r" rtl="1"/>
            <a:r>
              <a:rPr lang="fa-IR" baseline="0" dirty="0" smtClean="0"/>
              <a:t>2- از معماری متمرکز به سمت معماری ابری</a:t>
            </a:r>
          </a:p>
          <a:p>
            <a:pPr algn="r" rtl="1"/>
            <a:r>
              <a:rPr lang="fa-IR" baseline="0" dirty="0" smtClean="0"/>
              <a:t>3- از محصول به سمت سرویس</a:t>
            </a:r>
          </a:p>
          <a:p>
            <a:pPr algn="r" rtl="1"/>
            <a:r>
              <a:rPr lang="fa-IR" baseline="0" dirty="0" smtClean="0"/>
              <a:t>4- از کاربردهای عمومی به سمت کاربردهای تخصصی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4F744-F22E-43D7-9BD9-A7211FA09D1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36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 smtClean="0"/>
              <a:t>کاربردها زیر به عنوان اصلی ترین کاربردهای ویدئوکنفرانس</a:t>
            </a:r>
            <a:r>
              <a:rPr lang="fa-IR" baseline="0" dirty="0" smtClean="0"/>
              <a:t> در سازمانها شناسایی شدند که هر سازمان فراخور نیاز خود میتواند آن کاربردها را در طرح توجیهی خود بیاورد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4F744-F22E-43D7-9BD9-A7211FA09D1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605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 smtClean="0"/>
              <a:t>کاربردها زیر به عنوان اصلی ترین کاربردهای ویدئوکنفرانس</a:t>
            </a:r>
            <a:r>
              <a:rPr lang="fa-IR" baseline="0" dirty="0" smtClean="0"/>
              <a:t> در سازمانها شناسایی شدند که هر سازمان فراخور نیاز خود میتواند آن کاربردها را در طرح توجیهی خود بیاورد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4F744-F22E-43D7-9BD9-A7211FA09D1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009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 smtClean="0"/>
              <a:t>کاربردها زیر به عنوان اصلی ترین کاربردهای ویدئوکنفرانس</a:t>
            </a:r>
            <a:r>
              <a:rPr lang="fa-IR" baseline="0" dirty="0" smtClean="0"/>
              <a:t> در سازمانها شناسایی شدند که هر سازمان فراخور نیاز خود میتواند آن کاربردها را در طرح توجیهی خود بیاورد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4F744-F22E-43D7-9BD9-A7211FA09D1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734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840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66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63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33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54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058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642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145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815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51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92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34C9-B84E-446F-B56E-B40138EE2BF6}" type="datetimeFigureOut">
              <a:rPr lang="en-US" smtClean="0"/>
              <a:pPr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1D3D-C548-4A34-980B-7DAD1DFCC6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34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34C9-B84E-446F-B56E-B40138EE2BF6}" type="datetimeFigureOut">
              <a:rPr lang="en-US" smtClean="0"/>
              <a:pPr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1D3D-C548-4A34-980B-7DAD1DFCC6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797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34C9-B84E-446F-B56E-B40138EE2BF6}" type="datetimeFigureOut">
              <a:rPr lang="en-US" smtClean="0"/>
              <a:pPr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1D3D-C548-4A34-980B-7DAD1DFCC6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32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34C9-B84E-446F-B56E-B40138EE2BF6}" type="datetimeFigureOut">
              <a:rPr lang="en-US" smtClean="0"/>
              <a:pPr/>
              <a:t>12/6/2016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1D3D-C548-4A34-980B-7DAD1DFCC6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05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34C9-B84E-446F-B56E-B40138EE2BF6}" type="datetimeFigureOut">
              <a:rPr lang="en-US" smtClean="0"/>
              <a:pPr/>
              <a:t>12/6/2016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1D3D-C548-4A34-980B-7DAD1DFCC6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77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34C9-B84E-446F-B56E-B40138EE2BF6}" type="datetimeFigureOut">
              <a:rPr lang="en-US" smtClean="0"/>
              <a:pPr/>
              <a:t>12/6/2016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1D3D-C548-4A34-980B-7DAD1DFCC6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088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34C9-B84E-446F-B56E-B40138EE2BF6}" type="datetimeFigureOut">
              <a:rPr lang="en-US" smtClean="0"/>
              <a:pPr/>
              <a:t>12/6/2016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1D3D-C548-4A34-980B-7DAD1DFCC6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744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34C9-B84E-446F-B56E-B40138EE2BF6}" type="datetimeFigureOut">
              <a:rPr lang="en-US" smtClean="0"/>
              <a:pPr/>
              <a:t>12/6/2016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1D3D-C548-4A34-980B-7DAD1DFCC6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769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34C9-B84E-446F-B56E-B40138EE2BF6}" type="datetimeFigureOut">
              <a:rPr lang="en-US" smtClean="0"/>
              <a:pPr/>
              <a:t>12/6/2016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1D3D-C548-4A34-980B-7DAD1DFCC6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984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34C9-B84E-446F-B56E-B40138EE2BF6}" type="datetimeFigureOut">
              <a:rPr lang="en-US" smtClean="0"/>
              <a:pPr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1D3D-C548-4A34-980B-7DAD1DFCC6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755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34C9-B84E-446F-B56E-B40138EE2BF6}" type="datetimeFigureOut">
              <a:rPr lang="en-US" smtClean="0"/>
              <a:pPr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1D3D-C548-4A34-980B-7DAD1DFCC6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116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5562600"/>
            <a:ext cx="5486400" cy="414338"/>
          </a:xfrm>
        </p:spPr>
        <p:txBody>
          <a:bodyPr anchor="b"/>
          <a:lstStyle>
            <a:lvl1pPr algn="ctr">
              <a:defRPr sz="1500" b="1" baseline="0">
                <a:solidFill>
                  <a:schemeClr val="tx1">
                    <a:lumMod val="85000"/>
                    <a:lumOff val="15000"/>
                  </a:schemeClr>
                </a:solidFill>
                <a:cs typeface="B Mitra" pitchFamily="2" charset="-78"/>
              </a:defRPr>
            </a:lvl1pPr>
          </a:lstStyle>
          <a:p>
            <a:r>
              <a:rPr lang="fa-IR" dirty="0" smtClean="0"/>
              <a:t>عنوان متن زیر تصویر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4400" y="762000"/>
            <a:ext cx="7366000" cy="4419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8200" y="6356352"/>
            <a:ext cx="838200" cy="365125"/>
          </a:xfrm>
        </p:spPr>
        <p:txBody>
          <a:bodyPr/>
          <a:lstStyle>
            <a:lvl1pPr algn="l" rtl="1">
              <a:defRPr sz="1800"/>
            </a:lvl1pPr>
          </a:lstStyle>
          <a:p>
            <a:fld id="{4132EC9B-F844-4327-8B35-0368E61EE3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1423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5562600"/>
            <a:ext cx="5486400" cy="414338"/>
          </a:xfrm>
        </p:spPr>
        <p:txBody>
          <a:bodyPr anchor="b"/>
          <a:lstStyle>
            <a:lvl1pPr algn="ctr">
              <a:defRPr sz="1500" b="1" baseline="0">
                <a:solidFill>
                  <a:schemeClr val="tx1">
                    <a:lumMod val="85000"/>
                    <a:lumOff val="15000"/>
                  </a:schemeClr>
                </a:solidFill>
                <a:cs typeface="B Mitra" pitchFamily="2" charset="-78"/>
              </a:defRPr>
            </a:lvl1pPr>
          </a:lstStyle>
          <a:p>
            <a:r>
              <a:rPr lang="fa-IR" dirty="0" smtClean="0"/>
              <a:t>عنوان متن زیر تصویر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4400" y="762000"/>
            <a:ext cx="7366000" cy="4419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8200" y="6356352"/>
            <a:ext cx="838200" cy="365125"/>
          </a:xfrm>
        </p:spPr>
        <p:txBody>
          <a:bodyPr/>
          <a:lstStyle>
            <a:lvl1pPr algn="l" rtl="1">
              <a:defRPr sz="1800"/>
            </a:lvl1pPr>
          </a:lstStyle>
          <a:p>
            <a:fld id="{4132EC9B-F844-4327-8B35-0368E61EE3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068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7234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928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789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253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738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3921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144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505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428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683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097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5562600"/>
            <a:ext cx="5486400" cy="414338"/>
          </a:xfrm>
        </p:spPr>
        <p:txBody>
          <a:bodyPr anchor="b"/>
          <a:lstStyle>
            <a:lvl1pPr algn="ctr">
              <a:defRPr sz="1500" b="1" baseline="0">
                <a:solidFill>
                  <a:schemeClr val="tx1">
                    <a:lumMod val="85000"/>
                    <a:lumOff val="15000"/>
                  </a:schemeClr>
                </a:solidFill>
                <a:cs typeface="B Mitra" pitchFamily="2" charset="-78"/>
              </a:defRPr>
            </a:lvl1pPr>
          </a:lstStyle>
          <a:p>
            <a:r>
              <a:rPr lang="fa-IR" dirty="0" smtClean="0"/>
              <a:t>عنوان متن زیر تصویر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4400" y="762000"/>
            <a:ext cx="7366000" cy="4419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8200" y="6356352"/>
            <a:ext cx="838200" cy="365125"/>
          </a:xfrm>
        </p:spPr>
        <p:txBody>
          <a:bodyPr/>
          <a:lstStyle>
            <a:lvl1pPr algn="l" rtl="1">
              <a:defRPr sz="1800"/>
            </a:lvl1pPr>
          </a:lstStyle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2304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5562600"/>
            <a:ext cx="5486400" cy="414338"/>
          </a:xfrm>
        </p:spPr>
        <p:txBody>
          <a:bodyPr anchor="b"/>
          <a:lstStyle>
            <a:lvl1pPr algn="ctr">
              <a:defRPr sz="1500" b="1" baseline="0">
                <a:solidFill>
                  <a:schemeClr val="tx1">
                    <a:lumMod val="85000"/>
                    <a:lumOff val="15000"/>
                  </a:schemeClr>
                </a:solidFill>
                <a:cs typeface="B Mitra" pitchFamily="2" charset="-78"/>
              </a:defRPr>
            </a:lvl1pPr>
          </a:lstStyle>
          <a:p>
            <a:r>
              <a:rPr lang="fa-IR" dirty="0" smtClean="0"/>
              <a:t>عنوان متن زیر تصویر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4400" y="762000"/>
            <a:ext cx="7366000" cy="4419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8200" y="6356352"/>
            <a:ext cx="838200" cy="365125"/>
          </a:xfrm>
        </p:spPr>
        <p:txBody>
          <a:bodyPr/>
          <a:lstStyle>
            <a:lvl1pPr algn="l" rtl="1">
              <a:defRPr sz="1800"/>
            </a:lvl1pPr>
          </a:lstStyle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6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-5132" y="3887812"/>
            <a:ext cx="9146751" cy="6079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19" y="2166365"/>
            <a:ext cx="8603674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844269"/>
            <a:ext cx="8534400" cy="6675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9119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873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-5132" y="3887812"/>
            <a:ext cx="9146751" cy="6079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2208879"/>
            <a:ext cx="78867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851528"/>
            <a:ext cx="7886700" cy="6696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330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7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3685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656566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428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428" y="2656564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7060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019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1469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8840"/>
            <a:ext cx="4572000" cy="38404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2568" y="2147487"/>
            <a:ext cx="256032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2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0" y="2211494"/>
            <a:ext cx="4754880" cy="384048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85351" y="2150621"/>
            <a:ext cx="256032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789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9540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609600"/>
            <a:ext cx="1801785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609600"/>
            <a:ext cx="5979968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22855"/>
            <a:ext cx="2057397" cy="365125"/>
          </a:xfrm>
        </p:spPr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6422855"/>
            <a:ext cx="32097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6422855"/>
            <a:ext cx="659819" cy="365125"/>
          </a:xfrm>
        </p:spPr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0776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19" y="2166365"/>
            <a:ext cx="8603674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70315"/>
            <a:ext cx="6858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4366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910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2208879"/>
            <a:ext cx="78867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984400"/>
            <a:ext cx="78867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6543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7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5846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656566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428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428" y="2656564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1235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7972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5888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8840"/>
            <a:ext cx="4572000" cy="38404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2568" y="2147487"/>
            <a:ext cx="256032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2812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0" y="2211494"/>
            <a:ext cx="4754880" cy="384048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85351" y="2150621"/>
            <a:ext cx="256032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391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10718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609600"/>
            <a:ext cx="1801785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609600"/>
            <a:ext cx="5979968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22855"/>
            <a:ext cx="2057397" cy="365125"/>
          </a:xfrm>
        </p:spPr>
        <p:txBody>
          <a:bodyPr/>
          <a:lstStyle/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6422855"/>
            <a:ext cx="32097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6422855"/>
            <a:ext cx="659819" cy="365125"/>
          </a:xfrm>
        </p:spPr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5698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3124200"/>
            <a:ext cx="7772400" cy="1470025"/>
          </a:xfrm>
        </p:spPr>
        <p:txBody>
          <a:bodyPr>
            <a:normAutofit/>
          </a:bodyPr>
          <a:lstStyle>
            <a:lvl1pPr rtl="1">
              <a:defRPr sz="6600" b="1">
                <a:solidFill>
                  <a:schemeClr val="bg1">
                    <a:lumMod val="65000"/>
                  </a:schemeClr>
                </a:solidFill>
                <a:cs typeface="B Mitra" pitchFamily="2" charset="-78"/>
              </a:defRPr>
            </a:lvl1pPr>
          </a:lstStyle>
          <a:p>
            <a:r>
              <a:rPr lang="fa-IR" dirty="0" smtClean="0"/>
              <a:t>تیتر اصلی 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4953000"/>
            <a:ext cx="6400800" cy="990600"/>
          </a:xfrm>
        </p:spPr>
        <p:txBody>
          <a:bodyPr>
            <a:normAutofit/>
          </a:bodyPr>
          <a:lstStyle>
            <a:lvl1pPr marL="0" indent="0" algn="ctr" rtl="1">
              <a:buNone/>
              <a:defRPr sz="4400" b="1">
                <a:solidFill>
                  <a:schemeClr val="bg1">
                    <a:lumMod val="65000"/>
                  </a:schemeClr>
                </a:solidFill>
                <a:cs typeface="B Mitra" pitchFamily="2" charset="-7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a-IR" dirty="0" smtClean="0"/>
              <a:t>تیتر اصلی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5969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2400"/>
            <a:ext cx="7010400" cy="1143000"/>
          </a:xfrm>
        </p:spPr>
        <p:txBody>
          <a:bodyPr/>
          <a:lstStyle>
            <a:lvl1pPr algn="r" rtl="1">
              <a:defRPr b="1">
                <a:solidFill>
                  <a:schemeClr val="bg1"/>
                </a:solidFill>
                <a:cs typeface="B Mitra" pitchFamily="2" charset="-78"/>
              </a:defRPr>
            </a:lvl1pPr>
          </a:lstStyle>
          <a:p>
            <a:r>
              <a:rPr lang="fa-IR" dirty="0" smtClean="0"/>
              <a:t>محل متن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algn="r" rtl="1">
              <a:defRPr>
                <a:cs typeface="B Mitra" pitchFamily="2" charset="-78"/>
              </a:defRPr>
            </a:lvl1pPr>
            <a:lvl2pPr algn="r" rtl="1">
              <a:defRPr>
                <a:cs typeface="B Mitra" pitchFamily="2" charset="-78"/>
              </a:defRPr>
            </a:lvl2pPr>
            <a:lvl3pPr algn="r" rtl="1">
              <a:defRPr>
                <a:cs typeface="B Mitra" pitchFamily="2" charset="-78"/>
              </a:defRPr>
            </a:lvl3pPr>
            <a:lvl4pPr algn="r" rtl="1">
              <a:defRPr>
                <a:cs typeface="B Mitra" pitchFamily="2" charset="-78"/>
              </a:defRPr>
            </a:lvl4pPr>
            <a:lvl5pPr algn="r" rtl="1">
              <a:defRPr>
                <a:cs typeface="B Mitra" pitchFamily="2" charset="-78"/>
              </a:defRPr>
            </a:lvl5pPr>
          </a:lstStyle>
          <a:p>
            <a:pPr lvl="0"/>
            <a:r>
              <a:rPr lang="fa-IR" dirty="0" smtClean="0"/>
              <a:t>استایل مستر تکست سطح اول</a:t>
            </a:r>
            <a:endParaRPr lang="en-US" dirty="0" smtClean="0"/>
          </a:p>
          <a:p>
            <a:pPr lvl="1"/>
            <a:r>
              <a:rPr lang="fa-IR" dirty="0" smtClean="0"/>
              <a:t>سطح دوم</a:t>
            </a:r>
            <a:endParaRPr lang="en-US" dirty="0" smtClean="0"/>
          </a:p>
          <a:p>
            <a:pPr lvl="2"/>
            <a:r>
              <a:rPr lang="fa-IR" dirty="0" smtClean="0"/>
              <a:t>سطح سوم</a:t>
            </a:r>
            <a:endParaRPr lang="en-US" dirty="0" smtClean="0"/>
          </a:p>
          <a:p>
            <a:pPr lvl="3"/>
            <a:r>
              <a:rPr lang="fa-IR" dirty="0" smtClean="0"/>
              <a:t>سطح چهارم</a:t>
            </a:r>
            <a:endParaRPr lang="en-US" dirty="0" smtClean="0"/>
          </a:p>
          <a:p>
            <a:pPr lvl="4"/>
            <a:r>
              <a:rPr lang="fa-IR" dirty="0" smtClean="0"/>
              <a:t>سطح پنجم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48600" y="6356350"/>
            <a:ext cx="838200" cy="365125"/>
          </a:xfrm>
        </p:spPr>
        <p:txBody>
          <a:bodyPr/>
          <a:lstStyle>
            <a:lvl1pPr algn="r" rtl="1">
              <a:defRPr sz="2400"/>
            </a:lvl1pPr>
          </a:lstStyle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5390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145629"/>
            <a:ext cx="9144000" cy="152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endParaRPr lang="en-US" b="1" cap="none" spc="15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457200" y="2209800"/>
            <a:ext cx="8229600" cy="838200"/>
          </a:xfrm>
        </p:spPr>
        <p:txBody>
          <a:bodyPr/>
          <a:lstStyle>
            <a:lvl1pPr algn="ctr" rtl="1">
              <a:defRPr u="none">
                <a:solidFill>
                  <a:schemeClr val="tx1">
                    <a:lumMod val="75000"/>
                    <a:lumOff val="25000"/>
                  </a:schemeClr>
                </a:solidFill>
                <a:cs typeface="B Mitra" pitchFamily="2" charset="-78"/>
              </a:defRPr>
            </a:lvl1pPr>
          </a:lstStyle>
          <a:p>
            <a:r>
              <a:rPr lang="fa-IR" dirty="0" smtClean="0"/>
              <a:t>متن خداحافظی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635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5562600"/>
            <a:ext cx="5486400" cy="414338"/>
          </a:xfrm>
        </p:spPr>
        <p:txBody>
          <a:bodyPr anchor="b"/>
          <a:lstStyle>
            <a:lvl1pPr algn="ctr">
              <a:defRPr sz="2000" b="1" baseline="0">
                <a:solidFill>
                  <a:schemeClr val="tx1">
                    <a:lumMod val="85000"/>
                    <a:lumOff val="15000"/>
                  </a:schemeClr>
                </a:solidFill>
                <a:cs typeface="B Mitra" pitchFamily="2" charset="-78"/>
              </a:defRPr>
            </a:lvl1pPr>
          </a:lstStyle>
          <a:p>
            <a:r>
              <a:rPr lang="fa-IR" dirty="0" smtClean="0"/>
              <a:t>عنوان متن زیر تصویر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4400" y="762000"/>
            <a:ext cx="7366000" cy="4419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838200" cy="365125"/>
          </a:xfrm>
        </p:spPr>
        <p:txBody>
          <a:bodyPr/>
          <a:lstStyle>
            <a:lvl1pPr algn="l" rtl="1">
              <a:defRPr sz="2400"/>
            </a:lvl1pPr>
          </a:lstStyle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075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958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734C9-B84E-446F-B56E-B40138EE2BF6}" type="datetimeFigureOut">
              <a:rPr lang="en-US" smtClean="0"/>
              <a:pPr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81D3D-C548-4A34-980B-7DAD1DFCC6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42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3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76109"/>
            <a:ext cx="9141714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77240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019" y="2011680"/>
            <a:ext cx="7772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1321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76109"/>
            <a:ext cx="9141714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77240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019" y="2011680"/>
            <a:ext cx="7772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6059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D57CF-735D-42A3-AD09-83EE7AF00185}" type="datetimeFigureOut">
              <a:rPr lang="en-US" smtClean="0"/>
              <a:t>12/6/2016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33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hyperlink" Target="http://www.shooka.ir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1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12.jpeg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7.xml"/><Relationship Id="rId5" Type="http://schemas.openxmlformats.org/officeDocument/2006/relationships/image" Target="../media/image16.jpg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7.xml"/><Relationship Id="rId1" Type="http://schemas.openxmlformats.org/officeDocument/2006/relationships/themeOverride" Target="../theme/themeOverrid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.jp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7.xml"/><Relationship Id="rId1" Type="http://schemas.openxmlformats.org/officeDocument/2006/relationships/themeOverride" Target="../theme/themeOverride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15.xml"/><Relationship Id="rId4" Type="http://schemas.openxmlformats.org/officeDocument/2006/relationships/image" Target="../media/image26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27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20.xml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2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22.xml"/><Relationship Id="rId4" Type="http://schemas.openxmlformats.org/officeDocument/2006/relationships/image" Target="../media/image32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23.xml"/><Relationship Id="rId4" Type="http://schemas.openxmlformats.org/officeDocument/2006/relationships/image" Target="../media/image33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2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2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76703"/>
            <a:ext cx="6858000" cy="2387600"/>
          </a:xfrm>
        </p:spPr>
        <p:txBody>
          <a:bodyPr>
            <a:noAutofit/>
          </a:bodyPr>
          <a:lstStyle/>
          <a:p>
            <a:pPr rtl="1">
              <a:spcBef>
                <a:spcPts val="2250"/>
              </a:spcBef>
            </a:pPr>
            <a:r>
              <a:rPr lang="fa-IR" sz="4800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+mn-lt"/>
                <a:cs typeface="B Jalal" panose="00000400000000000000" pitchFamily="2" charset="-78"/>
              </a:rPr>
              <a:t>شبکه ویدئوکنفرانس </a:t>
            </a:r>
            <a:r>
              <a:rPr lang="fa-IR" sz="4800" b="1" dirty="0" smtClean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+mn-lt"/>
                <a:cs typeface="B Jalal" panose="00000400000000000000" pitchFamily="2" charset="-78"/>
              </a:rPr>
              <a:t>ایران</a:t>
            </a:r>
            <a:br>
              <a:rPr lang="fa-IR" sz="4800" b="1" dirty="0" smtClean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+mn-lt"/>
                <a:cs typeface="B Jalal" panose="00000400000000000000" pitchFamily="2" charset="-78"/>
              </a:rPr>
            </a:br>
            <a:r>
              <a:rPr lang="fa-IR" sz="4800" b="1" dirty="0" smtClean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+mn-lt"/>
                <a:cs typeface="B Jalal" panose="00000400000000000000" pitchFamily="2" charset="-78"/>
              </a:rPr>
              <a:t>(</a:t>
            </a:r>
            <a:r>
              <a:rPr lang="fa-IR" sz="4800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+mn-lt"/>
                <a:cs typeface="B Jalal" panose="00000400000000000000" pitchFamily="2" charset="-78"/>
              </a:rPr>
              <a:t>شوکا)</a:t>
            </a:r>
            <a:endParaRPr lang="en-US" sz="4000" b="1" dirty="0">
              <a:solidFill>
                <a:schemeClr val="bg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+mn-lt"/>
              <a:cs typeface="B Jalal" panose="000004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" y="18509"/>
            <a:ext cx="9142356" cy="10874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980590"/>
            <a:ext cx="9144000" cy="21431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>
                  <a:lumMod val="85000"/>
                </a:prstClr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2421" y="6311888"/>
            <a:ext cx="36134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1600" b="1" dirty="0">
                <a:solidFill>
                  <a:prstClr val="black"/>
                </a:solidFill>
                <a:latin typeface="Calibri"/>
                <a:hlinkClick r:id="rId4"/>
              </a:rPr>
              <a:t>www.shooka.ir</a:t>
            </a:r>
            <a:endParaRPr lang="en-US" sz="16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464820" y="4135438"/>
            <a:ext cx="8145780" cy="593785"/>
          </a:xfrm>
        </p:spPr>
        <p:txBody>
          <a:bodyPr>
            <a:noAutofit/>
          </a:bodyPr>
          <a:lstStyle/>
          <a:p>
            <a:r>
              <a:rPr lang="fa-IR" sz="3200" dirty="0" smtClean="0">
                <a:cs typeface="B Jalal" panose="00000400000000000000" pitchFamily="2" charset="-78"/>
              </a:rPr>
              <a:t>چگونه از ویدئوکنفرانس به نفع سازمان خود استفاده کنیم؟</a:t>
            </a:r>
          </a:p>
          <a:p>
            <a:endParaRPr lang="fa-IR" sz="3200" dirty="0">
              <a:cs typeface="B Jalal" panose="00000400000000000000" pitchFamily="2" charset="-78"/>
            </a:endParaRPr>
          </a:p>
          <a:p>
            <a:r>
              <a:rPr lang="fa-IR" sz="240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B Jalal" panose="00000400000000000000" pitchFamily="2" charset="-78"/>
              </a:rPr>
              <a:t>آبان 1395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522"/>
          <a:stretch/>
        </p:blipFill>
        <p:spPr>
          <a:xfrm>
            <a:off x="6250499" y="1816355"/>
            <a:ext cx="2676344" cy="180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6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مباحث امروز</a:t>
            </a:r>
            <a:endParaRPr lang="en-US" dirty="0">
              <a:cs typeface="B Jalal" panose="00000400000000000000" pitchFamily="2" charset="-78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2232763"/>
            <a:ext cx="8229600" cy="4525963"/>
          </a:xfrm>
        </p:spPr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ویدئوکنفرانس، جایگاه و مزایا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تحولات اخیر صنعت ویدئوکنفرانس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کاربردهای اساسی ویدئوکنفرانس در سازمان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نیازمندی ها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روش اجرا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داستانهای موفقیت</a:t>
            </a:r>
            <a:endParaRPr lang="en-US" dirty="0">
              <a:cs typeface="B Jalal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11675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1" r="1307"/>
          <a:stretch/>
        </p:blipFill>
        <p:spPr>
          <a:xfrm>
            <a:off x="1" y="0"/>
            <a:ext cx="9137736" cy="68689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473825"/>
            <a:ext cx="7886700" cy="2852737"/>
          </a:xfrm>
        </p:spPr>
        <p:txBody>
          <a:bodyPr>
            <a:normAutofit/>
          </a:bodyPr>
          <a:lstStyle/>
          <a:p>
            <a:pPr algn="r" rtl="1"/>
            <a:r>
              <a:rPr lang="fa-IR" sz="6600" dirty="0" smtClean="0">
                <a:solidFill>
                  <a:schemeClr val="bg1"/>
                </a:solidFill>
                <a:cs typeface="B Jalal" panose="00000400000000000000" pitchFamily="2" charset="-78"/>
              </a:rPr>
              <a:t>ویدئوکنفرانس</a:t>
            </a:r>
            <a:endParaRPr lang="en-US" sz="6600" dirty="0">
              <a:solidFill>
                <a:schemeClr val="bg1"/>
              </a:solidFill>
              <a:cs typeface="B Jalal" panose="00000400000000000000" pitchFamily="2" charset="-78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23888" y="5353550"/>
            <a:ext cx="7886700" cy="1500187"/>
          </a:xfrm>
        </p:spPr>
        <p:txBody>
          <a:bodyPr/>
          <a:lstStyle/>
          <a:p>
            <a:pPr algn="r" rtl="1"/>
            <a:r>
              <a:rPr lang="fa-IR" sz="2800" dirty="0" smtClean="0">
                <a:solidFill>
                  <a:schemeClr val="bg1"/>
                </a:solidFill>
                <a:cs typeface="B Jalal" panose="00000400000000000000" pitchFamily="2" charset="-78"/>
              </a:rPr>
              <a:t>جایگاه، مزایا و کاربردها</a:t>
            </a:r>
            <a:endParaRPr lang="en-US" sz="2800" dirty="0">
              <a:solidFill>
                <a:schemeClr val="bg1"/>
              </a:solidFill>
              <a:cs typeface="B Jalal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51393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ارتباطات انسانی</a:t>
            </a:r>
            <a:endParaRPr lang="en-US" dirty="0">
              <a:cs typeface="B Jalal" panose="00000400000000000000" pitchFamily="2" charset="-78"/>
            </a:endParaRPr>
          </a:p>
        </p:txBody>
      </p:sp>
      <p:pic>
        <p:nvPicPr>
          <p:cNvPr id="1026" name="Picture 2" descr="https://www.iusb.edu/extended/images/business-and-professional-development/communicating-stick-people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562" y="2526435"/>
            <a:ext cx="6238875" cy="247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1776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3600" dirty="0" smtClean="0">
                <a:cs typeface="B Jalal" panose="00000400000000000000" pitchFamily="2" charset="-78"/>
              </a:rPr>
              <a:t>قانون ارتباطات پرفسور آلبرت مهرابیان</a:t>
            </a:r>
            <a:endParaRPr lang="en-US" sz="3600" dirty="0">
              <a:cs typeface="B Jalal" panose="00000400000000000000" pitchFamily="2" charset="-78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83490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244" name="Picture 4" descr="https://catborrow.files.wordpress.com/2011/04/human-resonance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69"/>
          <a:stretch/>
        </p:blipFill>
        <p:spPr bwMode="auto">
          <a:xfrm>
            <a:off x="6997742" y="2992055"/>
            <a:ext cx="1710398" cy="2119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https://catborrow.files.wordpress.com/2011/04/human-resonance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" r="50231"/>
          <a:stretch/>
        </p:blipFill>
        <p:spPr bwMode="auto">
          <a:xfrm>
            <a:off x="435860" y="2992055"/>
            <a:ext cx="1749298" cy="218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87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ویدئوکنفرانس چیست؟</a:t>
            </a:r>
            <a:endParaRPr lang="en-US" dirty="0">
              <a:cs typeface="B Jalal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65960"/>
            <a:ext cx="8229600" cy="4525963"/>
          </a:xfrm>
        </p:spPr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ارتباط تصویری دو یا چند طرفه از راه دور</a:t>
            </a:r>
            <a:endParaRPr lang="en-US" dirty="0">
              <a:cs typeface="B Jalal" panose="000004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9370" y="2645302"/>
            <a:ext cx="4185259" cy="362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981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ویدئوکنفران چه چیزی نیست!</a:t>
            </a:r>
            <a:endParaRPr lang="en-US" dirty="0">
              <a:cs typeface="B Jalal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32763"/>
            <a:ext cx="8229600" cy="4525963"/>
          </a:xfrm>
        </p:spPr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دوربین مداربسته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آموزش الکترونیکی (</a:t>
            </a:r>
            <a:r>
              <a:rPr lang="en-US" dirty="0" smtClean="0">
                <a:cs typeface="B Jalal" panose="00000400000000000000" pitchFamily="2" charset="-78"/>
              </a:rPr>
              <a:t>eLearning</a:t>
            </a:r>
            <a:r>
              <a:rPr lang="fa-IR" dirty="0" smtClean="0">
                <a:cs typeface="B Jalal" panose="00000400000000000000" pitchFamily="2" charset="-78"/>
              </a:rPr>
              <a:t>)</a:t>
            </a:r>
          </a:p>
          <a:p>
            <a:pPr algn="r" rtl="1"/>
            <a:r>
              <a:rPr lang="en-US" dirty="0" smtClean="0">
                <a:cs typeface="B Jalal" panose="00000400000000000000" pitchFamily="2" charset="-78"/>
              </a:rPr>
              <a:t>Video On Demand</a:t>
            </a:r>
            <a:endParaRPr lang="fa-IR" dirty="0" smtClean="0">
              <a:cs typeface="B Jalal" panose="00000400000000000000" pitchFamily="2" charset="-78"/>
            </a:endParaRPr>
          </a:p>
          <a:p>
            <a:pPr algn="r" rtl="1"/>
            <a:r>
              <a:rPr lang="en-US" dirty="0" smtClean="0">
                <a:cs typeface="B Jalal" panose="00000400000000000000" pitchFamily="2" charset="-78"/>
              </a:rPr>
              <a:t>Video Streaming</a:t>
            </a:r>
            <a:endParaRPr lang="en-US" dirty="0">
              <a:cs typeface="B Jalal" panose="00000400000000000000" pitchFamily="2" charset="-78"/>
            </a:endParaRPr>
          </a:p>
        </p:txBody>
      </p:sp>
      <p:pic>
        <p:nvPicPr>
          <p:cNvPr id="8196" name="Picture 4" descr="http://www.clipartkid.com/images/127/red-not-ok-failure-symbol-by-antares42-TIN9QF-clipart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26" y="2851019"/>
            <a:ext cx="2556057" cy="2886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230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t="30087"/>
          <a:stretch/>
        </p:blipFill>
        <p:spPr>
          <a:xfrm>
            <a:off x="0" y="3169920"/>
            <a:ext cx="5838825" cy="30832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مزایای ویدئوکنفرانس</a:t>
            </a:r>
            <a:endParaRPr lang="en-US" dirty="0">
              <a:cs typeface="B Jalal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صرفه جویی در زمان و هزینه ها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افزایش بهره وری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احیای فرصتهای پنهان</a:t>
            </a:r>
            <a:endParaRPr lang="en-US" dirty="0">
              <a:cs typeface="B Jalal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96528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ویدئوکنفرنس از دیروز تا امروز</a:t>
            </a:r>
            <a:endParaRPr lang="en-US" dirty="0">
              <a:cs typeface="B Jalal" panose="000004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779" y="2040548"/>
            <a:ext cx="5450442" cy="39319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51210" y="6082498"/>
            <a:ext cx="606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ارتباط تلفن تصویری نخست وزیر سوئد با مجری برنامه تلویزیونی سال 1348</a:t>
            </a:r>
            <a:endParaRPr lang="en-US" dirty="0">
              <a:cs typeface="B Jalal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696016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ویدئوکنفرنس از دیروز تا امروز</a:t>
            </a:r>
            <a:endParaRPr lang="en-US" dirty="0">
              <a:cs typeface="B Jalal" panose="00000400000000000000" pitchFamily="2" charset="-7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34456" y="5151457"/>
            <a:ext cx="2637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3600" dirty="0" smtClean="0">
                <a:solidFill>
                  <a:schemeClr val="accent2">
                    <a:lumMod val="75000"/>
                  </a:schemeClr>
                </a:solidFill>
                <a:cs typeface="B Jalal" panose="00000400000000000000" pitchFamily="2" charset="-78"/>
              </a:rPr>
              <a:t>کاربرد تخصصی</a:t>
            </a:r>
            <a:endParaRPr lang="en-US" sz="3600" dirty="0">
              <a:solidFill>
                <a:schemeClr val="accent2">
                  <a:lumMod val="75000"/>
                </a:schemeClr>
              </a:solidFill>
              <a:cs typeface="B Jalal" panose="00000400000000000000" pitchFamily="2" charset="-7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88004" y="2551109"/>
            <a:ext cx="13837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3600" dirty="0" smtClean="0">
                <a:solidFill>
                  <a:schemeClr val="accent2">
                    <a:lumMod val="75000"/>
                  </a:schemeClr>
                </a:solidFill>
                <a:cs typeface="B Jalal" panose="00000400000000000000" pitchFamily="2" charset="-78"/>
              </a:rPr>
              <a:t>نرم افزار</a:t>
            </a:r>
            <a:endParaRPr lang="en-US" sz="3600" dirty="0">
              <a:solidFill>
                <a:schemeClr val="accent2">
                  <a:lumMod val="75000"/>
                </a:schemeClr>
              </a:solidFill>
              <a:cs typeface="B Jalal" panose="00000400000000000000" pitchFamily="2" charset="-7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0292" y="5151457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a-IR" sz="3600" dirty="0" smtClean="0">
                <a:solidFill>
                  <a:schemeClr val="accent2">
                    <a:lumMod val="75000"/>
                  </a:schemeClr>
                </a:solidFill>
                <a:cs typeface="B Jalal" panose="00000400000000000000" pitchFamily="2" charset="-78"/>
              </a:rPr>
              <a:t>کاربرد عمومی</a:t>
            </a:r>
            <a:endParaRPr lang="en-US" sz="3600" dirty="0">
              <a:solidFill>
                <a:schemeClr val="accent2">
                  <a:lumMod val="75000"/>
                </a:schemeClr>
              </a:solidFill>
              <a:cs typeface="B Jalal" panose="00000400000000000000" pitchFamily="2" charset="-7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0292" y="2551109"/>
            <a:ext cx="1843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a-IR" sz="3600" dirty="0" smtClean="0">
                <a:solidFill>
                  <a:schemeClr val="accent2">
                    <a:lumMod val="75000"/>
                  </a:schemeClr>
                </a:solidFill>
                <a:cs typeface="B Jalal" panose="00000400000000000000" pitchFamily="2" charset="-78"/>
              </a:rPr>
              <a:t>سخت افزار</a:t>
            </a:r>
            <a:endParaRPr lang="en-US" sz="3600" dirty="0">
              <a:solidFill>
                <a:schemeClr val="accent2">
                  <a:lumMod val="75000"/>
                </a:schemeClr>
              </a:solidFill>
              <a:cs typeface="B Jalal" panose="00000400000000000000" pitchFamily="2" charset="-7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292" y="3398704"/>
            <a:ext cx="24817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a-IR" sz="3600" dirty="0" smtClean="0">
                <a:solidFill>
                  <a:schemeClr val="accent2">
                    <a:lumMod val="75000"/>
                  </a:schemeClr>
                </a:solidFill>
                <a:cs typeface="B Jalal" panose="00000400000000000000" pitchFamily="2" charset="-78"/>
              </a:rPr>
              <a:t>معماری متمرکز</a:t>
            </a:r>
            <a:endParaRPr lang="en-US" sz="3600" dirty="0">
              <a:solidFill>
                <a:schemeClr val="accent2">
                  <a:lumMod val="75000"/>
                </a:schemeClr>
              </a:solidFill>
              <a:cs typeface="B Jalal" panose="00000400000000000000" pitchFamily="2" charset="-7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0292" y="4245276"/>
            <a:ext cx="14702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3600" dirty="0" smtClean="0">
                <a:solidFill>
                  <a:schemeClr val="accent2">
                    <a:lumMod val="75000"/>
                  </a:schemeClr>
                </a:solidFill>
                <a:cs typeface="B Jalal" panose="00000400000000000000" pitchFamily="2" charset="-78"/>
              </a:rPr>
              <a:t>محصول</a:t>
            </a:r>
            <a:endParaRPr lang="en-US" sz="3600" dirty="0">
              <a:solidFill>
                <a:schemeClr val="accent2">
                  <a:lumMod val="75000"/>
                </a:schemeClr>
              </a:solidFill>
              <a:cs typeface="B Jalal" panose="00000400000000000000" pitchFamily="2" charset="-7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31385" y="3398703"/>
            <a:ext cx="2140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3600" dirty="0" smtClean="0">
                <a:solidFill>
                  <a:schemeClr val="accent2">
                    <a:lumMod val="75000"/>
                  </a:schemeClr>
                </a:solidFill>
                <a:cs typeface="B Jalal" panose="00000400000000000000" pitchFamily="2" charset="-78"/>
              </a:rPr>
              <a:t>معماری ابری</a:t>
            </a:r>
            <a:endParaRPr lang="en-US" sz="3600" dirty="0">
              <a:solidFill>
                <a:schemeClr val="accent2">
                  <a:lumMod val="75000"/>
                </a:schemeClr>
              </a:solidFill>
              <a:cs typeface="B Jalal" panose="00000400000000000000" pitchFamily="2" charset="-7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04033" y="4245275"/>
            <a:ext cx="1367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3600" dirty="0" smtClean="0">
                <a:solidFill>
                  <a:schemeClr val="accent2">
                    <a:lumMod val="75000"/>
                  </a:schemeClr>
                </a:solidFill>
                <a:cs typeface="B Jalal" panose="00000400000000000000" pitchFamily="2" charset="-78"/>
              </a:rPr>
              <a:t>سرویس</a:t>
            </a:r>
            <a:endParaRPr lang="en-US" sz="3600" dirty="0">
              <a:solidFill>
                <a:schemeClr val="accent2">
                  <a:lumMod val="75000"/>
                </a:schemeClr>
              </a:solidFill>
              <a:cs typeface="B Jalal" panose="00000400000000000000" pitchFamily="2" charset="-78"/>
            </a:endParaRPr>
          </a:p>
        </p:txBody>
      </p:sp>
      <p:sp>
        <p:nvSpPr>
          <p:cNvPr id="3" name="Striped Right Arrow 2"/>
          <p:cNvSpPr/>
          <p:nvPr/>
        </p:nvSpPr>
        <p:spPr>
          <a:xfrm>
            <a:off x="3884970" y="2448388"/>
            <a:ext cx="2155179" cy="3414523"/>
          </a:xfrm>
          <a:prstGeom prst="striped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4800" dirty="0" smtClean="0">
                <a:solidFill>
                  <a:schemeClr val="bg1"/>
                </a:solidFill>
              </a:rPr>
              <a:t>سیر زمان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3093" y="5151457"/>
            <a:ext cx="434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a-IR" sz="3600" b="1" dirty="0" smtClean="0">
                <a:solidFill>
                  <a:srgbClr val="00B050"/>
                </a:solidFill>
                <a:cs typeface="B Jalal" panose="00000400000000000000" pitchFamily="2" charset="-78"/>
              </a:rPr>
              <a:t>4</a:t>
            </a:r>
            <a:endParaRPr lang="en-US" sz="3600" b="1" dirty="0">
              <a:solidFill>
                <a:srgbClr val="00B050"/>
              </a:solidFill>
              <a:cs typeface="B Jalal" panose="00000400000000000000" pitchFamily="2" charset="-78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3093" y="2551109"/>
            <a:ext cx="434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a-IR" sz="3600" b="1" dirty="0" smtClean="0">
                <a:solidFill>
                  <a:srgbClr val="00B050"/>
                </a:solidFill>
                <a:cs typeface="B Jalal" panose="00000400000000000000" pitchFamily="2" charset="-78"/>
              </a:rPr>
              <a:t>1</a:t>
            </a:r>
            <a:endParaRPr lang="en-US" sz="3600" b="1" dirty="0">
              <a:solidFill>
                <a:srgbClr val="00B050"/>
              </a:solidFill>
              <a:cs typeface="B Jalal" panose="00000400000000000000" pitchFamily="2" charset="-7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3093" y="3398704"/>
            <a:ext cx="434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a-IR" sz="3600" b="1" dirty="0" smtClean="0">
                <a:solidFill>
                  <a:srgbClr val="00B050"/>
                </a:solidFill>
                <a:cs typeface="B Jalal" panose="00000400000000000000" pitchFamily="2" charset="-78"/>
              </a:rPr>
              <a:t>2</a:t>
            </a:r>
            <a:endParaRPr lang="en-US" sz="3600" b="1" dirty="0">
              <a:solidFill>
                <a:srgbClr val="00B050"/>
              </a:solidFill>
              <a:cs typeface="B Jalal" panose="00000400000000000000" pitchFamily="2" charset="-7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3093" y="4245276"/>
            <a:ext cx="434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a-IR" sz="3600" b="1" dirty="0" smtClean="0">
                <a:solidFill>
                  <a:srgbClr val="00B050"/>
                </a:solidFill>
                <a:cs typeface="B Jalal" panose="00000400000000000000" pitchFamily="2" charset="-78"/>
              </a:rPr>
              <a:t>3</a:t>
            </a:r>
            <a:endParaRPr lang="en-US" sz="3600" b="1" dirty="0">
              <a:solidFill>
                <a:srgbClr val="00B050"/>
              </a:solidFill>
              <a:cs typeface="B Jalal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07889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از سخت افزار تا نرم افزار</a:t>
            </a:r>
            <a:endParaRPr lang="en-US" dirty="0">
              <a:cs typeface="B Jalal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56555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ویدئوکنفرنس از دیروز تا امروز</a:t>
            </a:r>
            <a:endParaRPr lang="en-US" dirty="0">
              <a:cs typeface="B Jalal" panose="00000400000000000000" pitchFamily="2" charset="-78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120" y="2578391"/>
            <a:ext cx="8715375" cy="3190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0217" y="5581008"/>
            <a:ext cx="1843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3600" dirty="0" smtClean="0">
                <a:solidFill>
                  <a:schemeClr val="accent2">
                    <a:lumMod val="75000"/>
                  </a:schemeClr>
                </a:solidFill>
                <a:cs typeface="B Jalal" panose="00000400000000000000" pitchFamily="2" charset="-78"/>
              </a:rPr>
              <a:t>سخت افزار</a:t>
            </a:r>
            <a:endParaRPr lang="en-US" sz="3600" dirty="0">
              <a:solidFill>
                <a:schemeClr val="accent2">
                  <a:lumMod val="75000"/>
                </a:schemeClr>
              </a:solidFill>
              <a:cs typeface="B Jalal" panose="00000400000000000000" pitchFamily="2" charset="-7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69092" y="5543219"/>
            <a:ext cx="13837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3600" dirty="0" smtClean="0">
                <a:solidFill>
                  <a:schemeClr val="accent2">
                    <a:lumMod val="75000"/>
                  </a:schemeClr>
                </a:solidFill>
                <a:cs typeface="B Jalal" panose="00000400000000000000" pitchFamily="2" charset="-78"/>
              </a:rPr>
              <a:t>نرم افزار</a:t>
            </a:r>
            <a:endParaRPr lang="en-US" sz="3600" dirty="0">
              <a:solidFill>
                <a:schemeClr val="accent2">
                  <a:lumMod val="75000"/>
                </a:schemeClr>
              </a:solidFill>
              <a:cs typeface="B Jalal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153174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5400" dirty="0" smtClean="0">
                <a:cs typeface="B Jalal" panose="00000400000000000000" pitchFamily="2" charset="-78"/>
              </a:rPr>
              <a:t>از معماری متمرکز تا معماری ابری</a:t>
            </a:r>
            <a:endParaRPr lang="en-US" sz="5400" dirty="0">
              <a:cs typeface="B Jalal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20373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ساختار معماری متمرکز (گذشته)</a:t>
            </a:r>
            <a:endParaRPr lang="en-US" dirty="0">
              <a:cs typeface="B Jalal" panose="00000400000000000000" pitchFamily="2" charset="-78"/>
            </a:endParaRPr>
          </a:p>
        </p:txBody>
      </p:sp>
      <p:pic>
        <p:nvPicPr>
          <p:cNvPr id="2052" name="Picture 4" descr="http://www.designintegration.co.uk/assets/uploads/Images/technologies/cisco/1-Cisco%20MCU4501%20Application%20Diagram-sized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26" t="3089" r="15743" b="9991"/>
          <a:stretch/>
        </p:blipFill>
        <p:spPr bwMode="auto">
          <a:xfrm>
            <a:off x="990696" y="2573363"/>
            <a:ext cx="4311571" cy="3941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221392" y="2967170"/>
            <a:ext cx="231024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1- Encoding (terminal)</a:t>
            </a:r>
          </a:p>
          <a:p>
            <a:endParaRPr lang="en-US" dirty="0" smtClean="0"/>
          </a:p>
          <a:p>
            <a:r>
              <a:rPr lang="en-US" dirty="0" smtClean="0"/>
              <a:t>2- Decoding (MCU)</a:t>
            </a:r>
          </a:p>
          <a:p>
            <a:endParaRPr lang="en-US" dirty="0" smtClean="0"/>
          </a:p>
          <a:p>
            <a:r>
              <a:rPr lang="en-US" dirty="0" smtClean="0"/>
              <a:t>3- Composing (MCU)</a:t>
            </a:r>
          </a:p>
          <a:p>
            <a:endParaRPr lang="en-US" dirty="0" smtClean="0"/>
          </a:p>
          <a:p>
            <a:r>
              <a:rPr lang="en-US" dirty="0" smtClean="0"/>
              <a:t>4- Encoding (MCU)</a:t>
            </a:r>
          </a:p>
          <a:p>
            <a:endParaRPr lang="en-US" dirty="0" smtClean="0"/>
          </a:p>
          <a:p>
            <a:r>
              <a:rPr lang="en-US" dirty="0" smtClean="0"/>
              <a:t>5- Decoding (Terminal)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219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ساختار معماری ابری (امروز)</a:t>
            </a:r>
            <a:endParaRPr lang="en-US" dirty="0">
              <a:cs typeface="B Jalal" panose="00000400000000000000" pitchFamily="2" charset="-7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79885" y="3439610"/>
            <a:ext cx="23102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1- Encoding (terminal)</a:t>
            </a:r>
          </a:p>
          <a:p>
            <a:endParaRPr lang="en-US" dirty="0" smtClean="0"/>
          </a:p>
          <a:p>
            <a:r>
              <a:rPr lang="en-US" dirty="0" smtClean="0"/>
              <a:t>5- Decoding (Terminal)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46" y="3101372"/>
            <a:ext cx="5518150" cy="27546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21677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ساختار معماری ابری (امروز)</a:t>
            </a:r>
            <a:endParaRPr lang="en-US" dirty="0">
              <a:cs typeface="B Jalal" panose="00000400000000000000" pitchFamily="2" charset="-78"/>
            </a:endParaRPr>
          </a:p>
        </p:txBody>
      </p:sp>
      <p:pic>
        <p:nvPicPr>
          <p:cNvPr id="4" name="Picture 3" descr="16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4277052"/>
            <a:ext cx="2971800" cy="1850930"/>
          </a:xfrm>
          <a:prstGeom prst="rect">
            <a:avLst/>
          </a:prstGeom>
        </p:spPr>
      </p:pic>
      <p:pic>
        <p:nvPicPr>
          <p:cNvPr id="5" name="Picture 4" descr="16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4111" y="4277052"/>
            <a:ext cx="3013973" cy="185093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 bwMode="auto">
          <a:xfrm>
            <a:off x="2995025" y="4606700"/>
            <a:ext cx="2849150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138AE4"/>
            </a:solidFill>
            <a:prstDash val="solid"/>
            <a:round/>
            <a:headEnd type="triangle" w="lg" len="med"/>
            <a:tailEnd type="triangle" w="lg" len="med"/>
          </a:ln>
          <a:effectLst/>
        </p:spPr>
      </p:cxnSp>
      <p:grpSp>
        <p:nvGrpSpPr>
          <p:cNvPr id="7" name="Group 6"/>
          <p:cNvGrpSpPr/>
          <p:nvPr/>
        </p:nvGrpSpPr>
        <p:grpSpPr>
          <a:xfrm>
            <a:off x="2361547" y="4349130"/>
            <a:ext cx="819100" cy="793077"/>
            <a:chOff x="1855885" y="3048000"/>
            <a:chExt cx="1414269" cy="1369338"/>
          </a:xfrm>
        </p:grpSpPr>
        <p:pic>
          <p:nvPicPr>
            <p:cNvPr id="8" name="Picture 3" descr="vidyo-router-color.png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9800" y="3048000"/>
              <a:ext cx="706438" cy="650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TextBox 8"/>
            <p:cNvSpPr txBox="1"/>
            <p:nvPr/>
          </p:nvSpPr>
          <p:spPr>
            <a:xfrm>
              <a:off x="1855885" y="3699933"/>
              <a:ext cx="1414269" cy="717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1050" dirty="0" smtClean="0">
                  <a:solidFill>
                    <a:srgbClr val="5F5F5F"/>
                  </a:solidFill>
                  <a:latin typeface="Tahoma"/>
                  <a:cs typeface="Tahoma"/>
                </a:rPr>
                <a:t>مسیریاب تصویری</a:t>
              </a:r>
              <a:endParaRPr lang="en-US" sz="1050" dirty="0" smtClean="0">
                <a:solidFill>
                  <a:srgbClr val="5F5F5F"/>
                </a:solidFill>
                <a:latin typeface="Tahoma"/>
                <a:cs typeface="Tahoma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657600" y="1836420"/>
            <a:ext cx="1524000" cy="992832"/>
            <a:chOff x="3835401" y="2817168"/>
            <a:chExt cx="1524000" cy="992832"/>
          </a:xfrm>
        </p:grpSpPr>
        <p:pic>
          <p:nvPicPr>
            <p:cNvPr id="11" name="Picture 7" descr="vidyo-portal-color.png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1570" y="2971800"/>
              <a:ext cx="1306230" cy="838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TextBox 11"/>
            <p:cNvSpPr txBox="1"/>
            <p:nvPr/>
          </p:nvSpPr>
          <p:spPr>
            <a:xfrm>
              <a:off x="3835401" y="2817168"/>
              <a:ext cx="15240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1050" b="1" dirty="0" smtClean="0">
                  <a:solidFill>
                    <a:srgbClr val="5F5F5F"/>
                  </a:solidFill>
                  <a:latin typeface="Tahoma"/>
                  <a:cs typeface="Tahoma"/>
                </a:rPr>
                <a:t>مسیریاب تصویری</a:t>
              </a:r>
              <a:endParaRPr lang="en-US" sz="1050" b="1" dirty="0" smtClean="0">
                <a:solidFill>
                  <a:srgbClr val="5F5F5F"/>
                </a:solidFill>
                <a:latin typeface="Tahoma"/>
                <a:cs typeface="Tahoma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648350" y="4349130"/>
            <a:ext cx="819100" cy="793077"/>
            <a:chOff x="1855885" y="3048000"/>
            <a:chExt cx="1414269" cy="1369338"/>
          </a:xfrm>
        </p:grpSpPr>
        <p:pic>
          <p:nvPicPr>
            <p:cNvPr id="14" name="Picture 3" descr="vidyo-router-color.png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9800" y="3048000"/>
              <a:ext cx="706438" cy="650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TextBox 14"/>
            <p:cNvSpPr txBox="1"/>
            <p:nvPr/>
          </p:nvSpPr>
          <p:spPr>
            <a:xfrm>
              <a:off x="1855885" y="3699933"/>
              <a:ext cx="1414269" cy="717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1050" dirty="0" smtClean="0">
                  <a:solidFill>
                    <a:srgbClr val="5F5F5F"/>
                  </a:solidFill>
                  <a:latin typeface="Tahoma"/>
                  <a:cs typeface="Tahoma"/>
                </a:rPr>
                <a:t>مسیریاب تصویری</a:t>
              </a:r>
              <a:endParaRPr lang="en-US" sz="1050" dirty="0" smtClean="0">
                <a:solidFill>
                  <a:srgbClr val="5F5F5F"/>
                </a:solidFill>
                <a:latin typeface="Tahoma"/>
                <a:cs typeface="Tahoma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2133600" y="5747820"/>
            <a:ext cx="1500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1400" dirty="0" smtClean="0">
                <a:solidFill>
                  <a:srgbClr val="5F5F5F"/>
                </a:solidFill>
                <a:latin typeface="Tahoma"/>
                <a:cs typeface="Tahoma"/>
              </a:rPr>
              <a:t>دفتر مرکزی شیراز</a:t>
            </a:r>
            <a:endParaRPr lang="en-US" sz="1400" dirty="0" smtClean="0">
              <a:solidFill>
                <a:srgbClr val="5F5F5F"/>
              </a:solidFill>
              <a:latin typeface="Tahoma"/>
              <a:cs typeface="Tahom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17938" y="5804970"/>
            <a:ext cx="1463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1400" dirty="0" smtClean="0">
                <a:solidFill>
                  <a:srgbClr val="5F5F5F"/>
                </a:solidFill>
                <a:latin typeface="Tahoma"/>
                <a:cs typeface="Tahoma"/>
              </a:rPr>
              <a:t>دفتر مرکزی تهران</a:t>
            </a:r>
            <a:endParaRPr lang="en-US" sz="1400" dirty="0" smtClean="0">
              <a:solidFill>
                <a:srgbClr val="5F5F5F"/>
              </a:solidFill>
              <a:latin typeface="Tahoma"/>
              <a:cs typeface="Tahom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1328" y="3860517"/>
            <a:ext cx="13019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1400" dirty="0" smtClean="0">
                <a:solidFill>
                  <a:srgbClr val="5F5F5F"/>
                </a:solidFill>
                <a:latin typeface="Tahoma"/>
                <a:cs typeface="Tahoma"/>
              </a:rPr>
              <a:t>دفتر محلی الف</a:t>
            </a:r>
            <a:endParaRPr lang="en-US" sz="1400" dirty="0" smtClean="0">
              <a:solidFill>
                <a:srgbClr val="5F5F5F"/>
              </a:solidFill>
              <a:latin typeface="Tahoma"/>
              <a:cs typeface="Tahoma"/>
            </a:endParaRPr>
          </a:p>
        </p:txBody>
      </p:sp>
      <p:cxnSp>
        <p:nvCxnSpPr>
          <p:cNvPr id="19" name="Straight Arrow Connector 18"/>
          <p:cNvCxnSpPr/>
          <p:nvPr/>
        </p:nvCxnSpPr>
        <p:spPr bwMode="auto">
          <a:xfrm flipV="1">
            <a:off x="2895600" y="2829252"/>
            <a:ext cx="1382484" cy="155369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138AE4"/>
            </a:solidFill>
            <a:prstDash val="sysDot"/>
            <a:round/>
            <a:headEnd type="triangle" w="lg" len="med"/>
            <a:tailEnd type="triangle" w="lg" len="med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flipH="1" flipV="1">
            <a:off x="4495801" y="2829252"/>
            <a:ext cx="1447799" cy="155369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138AE4"/>
            </a:solidFill>
            <a:prstDash val="sysDot"/>
            <a:round/>
            <a:headEnd type="triangle" w="lg" len="med"/>
            <a:tailEnd type="triangle" w="lg" len="med"/>
          </a:ln>
          <a:effectLst/>
        </p:spPr>
      </p:cxnSp>
      <p:cxnSp>
        <p:nvCxnSpPr>
          <p:cNvPr id="21" name="Straight Arrow Connector 20"/>
          <p:cNvCxnSpPr/>
          <p:nvPr/>
        </p:nvCxnSpPr>
        <p:spPr bwMode="auto">
          <a:xfrm flipV="1">
            <a:off x="1232361" y="2676852"/>
            <a:ext cx="2577639" cy="79335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138AE4"/>
            </a:solidFill>
            <a:prstDash val="sysDot"/>
            <a:round/>
            <a:headEnd type="triangle" w="lg" len="med"/>
            <a:tailEnd type="triangle" w="lg" len="med"/>
          </a:ln>
          <a:effectLst/>
        </p:spPr>
      </p:cxnSp>
      <p:pic>
        <p:nvPicPr>
          <p:cNvPr id="22" name="Picture 2" descr="http://www.opensecurityarchitecture.org/cms/images/OSA_images/icon_library/osa_site-head-office.png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43000" y="5208788"/>
            <a:ext cx="894831" cy="89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http://www.opensecurityarchitecture.org/cms/images/OSA_images/icon_library/osa_site-head-office.png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25169" y="5284988"/>
            <a:ext cx="894831" cy="89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http://www.opensecurityarchitecture.org/cms/images/OSA_images/icon_library/osa_site-branch.png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6561" y="3328605"/>
            <a:ext cx="685800" cy="6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 descr="http://www.opensecurityarchitecture.org/cms/images/OSA_images/icon_library/osa_site-branch.png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54241" y="3284962"/>
            <a:ext cx="685800" cy="6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Straight Arrow Connector 25"/>
          <p:cNvCxnSpPr/>
          <p:nvPr/>
        </p:nvCxnSpPr>
        <p:spPr bwMode="auto">
          <a:xfrm>
            <a:off x="5079999" y="2600652"/>
            <a:ext cx="2874242" cy="86318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138AE4"/>
            </a:solidFill>
            <a:prstDash val="sysDot"/>
            <a:round/>
            <a:headEnd type="triangle" w="lg" len="med"/>
            <a:tailEnd type="triangle" w="lg" len="med"/>
          </a:ln>
          <a:effectLst/>
        </p:spPr>
      </p:cxnSp>
      <p:cxnSp>
        <p:nvCxnSpPr>
          <p:cNvPr id="27" name="Straight Arrow Connector 26"/>
          <p:cNvCxnSpPr/>
          <p:nvPr/>
        </p:nvCxnSpPr>
        <p:spPr bwMode="auto">
          <a:xfrm flipV="1">
            <a:off x="1979459" y="5103335"/>
            <a:ext cx="587064" cy="44741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138AE4"/>
            </a:solidFill>
            <a:prstDash val="solid"/>
            <a:round/>
            <a:headEnd type="triangle" w="lg" len="med"/>
            <a:tailEnd type="triangle" w="lg" len="med"/>
          </a:ln>
          <a:effectLst/>
        </p:spPr>
      </p:cxnSp>
      <p:cxnSp>
        <p:nvCxnSpPr>
          <p:cNvPr id="28" name="Straight Arrow Connector 27"/>
          <p:cNvCxnSpPr/>
          <p:nvPr/>
        </p:nvCxnSpPr>
        <p:spPr bwMode="auto">
          <a:xfrm flipV="1">
            <a:off x="2209800" y="5126128"/>
            <a:ext cx="457200" cy="63268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138AE4"/>
            </a:solidFill>
            <a:prstDash val="solid"/>
            <a:round/>
            <a:headEnd type="triangle" w="lg" len="med"/>
            <a:tailEnd type="triangle" w="lg" len="med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 flipV="1">
            <a:off x="2566523" y="5126129"/>
            <a:ext cx="204573" cy="64903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138AE4"/>
            </a:solidFill>
            <a:prstDash val="solid"/>
            <a:round/>
            <a:headEnd type="triangle" w="lg" len="med"/>
            <a:tailEnd type="triangle" w="lg" len="med"/>
          </a:ln>
          <a:effectLst/>
        </p:spPr>
      </p:cxnSp>
      <p:cxnSp>
        <p:nvCxnSpPr>
          <p:cNvPr id="30" name="Straight Arrow Connector 29"/>
          <p:cNvCxnSpPr/>
          <p:nvPr/>
        </p:nvCxnSpPr>
        <p:spPr bwMode="auto">
          <a:xfrm flipH="1" flipV="1">
            <a:off x="2872375" y="5126128"/>
            <a:ext cx="175626" cy="63372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138AE4"/>
            </a:solidFill>
            <a:prstDash val="solid"/>
            <a:round/>
            <a:headEnd type="triangle" w="lg" len="med"/>
            <a:tailEnd type="triangle" w="lg" len="med"/>
          </a:ln>
          <a:effectLst/>
        </p:spPr>
      </p:cxnSp>
      <p:cxnSp>
        <p:nvCxnSpPr>
          <p:cNvPr id="31" name="Straight Arrow Connector 30"/>
          <p:cNvCxnSpPr/>
          <p:nvPr/>
        </p:nvCxnSpPr>
        <p:spPr bwMode="auto">
          <a:xfrm flipH="1" flipV="1">
            <a:off x="3124200" y="5103336"/>
            <a:ext cx="462642" cy="48530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138AE4"/>
            </a:solidFill>
            <a:prstDash val="solid"/>
            <a:round/>
            <a:headEnd type="triangle" w="lg" len="med"/>
            <a:tailEnd type="triangle" w="lg" len="med"/>
          </a:ln>
          <a:effectLst/>
        </p:spPr>
      </p:cxnSp>
      <p:cxnSp>
        <p:nvCxnSpPr>
          <p:cNvPr id="32" name="Straight Arrow Connector 31"/>
          <p:cNvCxnSpPr/>
          <p:nvPr/>
        </p:nvCxnSpPr>
        <p:spPr bwMode="auto">
          <a:xfrm flipH="1" flipV="1">
            <a:off x="2995025" y="5126128"/>
            <a:ext cx="343656" cy="55570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138AE4"/>
            </a:solidFill>
            <a:prstDash val="solid"/>
            <a:round/>
            <a:headEnd type="triangle" w="lg" len="med"/>
            <a:tailEnd type="triangle" w="lg" len="med"/>
          </a:ln>
          <a:effectLst/>
        </p:spPr>
      </p:cxnSp>
      <p:cxnSp>
        <p:nvCxnSpPr>
          <p:cNvPr id="33" name="Straight Arrow Connector 32"/>
          <p:cNvCxnSpPr/>
          <p:nvPr/>
        </p:nvCxnSpPr>
        <p:spPr bwMode="auto">
          <a:xfrm flipV="1">
            <a:off x="5157898" y="5188150"/>
            <a:ext cx="587064" cy="44741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138AE4"/>
            </a:solidFill>
            <a:prstDash val="solid"/>
            <a:round/>
            <a:headEnd type="triangle" w="lg" len="med"/>
            <a:tailEnd type="triangle" w="lg" len="med"/>
          </a:ln>
          <a:effectLst/>
        </p:spPr>
      </p:cxnSp>
      <p:cxnSp>
        <p:nvCxnSpPr>
          <p:cNvPr id="34" name="Straight Arrow Connector 33"/>
          <p:cNvCxnSpPr/>
          <p:nvPr/>
        </p:nvCxnSpPr>
        <p:spPr bwMode="auto">
          <a:xfrm flipV="1">
            <a:off x="5388239" y="5210943"/>
            <a:ext cx="457200" cy="63268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138AE4"/>
            </a:solidFill>
            <a:prstDash val="solid"/>
            <a:round/>
            <a:headEnd type="triangle" w="lg" len="med"/>
            <a:tailEnd type="triangle" w="lg" len="med"/>
          </a:ln>
          <a:effectLst/>
        </p:spPr>
      </p:cxnSp>
      <p:cxnSp>
        <p:nvCxnSpPr>
          <p:cNvPr id="35" name="Straight Arrow Connector 34"/>
          <p:cNvCxnSpPr/>
          <p:nvPr/>
        </p:nvCxnSpPr>
        <p:spPr bwMode="auto">
          <a:xfrm flipV="1">
            <a:off x="5744962" y="5210944"/>
            <a:ext cx="204573" cy="64903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138AE4"/>
            </a:solidFill>
            <a:prstDash val="solid"/>
            <a:round/>
            <a:headEnd type="triangle" w="lg" len="med"/>
            <a:tailEnd type="triangle" w="lg" len="med"/>
          </a:ln>
          <a:effectLst/>
        </p:spPr>
      </p:cxnSp>
      <p:cxnSp>
        <p:nvCxnSpPr>
          <p:cNvPr id="36" name="Straight Arrow Connector 35"/>
          <p:cNvCxnSpPr/>
          <p:nvPr/>
        </p:nvCxnSpPr>
        <p:spPr bwMode="auto">
          <a:xfrm flipH="1" flipV="1">
            <a:off x="6050814" y="5210943"/>
            <a:ext cx="175626" cy="63372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138AE4"/>
            </a:solidFill>
            <a:prstDash val="solid"/>
            <a:round/>
            <a:headEnd type="triangle" w="lg" len="med"/>
            <a:tailEnd type="triangle" w="lg" len="med"/>
          </a:ln>
          <a:effectLst/>
        </p:spPr>
      </p:cxnSp>
      <p:cxnSp>
        <p:nvCxnSpPr>
          <p:cNvPr id="37" name="Straight Arrow Connector 36"/>
          <p:cNvCxnSpPr/>
          <p:nvPr/>
        </p:nvCxnSpPr>
        <p:spPr bwMode="auto">
          <a:xfrm flipH="1" flipV="1">
            <a:off x="6302639" y="5188151"/>
            <a:ext cx="462642" cy="48530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138AE4"/>
            </a:solidFill>
            <a:prstDash val="solid"/>
            <a:round/>
            <a:headEnd type="triangle" w="lg" len="med"/>
            <a:tailEnd type="triangle" w="lg" len="med"/>
          </a:ln>
          <a:effectLst/>
        </p:spPr>
      </p:cxnSp>
      <p:cxnSp>
        <p:nvCxnSpPr>
          <p:cNvPr id="38" name="Straight Arrow Connector 37"/>
          <p:cNvCxnSpPr/>
          <p:nvPr/>
        </p:nvCxnSpPr>
        <p:spPr bwMode="auto">
          <a:xfrm flipH="1" flipV="1">
            <a:off x="6173464" y="5210943"/>
            <a:ext cx="343656" cy="55570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138AE4"/>
            </a:solidFill>
            <a:prstDash val="solid"/>
            <a:round/>
            <a:headEnd type="triangle" w="lg" len="med"/>
            <a:tailEnd type="triangle" w="lg" len="med"/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4122372" y="3162430"/>
            <a:ext cx="6222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1400" dirty="0" smtClean="0">
                <a:solidFill>
                  <a:srgbClr val="5F5F5F"/>
                </a:solidFill>
                <a:latin typeface="Tahoma"/>
                <a:cs typeface="Tahoma"/>
              </a:rPr>
              <a:t>شبکه</a:t>
            </a:r>
            <a:endParaRPr lang="en-US" sz="1400" dirty="0" smtClean="0">
              <a:solidFill>
                <a:srgbClr val="5F5F5F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5844874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از محصول تا سرویس</a:t>
            </a:r>
            <a:endParaRPr lang="en-US" dirty="0">
              <a:cs typeface="B Jalal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45629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bizoffice-cn.co.nz/wp-content/uploads/2016/08/Disadvantages-of-overlocking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22067" y="2394859"/>
            <a:ext cx="1729911" cy="1636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خرید محصول</a:t>
            </a:r>
            <a:endParaRPr lang="en-US" dirty="0">
              <a:cs typeface="B Jalal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525963"/>
          </a:xfrm>
        </p:spPr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هزینه های بالای خرید تجهیزات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زمان طولانی برای پیاده سازی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پیچیدگی راهکار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کیفیت پایین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عدم امکان توسعه به سایر سطوح سازمان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تغییر ناپذیری و ترکیب ناپذیری راهکار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عدم وجود پشتیبانی و </a:t>
            </a:r>
            <a:r>
              <a:rPr lang="en-US" dirty="0" smtClean="0">
                <a:cs typeface="B Jalal" panose="00000400000000000000" pitchFamily="2" charset="-78"/>
              </a:rPr>
              <a:t>SLA</a:t>
            </a:r>
            <a:r>
              <a:rPr lang="fa-IR" dirty="0" smtClean="0">
                <a:cs typeface="B Jalal" panose="00000400000000000000" pitchFamily="2" charset="-78"/>
              </a:rPr>
              <a:t> مناسب</a:t>
            </a:r>
          </a:p>
          <a:p>
            <a:pPr algn="r" rtl="1"/>
            <a:endParaRPr lang="en-US" dirty="0">
              <a:cs typeface="B Jalal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51684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هزینه پیاده سازی شبکه 40 نقطه ای ویدئوکنفرانس مبتنی بر </a:t>
            </a:r>
            <a:r>
              <a:rPr lang="en-US" dirty="0" smtClean="0">
                <a:cs typeface="B Jalal" panose="00000400000000000000" pitchFamily="2" charset="-78"/>
              </a:rPr>
              <a:t>MCU</a:t>
            </a:r>
            <a:endParaRPr lang="en-US" dirty="0">
              <a:cs typeface="B Jalal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74132"/>
            <a:ext cx="7886700" cy="4351338"/>
          </a:xfrm>
        </p:spPr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ترمینالهای ویدئوکنفرانس= 30 میلیون تومان × 40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هر پورت دستگاه </a:t>
            </a:r>
            <a:r>
              <a:rPr lang="en-US" dirty="0" smtClean="0">
                <a:cs typeface="B Jalal" panose="00000400000000000000" pitchFamily="2" charset="-78"/>
              </a:rPr>
              <a:t>MCU</a:t>
            </a:r>
            <a:r>
              <a:rPr lang="fa-IR" dirty="0">
                <a:cs typeface="B Jalal" panose="00000400000000000000" pitchFamily="2" charset="-78"/>
              </a:rPr>
              <a:t> </a:t>
            </a:r>
            <a:r>
              <a:rPr lang="fa-IR" dirty="0" smtClean="0">
                <a:cs typeface="B Jalal" panose="00000400000000000000" pitchFamily="2" charset="-78"/>
              </a:rPr>
              <a:t>= 15 میلیون تومان × 40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سایر تجهیزات برای 40 نقطه = 5 میلیون تومان × 40</a:t>
            </a:r>
          </a:p>
          <a:p>
            <a:pPr algn="r" rtl="1"/>
            <a:endParaRPr lang="fa-IR" dirty="0">
              <a:cs typeface="B Jalal" panose="00000400000000000000" pitchFamily="2" charset="-78"/>
            </a:endParaRPr>
          </a:p>
          <a:p>
            <a:pPr marL="0" indent="0" algn="ctr" rtl="1">
              <a:buNone/>
            </a:pPr>
            <a:r>
              <a:rPr lang="fa-IR" dirty="0" smtClean="0">
                <a:cs typeface="B Jalal" panose="00000400000000000000" pitchFamily="2" charset="-78"/>
              </a:rPr>
              <a:t>قیمت تمام شده برای 40 نقطه </a:t>
            </a:r>
            <a:r>
              <a:rPr lang="fa-IR" u="sng" dirty="0" smtClean="0">
                <a:cs typeface="B Jalal" panose="00000400000000000000" pitchFamily="2" charset="-78"/>
              </a:rPr>
              <a:t>(به غیر از پشتیبانی و نگهداری)</a:t>
            </a:r>
          </a:p>
          <a:p>
            <a:pPr marL="0" indent="0" algn="ctr" rtl="1">
              <a:buNone/>
            </a:pPr>
            <a:r>
              <a:rPr lang="en-US" sz="5400" b="1" dirty="0" smtClean="0">
                <a:cs typeface="B Jalal" panose="00000400000000000000" pitchFamily="2" charset="-78"/>
              </a:rPr>
              <a:t> </a:t>
            </a:r>
            <a:r>
              <a:rPr lang="fa-IR" sz="5400" b="1" dirty="0" smtClean="0">
                <a:cs typeface="B Jalal" panose="00000400000000000000" pitchFamily="2" charset="-78"/>
              </a:rPr>
              <a:t>حدود2 میلیارد تومان</a:t>
            </a:r>
            <a:endParaRPr lang="en-US" sz="5400" b="1" dirty="0">
              <a:cs typeface="B Jalal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50420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476" y="365126"/>
            <a:ext cx="8092874" cy="1325563"/>
          </a:xfrm>
        </p:spPr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	 استفاده از سرویس</a:t>
            </a:r>
            <a:endParaRPr lang="en-US" dirty="0">
              <a:cs typeface="B Jalal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01240"/>
            <a:ext cx="8229600" cy="4525963"/>
          </a:xfrm>
        </p:spPr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بدون ریسک مالی برای سرمایه گذاری ابتدایی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بدون فاصله از تصمیم تا اجرا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توجیه بالای هزینه/درآمد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امکان توسعه سریع و کم هزینه در سازمان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امکان </a:t>
            </a:r>
            <a:r>
              <a:rPr lang="fa-IR" dirty="0">
                <a:cs typeface="B Jalal" panose="00000400000000000000" pitchFamily="2" charset="-78"/>
              </a:rPr>
              <a:t>اجرای پایلوت قبل از تصمیم </a:t>
            </a:r>
            <a:r>
              <a:rPr lang="fa-IR" dirty="0" smtClean="0">
                <a:cs typeface="B Jalal" panose="00000400000000000000" pitchFamily="2" charset="-78"/>
              </a:rPr>
              <a:t>گیری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پشتیبانی و </a:t>
            </a:r>
            <a:r>
              <a:rPr lang="en-US" dirty="0" smtClean="0">
                <a:cs typeface="B Jalal" panose="00000400000000000000" pitchFamily="2" charset="-78"/>
              </a:rPr>
              <a:t>SLA</a:t>
            </a:r>
            <a:r>
              <a:rPr lang="fa-IR" dirty="0">
                <a:cs typeface="B Jalal" panose="00000400000000000000" pitchFamily="2" charset="-78"/>
              </a:rPr>
              <a:t> </a:t>
            </a:r>
            <a:r>
              <a:rPr lang="fa-IR" dirty="0" smtClean="0">
                <a:cs typeface="B Jalal" panose="00000400000000000000" pitchFamily="2" charset="-78"/>
              </a:rPr>
              <a:t>(قرارداد سطح سرویس)</a:t>
            </a:r>
            <a:endParaRPr lang="en-US" dirty="0">
              <a:cs typeface="B Jalal" panose="00000400000000000000" pitchFamily="2" charset="-78"/>
            </a:endParaRPr>
          </a:p>
        </p:txBody>
      </p:sp>
      <p:pic>
        <p:nvPicPr>
          <p:cNvPr id="12294" name="Picture 6" descr="https://cdn1.yourhandsucks.com/wp-content/uploads/2014/05/Poker-Training-Software-Advantages-And-Disadvantages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2" t="14239" r="52600" b="31118"/>
          <a:stretch/>
        </p:blipFill>
        <p:spPr bwMode="auto">
          <a:xfrm>
            <a:off x="520860" y="2662949"/>
            <a:ext cx="1650840" cy="1561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5345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5400" dirty="0" smtClean="0">
                <a:cs typeface="B Jalal" panose="00000400000000000000" pitchFamily="2" charset="-78"/>
              </a:rPr>
              <a:t>از کاربردهای عمومی تا تخصصی</a:t>
            </a:r>
            <a:endParaRPr lang="en-US" sz="5400" dirty="0">
              <a:cs typeface="B Jalal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815068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eft-Right Arrow 4"/>
          <p:cNvSpPr/>
          <p:nvPr/>
        </p:nvSpPr>
        <p:spPr>
          <a:xfrm>
            <a:off x="1271391" y="2079321"/>
            <a:ext cx="7089731" cy="3588706"/>
          </a:xfrm>
          <a:prstGeom prst="leftRightArrow">
            <a:avLst/>
          </a:prstGeom>
          <a:solidFill>
            <a:srgbClr val="009999">
              <a:alpha val="25098"/>
            </a:srgb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97362" y="60326"/>
            <a:ext cx="8092874" cy="1325563"/>
          </a:xfrm>
        </p:spPr>
        <p:txBody>
          <a:bodyPr>
            <a:normAutofit/>
          </a:bodyPr>
          <a:lstStyle/>
          <a:p>
            <a:pPr algn="r" rtl="1"/>
            <a:r>
              <a:rPr lang="fa-IR" sz="3200" dirty="0" smtClean="0">
                <a:cs typeface="B Jalal" panose="00000400000000000000" pitchFamily="2" charset="-78"/>
              </a:rPr>
              <a:t>کاربردهای ویدئوکنفرانس مبتنی بر کسب وکار</a:t>
            </a:r>
            <a:endParaRPr lang="en-US" sz="3200" dirty="0">
              <a:cs typeface="B Jalal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9276" y="1825625"/>
            <a:ext cx="2246073" cy="4351338"/>
          </a:xfrm>
        </p:spPr>
        <p:txBody>
          <a:bodyPr>
            <a:normAutofit fontScale="92500" lnSpcReduction="20000"/>
          </a:bodyPr>
          <a:lstStyle/>
          <a:p>
            <a:pPr algn="r" rtl="1"/>
            <a:r>
              <a:rPr lang="fa-IR" b="1" dirty="0" smtClean="0">
                <a:cs typeface="B Jalal" panose="00000400000000000000" pitchFamily="2" charset="-78"/>
              </a:rPr>
              <a:t>دولت</a:t>
            </a:r>
          </a:p>
          <a:p>
            <a:pPr algn="r" rtl="1"/>
            <a:endParaRPr lang="fa-IR" b="1" dirty="0" smtClean="0">
              <a:cs typeface="B Jalal" panose="00000400000000000000" pitchFamily="2" charset="-78"/>
            </a:endParaRPr>
          </a:p>
          <a:p>
            <a:pPr algn="r" rtl="1"/>
            <a:r>
              <a:rPr lang="fa-IR" b="1" dirty="0" smtClean="0">
                <a:cs typeface="B Jalal" panose="00000400000000000000" pitchFamily="2" charset="-78"/>
              </a:rPr>
              <a:t>بانکداری</a:t>
            </a:r>
          </a:p>
          <a:p>
            <a:pPr algn="r" rtl="1"/>
            <a:endParaRPr lang="fa-IR" b="1" dirty="0" smtClean="0">
              <a:cs typeface="B Jalal" panose="00000400000000000000" pitchFamily="2" charset="-78"/>
            </a:endParaRPr>
          </a:p>
          <a:p>
            <a:pPr algn="r" rtl="1"/>
            <a:r>
              <a:rPr lang="fa-IR" b="1" dirty="0" smtClean="0">
                <a:cs typeface="B Jalal" panose="00000400000000000000" pitchFamily="2" charset="-78"/>
              </a:rPr>
              <a:t>پزشکی</a:t>
            </a:r>
          </a:p>
          <a:p>
            <a:pPr algn="r" rtl="1"/>
            <a:endParaRPr lang="fa-IR" b="1" dirty="0" smtClean="0">
              <a:cs typeface="B Jalal" panose="00000400000000000000" pitchFamily="2" charset="-78"/>
            </a:endParaRPr>
          </a:p>
          <a:p>
            <a:pPr algn="r" rtl="1"/>
            <a:r>
              <a:rPr lang="fa-IR" b="1" dirty="0" smtClean="0">
                <a:cs typeface="B Jalal" panose="00000400000000000000" pitchFamily="2" charset="-78"/>
              </a:rPr>
              <a:t>آموزش</a:t>
            </a:r>
          </a:p>
          <a:p>
            <a:pPr algn="r" rtl="1"/>
            <a:endParaRPr lang="fa-IR" b="1" dirty="0" smtClean="0">
              <a:cs typeface="B Jalal" panose="00000400000000000000" pitchFamily="2" charset="-78"/>
            </a:endParaRPr>
          </a:p>
          <a:p>
            <a:pPr algn="r" rtl="1"/>
            <a:r>
              <a:rPr lang="fa-IR" b="1" dirty="0" smtClean="0">
                <a:cs typeface="B Jalal" panose="00000400000000000000" pitchFamily="2" charset="-78"/>
              </a:rPr>
              <a:t>نفت و گاز</a:t>
            </a:r>
          </a:p>
          <a:p>
            <a:pPr marL="0" indent="0" algn="r" rtl="1">
              <a:buNone/>
            </a:pPr>
            <a:endParaRPr lang="fa-IR" b="1" dirty="0" smtClean="0">
              <a:cs typeface="B Jalal" panose="00000400000000000000" pitchFamily="2" charset="-78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34207" y="1825625"/>
            <a:ext cx="32815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b="1" dirty="0" smtClean="0">
                <a:cs typeface="B Jalal" panose="00000400000000000000" pitchFamily="2" charset="-78"/>
              </a:rPr>
              <a:t>جلسات مجازی</a:t>
            </a:r>
          </a:p>
          <a:p>
            <a:pPr algn="r" rtl="1"/>
            <a:endParaRPr lang="fa-IR" b="1" dirty="0" smtClean="0">
              <a:cs typeface="B Jalal" panose="00000400000000000000" pitchFamily="2" charset="-78"/>
            </a:endParaRPr>
          </a:p>
          <a:p>
            <a:pPr algn="r" rtl="1"/>
            <a:r>
              <a:rPr lang="fa-IR" b="1" dirty="0" smtClean="0">
                <a:cs typeface="B Jalal" panose="00000400000000000000" pitchFamily="2" charset="-78"/>
              </a:rPr>
              <a:t>تماس تصویری داخلی</a:t>
            </a:r>
          </a:p>
          <a:p>
            <a:pPr algn="r" rtl="1"/>
            <a:endParaRPr lang="fa-IR" b="1" dirty="0" smtClean="0">
              <a:cs typeface="B Jalal" panose="00000400000000000000" pitchFamily="2" charset="-78"/>
            </a:endParaRPr>
          </a:p>
          <a:p>
            <a:pPr algn="r" rtl="1"/>
            <a:r>
              <a:rPr lang="fa-IR" b="1" dirty="0" smtClean="0">
                <a:cs typeface="B Jalal" panose="00000400000000000000" pitchFamily="2" charset="-78"/>
              </a:rPr>
              <a:t>مرکز تماس تصویری</a:t>
            </a:r>
          </a:p>
          <a:p>
            <a:pPr algn="r" rtl="1"/>
            <a:endParaRPr lang="fa-IR" b="1" dirty="0" smtClean="0">
              <a:cs typeface="B Jalal" panose="00000400000000000000" pitchFamily="2" charset="-78"/>
            </a:endParaRPr>
          </a:p>
          <a:p>
            <a:pPr algn="r" rtl="1"/>
            <a:r>
              <a:rPr lang="fa-IR" b="1" dirty="0" smtClean="0">
                <a:cs typeface="B Jalal" panose="00000400000000000000" pitchFamily="2" charset="-78"/>
              </a:rPr>
              <a:t>پزشکی از راه دور</a:t>
            </a:r>
          </a:p>
          <a:p>
            <a:pPr algn="r" rtl="1"/>
            <a:endParaRPr lang="fa-IR" b="1" dirty="0" smtClean="0">
              <a:cs typeface="B Jalal" panose="00000400000000000000" pitchFamily="2" charset="-78"/>
            </a:endParaRPr>
          </a:p>
          <a:p>
            <a:pPr algn="r" rtl="1"/>
            <a:r>
              <a:rPr lang="fa-IR" b="1" dirty="0" smtClean="0">
                <a:cs typeface="B Jalal" panose="00000400000000000000" pitchFamily="2" charset="-78"/>
              </a:rPr>
              <a:t>آموزش از راه دور</a:t>
            </a:r>
          </a:p>
          <a:p>
            <a:pPr marL="0" indent="0" algn="r" rtl="1">
              <a:buFont typeface="Arial" panose="020B0604020202020204" pitchFamily="34" charset="0"/>
              <a:buNone/>
            </a:pPr>
            <a:endParaRPr lang="fa-IR" b="1" dirty="0" smtClean="0">
              <a:cs typeface="B Jalal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94574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4000" dirty="0">
                <a:cs typeface="B Jalal" panose="00000400000000000000" pitchFamily="2" charset="-78"/>
              </a:rPr>
              <a:t>تهیه طرح توجیهی استفاده از ویدئوکنفرانس</a:t>
            </a:r>
            <a:endParaRPr lang="en-US" sz="4000" dirty="0">
              <a:cs typeface="B Jalal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30339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4000" dirty="0" smtClean="0">
                <a:cs typeface="B Jalal" panose="00000400000000000000" pitchFamily="2" charset="-78"/>
              </a:rPr>
              <a:t>شناسایی کاربردهای اصلی</a:t>
            </a:r>
            <a:endParaRPr lang="en-US" sz="4000" dirty="0">
              <a:cs typeface="B Jalal" panose="00000400000000000000" pitchFamily="2" charset="-7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623888" y="4752302"/>
            <a:ext cx="7886700" cy="1500187"/>
          </a:xfrm>
        </p:spPr>
        <p:txBody>
          <a:bodyPr/>
          <a:lstStyle/>
          <a:p>
            <a:pPr marL="457200" indent="-457200" algn="r" rtl="1">
              <a:buFont typeface="+mj-lt"/>
              <a:buAutoNum type="arabicPeriod"/>
            </a:pPr>
            <a:r>
              <a:rPr lang="fa-IR" dirty="0" smtClean="0">
                <a:cs typeface="B Jalal" panose="00000400000000000000" pitchFamily="2" charset="-78"/>
              </a:rPr>
              <a:t>جلسات مجازی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fa-IR" dirty="0" smtClean="0">
                <a:cs typeface="B Jalal" panose="00000400000000000000" pitchFamily="2" charset="-78"/>
              </a:rPr>
              <a:t>تماس تصویری داخلی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fa-IR" dirty="0" smtClean="0">
                <a:cs typeface="B Jalal" panose="00000400000000000000" pitchFamily="2" charset="-78"/>
              </a:rPr>
              <a:t>مرکز تماس تصویری</a:t>
            </a:r>
            <a:endParaRPr lang="en-US" dirty="0">
              <a:cs typeface="B Jalal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50909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جلسات مجازی</a:t>
            </a:r>
            <a:endParaRPr lang="en-US" dirty="0">
              <a:cs typeface="B Jalal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هدف اصلی: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امکان هماهنگی ساده و برقراری جلسه در کوتاه ترین زمان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افزایش تعامل در کنار جلسات حضوری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عناصر اصلی: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ورود به سیستم از طریق شماره موبایل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زمانبندی، اطلاع رسانی و هماهنگی جلسات – </a:t>
            </a:r>
            <a:r>
              <a:rPr lang="en-US" dirty="0" smtClean="0">
                <a:cs typeface="B Jalal" panose="00000400000000000000" pitchFamily="2" charset="-78"/>
              </a:rPr>
              <a:t>Scheduling</a:t>
            </a:r>
            <a:endParaRPr lang="fa-IR" dirty="0" smtClean="0">
              <a:cs typeface="B Jalal" panose="00000400000000000000" pitchFamily="2" charset="-78"/>
            </a:endParaRP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نقش افراد در جلسات – هماهنگ کننده، مدیر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لیست جلسات گذشته و آینده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نتیجه: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صرفه جویی در زمان و هزینه ها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افزایش بهره وری سازمان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افزایش کیفیت زندگی شغلی</a:t>
            </a:r>
          </a:p>
          <a:p>
            <a:pPr algn="r" rtl="1"/>
            <a:endParaRPr lang="fa-IR" dirty="0" smtClean="0">
              <a:cs typeface="B Jalal" panose="00000400000000000000" pitchFamily="2" charset="-78"/>
            </a:endParaRPr>
          </a:p>
          <a:p>
            <a:pPr lvl="1" algn="r" rtl="1"/>
            <a:endParaRPr lang="en-US" dirty="0">
              <a:cs typeface="B Jalal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0358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0" t="18332" r="18594" b="18334"/>
          <a:stretch/>
        </p:blipFill>
        <p:spPr>
          <a:xfrm>
            <a:off x="576071" y="1126488"/>
            <a:ext cx="8163957" cy="464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8342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تماس تصویری داخلی</a:t>
            </a:r>
            <a:endParaRPr lang="en-US" dirty="0">
              <a:cs typeface="B Jalal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731750"/>
          </a:xfrm>
        </p:spPr>
        <p:txBody>
          <a:bodyPr>
            <a:normAutofit/>
          </a:bodyPr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هدف اصلی:</a:t>
            </a:r>
          </a:p>
          <a:p>
            <a:pPr lvl="1" algn="r" rtl="1"/>
            <a:r>
              <a:rPr lang="fa-IR" dirty="0">
                <a:cs typeface="B Jalal" panose="00000400000000000000" pitchFamily="2" charset="-78"/>
              </a:rPr>
              <a:t>تعامل سریع و آسان تیم ها با اعضای خود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ارتقاء تعاملات از صوتی به تصویری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عناصر اصلی: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امکان برقراری تماس تصویری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گروه بندی افراد بر اساس چارت سازمانی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جلسات فوری کوچک (تا 10 نفر) بدون نیاز به زمانبندی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نتیجه: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صرفه جویی در زمان و هزینه ها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افزایش بهره وری سازمان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افزایش کیفیت زندگی شغلی</a:t>
            </a:r>
          </a:p>
          <a:p>
            <a:pPr algn="r" rtl="1"/>
            <a:endParaRPr lang="fa-IR" dirty="0" smtClean="0">
              <a:cs typeface="B Jalal" panose="00000400000000000000" pitchFamily="2" charset="-78"/>
            </a:endParaRPr>
          </a:p>
          <a:p>
            <a:pPr lvl="1" algn="r" rtl="1"/>
            <a:endParaRPr lang="en-US" dirty="0">
              <a:cs typeface="B Jalal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306166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18"/>
          <a:stretch/>
        </p:blipFill>
        <p:spPr>
          <a:xfrm flipH="1">
            <a:off x="30480" y="0"/>
            <a:ext cx="9113520" cy="687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749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مرکز تماس تصویری</a:t>
            </a:r>
            <a:endParaRPr lang="en-US" dirty="0">
              <a:cs typeface="B Jalal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731750"/>
          </a:xfrm>
        </p:spPr>
        <p:txBody>
          <a:bodyPr>
            <a:normAutofit/>
          </a:bodyPr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هدف اصلی: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بهبود کیفیت ارائه خدمات به ارباب رجوع و مشتریان</a:t>
            </a:r>
            <a:endParaRPr lang="fa-IR" dirty="0">
              <a:cs typeface="B Jalal" panose="00000400000000000000" pitchFamily="2" charset="-78"/>
            </a:endParaRP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ارائه خدمات جدید که تا قبل ممکن نبوده است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پرکردن شکاف ارتباط انسانی با ارباب رجوع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عناصر اصلی: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تماس تصویری اربابان رجوع از طریق وب سایت، کیوسک، </a:t>
            </a:r>
            <a:r>
              <a:rPr lang="fa-IR" dirty="0">
                <a:cs typeface="B Jalal" panose="00000400000000000000" pitchFamily="2" charset="-78"/>
              </a:rPr>
              <a:t>موبایل</a:t>
            </a:r>
            <a:r>
              <a:rPr lang="fa-IR" dirty="0" smtClean="0">
                <a:cs typeface="B Jalal" panose="00000400000000000000" pitchFamily="2" charset="-78"/>
              </a:rPr>
              <a:t> و ...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تشکیل صف مشتریان برای ارتباط تصویری با اپراتور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مکانیسم توزیع تماس بر اساس منطقه، زبان، درخواست مشتری و ...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نتیجه: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افزایش رضایت مشتریان و اربابان رجوع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بهبود موقعیت رقابتی سازمان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افزایش درآمد و بهره وری سازمان</a:t>
            </a:r>
          </a:p>
          <a:p>
            <a:pPr algn="r" rtl="1"/>
            <a:endParaRPr lang="fa-IR" dirty="0" smtClean="0">
              <a:cs typeface="B Jalal" panose="00000400000000000000" pitchFamily="2" charset="-78"/>
            </a:endParaRPr>
          </a:p>
          <a:p>
            <a:pPr lvl="1" algn="r" rtl="1"/>
            <a:endParaRPr lang="en-US" dirty="0">
              <a:cs typeface="B Jalal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27099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52" r="4151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886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4000" dirty="0" smtClean="0">
                <a:cs typeface="B Jalal" panose="00000400000000000000" pitchFamily="2" charset="-78"/>
              </a:rPr>
              <a:t>نیازمندی های فنی</a:t>
            </a:r>
            <a:endParaRPr lang="en-US" sz="4000" dirty="0">
              <a:cs typeface="B Jalal" panose="00000400000000000000" pitchFamily="2" charset="-78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623888" y="4752302"/>
            <a:ext cx="7886700" cy="1500187"/>
          </a:xfrm>
        </p:spPr>
        <p:txBody>
          <a:bodyPr/>
          <a:lstStyle/>
          <a:p>
            <a:pPr marL="457200" indent="-457200" algn="r" rtl="1">
              <a:buFont typeface="+mj-lt"/>
              <a:buAutoNum type="arabicPeriod"/>
            </a:pPr>
            <a:r>
              <a:rPr lang="fa-IR" dirty="0" smtClean="0">
                <a:cs typeface="B Jalal" panose="00000400000000000000" pitchFamily="2" charset="-78"/>
              </a:rPr>
              <a:t>بستر سخت افزاری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fa-IR" dirty="0" smtClean="0">
                <a:cs typeface="B Jalal" panose="00000400000000000000" pitchFamily="2" charset="-78"/>
              </a:rPr>
              <a:t>پهنای باند و شبکه</a:t>
            </a:r>
          </a:p>
        </p:txBody>
      </p:sp>
    </p:spTree>
    <p:extLst>
      <p:ext uri="{BB962C8B-B14F-4D97-AF65-F5344CB8AC3E}">
        <p14:creationId xmlns:p14="http://schemas.microsoft.com/office/powerpoint/2010/main" val="11659239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نیازمندی های فنی – پهنای باند</a:t>
            </a:r>
            <a:endParaRPr lang="en-US" dirty="0">
              <a:cs typeface="B Jalal" panose="00000400000000000000" pitchFamily="2" charset="-78"/>
            </a:endParaRPr>
          </a:p>
        </p:txBody>
      </p:sp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368" y="2489469"/>
            <a:ext cx="6520824" cy="3366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41163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نیازمندی های فنی – سخت افزار</a:t>
            </a:r>
            <a:endParaRPr lang="en-US" dirty="0">
              <a:cs typeface="B Jalal" panose="00000400000000000000" pitchFamily="2" charset="-78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2042160"/>
            <a:ext cx="8229600" cy="4525963"/>
          </a:xfrm>
        </p:spPr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دستگاههای قابل استفاده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کامپیوتر/لپ تاپ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موبایل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تبلت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تجهیزات صوتی و تصویری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وب کم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میکروفون</a:t>
            </a:r>
          </a:p>
          <a:p>
            <a:pPr lvl="1" algn="r" rtl="1"/>
            <a:r>
              <a:rPr lang="fa-IR" dirty="0" smtClean="0">
                <a:cs typeface="B Jalal" panose="00000400000000000000" pitchFamily="2" charset="-78"/>
              </a:rPr>
              <a:t>اسپیکر</a:t>
            </a:r>
          </a:p>
        </p:txBody>
      </p:sp>
    </p:spTree>
    <p:extLst>
      <p:ext uri="{BB962C8B-B14F-4D97-AF65-F5344CB8AC3E}">
        <p14:creationId xmlns:p14="http://schemas.microsoft.com/office/powerpoint/2010/main" val="19406840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4000" dirty="0" smtClean="0">
                <a:cs typeface="B Jalal" panose="00000400000000000000" pitchFamily="2" charset="-78"/>
              </a:rPr>
              <a:t>عملی کردن طرح توجیهی</a:t>
            </a:r>
            <a:endParaRPr lang="en-US" sz="4000" dirty="0">
              <a:cs typeface="B Jalal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729553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برگزاری پایلوت</a:t>
            </a:r>
            <a:endParaRPr lang="en-US" dirty="0">
              <a:cs typeface="B Jalal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81200"/>
            <a:ext cx="8229600" cy="4525963"/>
          </a:xfrm>
        </p:spPr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مشخص کردن یک کاربرد واقعی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هماهنگی و اطلاع رسانی به کاربران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ثبت نتایج حاصله و تعمیم آن به آینده</a:t>
            </a:r>
          </a:p>
        </p:txBody>
      </p:sp>
      <p:pic>
        <p:nvPicPr>
          <p:cNvPr id="13314" name="Picture 2" descr="http://www.wesport.org.uk/library-media/images/Try%20It%20Stamp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19" y="3797406"/>
            <a:ext cx="5100903" cy="241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2944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://www.innovationmanagement.se/wp-content/uploads/2012/08/how-to-assess-an-innovation-training-program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74" y="3919381"/>
            <a:ext cx="3546134" cy="2543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آماده سازی فرهنگی</a:t>
            </a:r>
            <a:endParaRPr lang="en-US" dirty="0">
              <a:cs typeface="B Jalal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54" y="1863725"/>
            <a:ext cx="8457429" cy="4351338"/>
          </a:xfrm>
        </p:spPr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اطلاع رسانی از سرویس ویدئوکنفرانس قبل و بعد از راه اندازی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تشریح مزایا برای مدیران و سایر اعضای سازمان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تهیه شیوه نامه استفاده از سرویس – آداب و فرایند ها</a:t>
            </a:r>
          </a:p>
          <a:p>
            <a:pPr algn="r" rtl="1"/>
            <a:r>
              <a:rPr lang="fa-IR" dirty="0">
                <a:cs typeface="B Jalal" panose="00000400000000000000" pitchFamily="2" charset="-78"/>
              </a:rPr>
              <a:t>تعریف </a:t>
            </a:r>
            <a:r>
              <a:rPr lang="fa-IR" dirty="0" smtClean="0">
                <a:cs typeface="B Jalal" panose="00000400000000000000" pitchFamily="2" charset="-78"/>
              </a:rPr>
              <a:t>کاربردهای </a:t>
            </a:r>
            <a:r>
              <a:rPr lang="fa-IR" dirty="0">
                <a:cs typeface="B Jalal" panose="00000400000000000000" pitchFamily="2" charset="-78"/>
              </a:rPr>
              <a:t>جدید با مدیران واحدهای مصرف کننده</a:t>
            </a:r>
          </a:p>
          <a:p>
            <a:pPr algn="r" rtl="1"/>
            <a:endParaRPr lang="en-US" dirty="0">
              <a:cs typeface="B Jalal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90472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شوکا چیست؟</a:t>
            </a:r>
            <a:endParaRPr lang="en-US" dirty="0">
              <a:cs typeface="B Jalal" panose="00000400000000000000" pitchFamily="2" charset="-78"/>
            </a:endParaRPr>
          </a:p>
        </p:txBody>
      </p:sp>
      <p:sp>
        <p:nvSpPr>
          <p:cNvPr id="4" name="자유형 21"/>
          <p:cNvSpPr/>
          <p:nvPr/>
        </p:nvSpPr>
        <p:spPr>
          <a:xfrm>
            <a:off x="1534639" y="2146395"/>
            <a:ext cx="5734965" cy="3973753"/>
          </a:xfrm>
          <a:custGeom>
            <a:avLst/>
            <a:gdLst>
              <a:gd name="connsiteX0" fmla="*/ 0 w 4755647"/>
              <a:gd name="connsiteY0" fmla="*/ 585065 h 2340260"/>
              <a:gd name="connsiteX1" fmla="*/ 3585517 w 4755647"/>
              <a:gd name="connsiteY1" fmla="*/ 585065 h 2340260"/>
              <a:gd name="connsiteX2" fmla="*/ 3585517 w 4755647"/>
              <a:gd name="connsiteY2" fmla="*/ 0 h 2340260"/>
              <a:gd name="connsiteX3" fmla="*/ 4755647 w 4755647"/>
              <a:gd name="connsiteY3" fmla="*/ 1170130 h 2340260"/>
              <a:gd name="connsiteX4" fmla="*/ 3585517 w 4755647"/>
              <a:gd name="connsiteY4" fmla="*/ 2340260 h 2340260"/>
              <a:gd name="connsiteX5" fmla="*/ 3585517 w 4755647"/>
              <a:gd name="connsiteY5" fmla="*/ 1755195 h 2340260"/>
              <a:gd name="connsiteX6" fmla="*/ 0 w 4755647"/>
              <a:gd name="connsiteY6" fmla="*/ 1755195 h 2340260"/>
              <a:gd name="connsiteX7" fmla="*/ 0 w 4755647"/>
              <a:gd name="connsiteY7" fmla="*/ 585065 h 2340260"/>
              <a:gd name="connsiteX0" fmla="*/ 0 w 6510337"/>
              <a:gd name="connsiteY0" fmla="*/ 1375097 h 3130292"/>
              <a:gd name="connsiteX1" fmla="*/ 3585517 w 6510337"/>
              <a:gd name="connsiteY1" fmla="*/ 1375097 h 3130292"/>
              <a:gd name="connsiteX2" fmla="*/ 3585517 w 6510337"/>
              <a:gd name="connsiteY2" fmla="*/ 790032 h 3130292"/>
              <a:gd name="connsiteX3" fmla="*/ 6510337 w 6510337"/>
              <a:gd name="connsiteY3" fmla="*/ 0 h 3130292"/>
              <a:gd name="connsiteX4" fmla="*/ 3585517 w 6510337"/>
              <a:gd name="connsiteY4" fmla="*/ 3130292 h 3130292"/>
              <a:gd name="connsiteX5" fmla="*/ 3585517 w 6510337"/>
              <a:gd name="connsiteY5" fmla="*/ 2545227 h 3130292"/>
              <a:gd name="connsiteX6" fmla="*/ 0 w 6510337"/>
              <a:gd name="connsiteY6" fmla="*/ 2545227 h 3130292"/>
              <a:gd name="connsiteX7" fmla="*/ 0 w 6510337"/>
              <a:gd name="connsiteY7" fmla="*/ 1375097 h 3130292"/>
              <a:gd name="connsiteX0" fmla="*/ 0 w 6510337"/>
              <a:gd name="connsiteY0" fmla="*/ 1375097 h 2545227"/>
              <a:gd name="connsiteX1" fmla="*/ 3585517 w 6510337"/>
              <a:gd name="connsiteY1" fmla="*/ 1375097 h 2545227"/>
              <a:gd name="connsiteX2" fmla="*/ 3585517 w 6510337"/>
              <a:gd name="connsiteY2" fmla="*/ 790032 h 2545227"/>
              <a:gd name="connsiteX3" fmla="*/ 6510337 w 6510337"/>
              <a:gd name="connsiteY3" fmla="*/ 0 h 2545227"/>
              <a:gd name="connsiteX4" fmla="*/ 6510337 w 6510337"/>
              <a:gd name="connsiteY4" fmla="*/ 1066800 h 2545227"/>
              <a:gd name="connsiteX5" fmla="*/ 3585517 w 6510337"/>
              <a:gd name="connsiteY5" fmla="*/ 2545227 h 2545227"/>
              <a:gd name="connsiteX6" fmla="*/ 0 w 6510337"/>
              <a:gd name="connsiteY6" fmla="*/ 2545227 h 2545227"/>
              <a:gd name="connsiteX7" fmla="*/ 0 w 6510337"/>
              <a:gd name="connsiteY7" fmla="*/ 1375097 h 2545227"/>
              <a:gd name="connsiteX0" fmla="*/ 0 w 6510337"/>
              <a:gd name="connsiteY0" fmla="*/ 1375097 h 2545227"/>
              <a:gd name="connsiteX1" fmla="*/ 3585517 w 6510337"/>
              <a:gd name="connsiteY1" fmla="*/ 1375097 h 2545227"/>
              <a:gd name="connsiteX2" fmla="*/ 5160692 w 6510337"/>
              <a:gd name="connsiteY2" fmla="*/ 1104901 h 2545227"/>
              <a:gd name="connsiteX3" fmla="*/ 6510337 w 6510337"/>
              <a:gd name="connsiteY3" fmla="*/ 0 h 2545227"/>
              <a:gd name="connsiteX4" fmla="*/ 6510337 w 6510337"/>
              <a:gd name="connsiteY4" fmla="*/ 1066800 h 2545227"/>
              <a:gd name="connsiteX5" fmla="*/ 3585517 w 6510337"/>
              <a:gd name="connsiteY5" fmla="*/ 2545227 h 2545227"/>
              <a:gd name="connsiteX6" fmla="*/ 0 w 6510337"/>
              <a:gd name="connsiteY6" fmla="*/ 2545227 h 2545227"/>
              <a:gd name="connsiteX7" fmla="*/ 0 w 6510337"/>
              <a:gd name="connsiteY7" fmla="*/ 1375097 h 2545227"/>
              <a:gd name="connsiteX0" fmla="*/ 0 w 6510337"/>
              <a:gd name="connsiteY0" fmla="*/ 1375097 h 2545227"/>
              <a:gd name="connsiteX1" fmla="*/ 3585517 w 6510337"/>
              <a:gd name="connsiteY1" fmla="*/ 1375097 h 2545227"/>
              <a:gd name="connsiteX2" fmla="*/ 5295900 w 6510337"/>
              <a:gd name="connsiteY2" fmla="*/ 1066801 h 2545227"/>
              <a:gd name="connsiteX3" fmla="*/ 6510337 w 6510337"/>
              <a:gd name="connsiteY3" fmla="*/ 0 h 2545227"/>
              <a:gd name="connsiteX4" fmla="*/ 6510337 w 6510337"/>
              <a:gd name="connsiteY4" fmla="*/ 1066800 h 2545227"/>
              <a:gd name="connsiteX5" fmla="*/ 3585517 w 6510337"/>
              <a:gd name="connsiteY5" fmla="*/ 2545227 h 2545227"/>
              <a:gd name="connsiteX6" fmla="*/ 0 w 6510337"/>
              <a:gd name="connsiteY6" fmla="*/ 2545227 h 2545227"/>
              <a:gd name="connsiteX7" fmla="*/ 0 w 6510337"/>
              <a:gd name="connsiteY7" fmla="*/ 1375097 h 2545227"/>
              <a:gd name="connsiteX0" fmla="*/ 0 w 6510337"/>
              <a:gd name="connsiteY0" fmla="*/ 1375097 h 4660463"/>
              <a:gd name="connsiteX1" fmla="*/ 3585517 w 6510337"/>
              <a:gd name="connsiteY1" fmla="*/ 1375097 h 4660463"/>
              <a:gd name="connsiteX2" fmla="*/ 5295900 w 6510337"/>
              <a:gd name="connsiteY2" fmla="*/ 1066801 h 4660463"/>
              <a:gd name="connsiteX3" fmla="*/ 6510337 w 6510337"/>
              <a:gd name="connsiteY3" fmla="*/ 0 h 4660463"/>
              <a:gd name="connsiteX4" fmla="*/ 6510337 w 6510337"/>
              <a:gd name="connsiteY4" fmla="*/ 1066800 h 4660463"/>
              <a:gd name="connsiteX5" fmla="*/ 3585517 w 6510337"/>
              <a:gd name="connsiteY5" fmla="*/ 2545227 h 4660463"/>
              <a:gd name="connsiteX6" fmla="*/ 1362075 w 6510337"/>
              <a:gd name="connsiteY6" fmla="*/ 4660463 h 4660463"/>
              <a:gd name="connsiteX7" fmla="*/ 0 w 6510337"/>
              <a:gd name="connsiteY7" fmla="*/ 1375097 h 4660463"/>
              <a:gd name="connsiteX0" fmla="*/ 0 w 6510337"/>
              <a:gd name="connsiteY0" fmla="*/ 3924301 h 4660463"/>
              <a:gd name="connsiteX1" fmla="*/ 3585517 w 6510337"/>
              <a:gd name="connsiteY1" fmla="*/ 1375097 h 4660463"/>
              <a:gd name="connsiteX2" fmla="*/ 5295900 w 6510337"/>
              <a:gd name="connsiteY2" fmla="*/ 1066801 h 4660463"/>
              <a:gd name="connsiteX3" fmla="*/ 6510337 w 6510337"/>
              <a:gd name="connsiteY3" fmla="*/ 0 h 4660463"/>
              <a:gd name="connsiteX4" fmla="*/ 6510337 w 6510337"/>
              <a:gd name="connsiteY4" fmla="*/ 1066800 h 4660463"/>
              <a:gd name="connsiteX5" fmla="*/ 3585517 w 6510337"/>
              <a:gd name="connsiteY5" fmla="*/ 2545227 h 4660463"/>
              <a:gd name="connsiteX6" fmla="*/ 1362075 w 6510337"/>
              <a:gd name="connsiteY6" fmla="*/ 4660463 h 4660463"/>
              <a:gd name="connsiteX7" fmla="*/ 0 w 6510337"/>
              <a:gd name="connsiteY7" fmla="*/ 3924301 h 4660463"/>
              <a:gd name="connsiteX0" fmla="*/ 0 w 6510337"/>
              <a:gd name="connsiteY0" fmla="*/ 3924301 h 4660463"/>
              <a:gd name="connsiteX1" fmla="*/ 3585517 w 6510337"/>
              <a:gd name="connsiteY1" fmla="*/ 1375097 h 4660463"/>
              <a:gd name="connsiteX2" fmla="*/ 5295900 w 6510337"/>
              <a:gd name="connsiteY2" fmla="*/ 1066801 h 4660463"/>
              <a:gd name="connsiteX3" fmla="*/ 6510337 w 6510337"/>
              <a:gd name="connsiteY3" fmla="*/ 0 h 4660463"/>
              <a:gd name="connsiteX4" fmla="*/ 6510337 w 6510337"/>
              <a:gd name="connsiteY4" fmla="*/ 1066800 h 4660463"/>
              <a:gd name="connsiteX5" fmla="*/ 6181725 w 6510337"/>
              <a:gd name="connsiteY5" fmla="*/ 1104901 h 4660463"/>
              <a:gd name="connsiteX6" fmla="*/ 1362075 w 6510337"/>
              <a:gd name="connsiteY6" fmla="*/ 4660463 h 4660463"/>
              <a:gd name="connsiteX7" fmla="*/ 0 w 6510337"/>
              <a:gd name="connsiteY7" fmla="*/ 3924301 h 4660463"/>
              <a:gd name="connsiteX0" fmla="*/ 0 w 6510337"/>
              <a:gd name="connsiteY0" fmla="*/ 3924301 h 4660463"/>
              <a:gd name="connsiteX1" fmla="*/ 5543550 w 6510337"/>
              <a:gd name="connsiteY1" fmla="*/ 1104901 h 4660463"/>
              <a:gd name="connsiteX2" fmla="*/ 5295900 w 6510337"/>
              <a:gd name="connsiteY2" fmla="*/ 1066801 h 4660463"/>
              <a:gd name="connsiteX3" fmla="*/ 6510337 w 6510337"/>
              <a:gd name="connsiteY3" fmla="*/ 0 h 4660463"/>
              <a:gd name="connsiteX4" fmla="*/ 6510337 w 6510337"/>
              <a:gd name="connsiteY4" fmla="*/ 1066800 h 4660463"/>
              <a:gd name="connsiteX5" fmla="*/ 6181725 w 6510337"/>
              <a:gd name="connsiteY5" fmla="*/ 1104901 h 4660463"/>
              <a:gd name="connsiteX6" fmla="*/ 1362075 w 6510337"/>
              <a:gd name="connsiteY6" fmla="*/ 4660463 h 4660463"/>
              <a:gd name="connsiteX7" fmla="*/ 0 w 6510337"/>
              <a:gd name="connsiteY7" fmla="*/ 3924301 h 4660463"/>
              <a:gd name="connsiteX0" fmla="*/ 0 w 6510337"/>
              <a:gd name="connsiteY0" fmla="*/ 3924301 h 4660463"/>
              <a:gd name="connsiteX1" fmla="*/ 3189287 w 6510337"/>
              <a:gd name="connsiteY1" fmla="*/ 2306638 h 4660463"/>
              <a:gd name="connsiteX2" fmla="*/ 5543550 w 6510337"/>
              <a:gd name="connsiteY2" fmla="*/ 1104901 h 4660463"/>
              <a:gd name="connsiteX3" fmla="*/ 5295900 w 6510337"/>
              <a:gd name="connsiteY3" fmla="*/ 1066801 h 4660463"/>
              <a:gd name="connsiteX4" fmla="*/ 6510337 w 6510337"/>
              <a:gd name="connsiteY4" fmla="*/ 0 h 4660463"/>
              <a:gd name="connsiteX5" fmla="*/ 6510337 w 6510337"/>
              <a:gd name="connsiteY5" fmla="*/ 1066800 h 4660463"/>
              <a:gd name="connsiteX6" fmla="*/ 6181725 w 6510337"/>
              <a:gd name="connsiteY6" fmla="*/ 1104901 h 4660463"/>
              <a:gd name="connsiteX7" fmla="*/ 1362075 w 6510337"/>
              <a:gd name="connsiteY7" fmla="*/ 4660463 h 4660463"/>
              <a:gd name="connsiteX8" fmla="*/ 0 w 6510337"/>
              <a:gd name="connsiteY8" fmla="*/ 3924301 h 4660463"/>
              <a:gd name="connsiteX0" fmla="*/ 0 w 6510337"/>
              <a:gd name="connsiteY0" fmla="*/ 3924301 h 4660463"/>
              <a:gd name="connsiteX1" fmla="*/ 3189287 w 6510337"/>
              <a:gd name="connsiteY1" fmla="*/ 2306638 h 4660463"/>
              <a:gd name="connsiteX2" fmla="*/ 5543550 w 6510337"/>
              <a:gd name="connsiteY2" fmla="*/ 1104901 h 4660463"/>
              <a:gd name="connsiteX3" fmla="*/ 5295900 w 6510337"/>
              <a:gd name="connsiteY3" fmla="*/ 1066801 h 4660463"/>
              <a:gd name="connsiteX4" fmla="*/ 6510337 w 6510337"/>
              <a:gd name="connsiteY4" fmla="*/ 0 h 4660463"/>
              <a:gd name="connsiteX5" fmla="*/ 6510337 w 6510337"/>
              <a:gd name="connsiteY5" fmla="*/ 1066800 h 4660463"/>
              <a:gd name="connsiteX6" fmla="*/ 6181725 w 6510337"/>
              <a:gd name="connsiteY6" fmla="*/ 1104901 h 4660463"/>
              <a:gd name="connsiteX7" fmla="*/ 3894137 w 6510337"/>
              <a:gd name="connsiteY7" fmla="*/ 2782888 h 4660463"/>
              <a:gd name="connsiteX8" fmla="*/ 1362075 w 6510337"/>
              <a:gd name="connsiteY8" fmla="*/ 4660463 h 4660463"/>
              <a:gd name="connsiteX9" fmla="*/ 0 w 6510337"/>
              <a:gd name="connsiteY9" fmla="*/ 3924301 h 4660463"/>
              <a:gd name="connsiteX0" fmla="*/ 0 w 6510337"/>
              <a:gd name="connsiteY0" fmla="*/ 3924301 h 4660463"/>
              <a:gd name="connsiteX1" fmla="*/ 3189287 w 6510337"/>
              <a:gd name="connsiteY1" fmla="*/ 2306638 h 4660463"/>
              <a:gd name="connsiteX2" fmla="*/ 5543550 w 6510337"/>
              <a:gd name="connsiteY2" fmla="*/ 1104901 h 4660463"/>
              <a:gd name="connsiteX3" fmla="*/ 5295900 w 6510337"/>
              <a:gd name="connsiteY3" fmla="*/ 1066801 h 4660463"/>
              <a:gd name="connsiteX4" fmla="*/ 6510337 w 6510337"/>
              <a:gd name="connsiteY4" fmla="*/ 0 h 4660463"/>
              <a:gd name="connsiteX5" fmla="*/ 6510337 w 6510337"/>
              <a:gd name="connsiteY5" fmla="*/ 1066800 h 4660463"/>
              <a:gd name="connsiteX6" fmla="*/ 6181725 w 6510337"/>
              <a:gd name="connsiteY6" fmla="*/ 1104901 h 4660463"/>
              <a:gd name="connsiteX7" fmla="*/ 5421247 w 6510337"/>
              <a:gd name="connsiteY7" fmla="*/ 2119248 h 4660463"/>
              <a:gd name="connsiteX8" fmla="*/ 1362075 w 6510337"/>
              <a:gd name="connsiteY8" fmla="*/ 4660463 h 4660463"/>
              <a:gd name="connsiteX9" fmla="*/ 0 w 6510337"/>
              <a:gd name="connsiteY9" fmla="*/ 3924301 h 4660463"/>
              <a:gd name="connsiteX0" fmla="*/ 0 w 6510337"/>
              <a:gd name="connsiteY0" fmla="*/ 3924301 h 4660463"/>
              <a:gd name="connsiteX1" fmla="*/ 4935667 w 6510337"/>
              <a:gd name="connsiteY1" fmla="*/ 1960163 h 4660463"/>
              <a:gd name="connsiteX2" fmla="*/ 5543550 w 6510337"/>
              <a:gd name="connsiteY2" fmla="*/ 1104901 h 4660463"/>
              <a:gd name="connsiteX3" fmla="*/ 5295900 w 6510337"/>
              <a:gd name="connsiteY3" fmla="*/ 1066801 h 4660463"/>
              <a:gd name="connsiteX4" fmla="*/ 6510337 w 6510337"/>
              <a:gd name="connsiteY4" fmla="*/ 0 h 4660463"/>
              <a:gd name="connsiteX5" fmla="*/ 6510337 w 6510337"/>
              <a:gd name="connsiteY5" fmla="*/ 1066800 h 4660463"/>
              <a:gd name="connsiteX6" fmla="*/ 6181725 w 6510337"/>
              <a:gd name="connsiteY6" fmla="*/ 1104901 h 4660463"/>
              <a:gd name="connsiteX7" fmla="*/ 5421247 w 6510337"/>
              <a:gd name="connsiteY7" fmla="*/ 2119248 h 4660463"/>
              <a:gd name="connsiteX8" fmla="*/ 1362075 w 6510337"/>
              <a:gd name="connsiteY8" fmla="*/ 4660463 h 4660463"/>
              <a:gd name="connsiteX9" fmla="*/ 0 w 6510337"/>
              <a:gd name="connsiteY9" fmla="*/ 3924301 h 4660463"/>
              <a:gd name="connsiteX0" fmla="*/ 0 w 6510337"/>
              <a:gd name="connsiteY0" fmla="*/ 3924301 h 4660463"/>
              <a:gd name="connsiteX1" fmla="*/ 4846637 w 6510337"/>
              <a:gd name="connsiteY1" fmla="*/ 1925638 h 4660463"/>
              <a:gd name="connsiteX2" fmla="*/ 5543550 w 6510337"/>
              <a:gd name="connsiteY2" fmla="*/ 1104901 h 4660463"/>
              <a:gd name="connsiteX3" fmla="*/ 5295900 w 6510337"/>
              <a:gd name="connsiteY3" fmla="*/ 1066801 h 4660463"/>
              <a:gd name="connsiteX4" fmla="*/ 6510337 w 6510337"/>
              <a:gd name="connsiteY4" fmla="*/ 0 h 4660463"/>
              <a:gd name="connsiteX5" fmla="*/ 6510337 w 6510337"/>
              <a:gd name="connsiteY5" fmla="*/ 1066800 h 4660463"/>
              <a:gd name="connsiteX6" fmla="*/ 6181725 w 6510337"/>
              <a:gd name="connsiteY6" fmla="*/ 1104901 h 4660463"/>
              <a:gd name="connsiteX7" fmla="*/ 5421247 w 6510337"/>
              <a:gd name="connsiteY7" fmla="*/ 2119248 h 4660463"/>
              <a:gd name="connsiteX8" fmla="*/ 1362075 w 6510337"/>
              <a:gd name="connsiteY8" fmla="*/ 4660463 h 4660463"/>
              <a:gd name="connsiteX9" fmla="*/ 0 w 6510337"/>
              <a:gd name="connsiteY9" fmla="*/ 3924301 h 4660463"/>
              <a:gd name="connsiteX0" fmla="*/ 0 w 6510337"/>
              <a:gd name="connsiteY0" fmla="*/ 3924301 h 4660463"/>
              <a:gd name="connsiteX1" fmla="*/ 4846637 w 6510337"/>
              <a:gd name="connsiteY1" fmla="*/ 1925638 h 4660463"/>
              <a:gd name="connsiteX2" fmla="*/ 5543550 w 6510337"/>
              <a:gd name="connsiteY2" fmla="*/ 1104901 h 4660463"/>
              <a:gd name="connsiteX3" fmla="*/ 5295900 w 6510337"/>
              <a:gd name="connsiteY3" fmla="*/ 1066801 h 4660463"/>
              <a:gd name="connsiteX4" fmla="*/ 6510337 w 6510337"/>
              <a:gd name="connsiteY4" fmla="*/ 0 h 4660463"/>
              <a:gd name="connsiteX5" fmla="*/ 6510337 w 6510337"/>
              <a:gd name="connsiteY5" fmla="*/ 1066800 h 4660463"/>
              <a:gd name="connsiteX6" fmla="*/ 6181725 w 6510337"/>
              <a:gd name="connsiteY6" fmla="*/ 1104901 h 4660463"/>
              <a:gd name="connsiteX7" fmla="*/ 5421247 w 6510337"/>
              <a:gd name="connsiteY7" fmla="*/ 2119248 h 4660463"/>
              <a:gd name="connsiteX8" fmla="*/ 4332287 w 6510337"/>
              <a:gd name="connsiteY8" fmla="*/ 2801938 h 4660463"/>
              <a:gd name="connsiteX9" fmla="*/ 1362075 w 6510337"/>
              <a:gd name="connsiteY9" fmla="*/ 4660463 h 4660463"/>
              <a:gd name="connsiteX10" fmla="*/ 0 w 6510337"/>
              <a:gd name="connsiteY10" fmla="*/ 3924301 h 4660463"/>
              <a:gd name="connsiteX0" fmla="*/ 0 w 6510337"/>
              <a:gd name="connsiteY0" fmla="*/ 3924301 h 4660463"/>
              <a:gd name="connsiteX1" fmla="*/ 3570287 w 6510337"/>
              <a:gd name="connsiteY1" fmla="*/ 2449513 h 4660463"/>
              <a:gd name="connsiteX2" fmla="*/ 4846637 w 6510337"/>
              <a:gd name="connsiteY2" fmla="*/ 1925638 h 4660463"/>
              <a:gd name="connsiteX3" fmla="*/ 5543550 w 6510337"/>
              <a:gd name="connsiteY3" fmla="*/ 1104901 h 4660463"/>
              <a:gd name="connsiteX4" fmla="*/ 5295900 w 6510337"/>
              <a:gd name="connsiteY4" fmla="*/ 1066801 h 4660463"/>
              <a:gd name="connsiteX5" fmla="*/ 6510337 w 6510337"/>
              <a:gd name="connsiteY5" fmla="*/ 0 h 4660463"/>
              <a:gd name="connsiteX6" fmla="*/ 6510337 w 6510337"/>
              <a:gd name="connsiteY6" fmla="*/ 1066800 h 4660463"/>
              <a:gd name="connsiteX7" fmla="*/ 6181725 w 6510337"/>
              <a:gd name="connsiteY7" fmla="*/ 1104901 h 4660463"/>
              <a:gd name="connsiteX8" fmla="*/ 5421247 w 6510337"/>
              <a:gd name="connsiteY8" fmla="*/ 2119248 h 4660463"/>
              <a:gd name="connsiteX9" fmla="*/ 4332287 w 6510337"/>
              <a:gd name="connsiteY9" fmla="*/ 2801938 h 4660463"/>
              <a:gd name="connsiteX10" fmla="*/ 1362075 w 6510337"/>
              <a:gd name="connsiteY10" fmla="*/ 4660463 h 4660463"/>
              <a:gd name="connsiteX11" fmla="*/ 0 w 6510337"/>
              <a:gd name="connsiteY11" fmla="*/ 3924301 h 4660463"/>
              <a:gd name="connsiteX0" fmla="*/ 0 w 6510337"/>
              <a:gd name="connsiteY0" fmla="*/ 3924301 h 4660463"/>
              <a:gd name="connsiteX1" fmla="*/ 3836987 w 6510337"/>
              <a:gd name="connsiteY1" fmla="*/ 2887663 h 4660463"/>
              <a:gd name="connsiteX2" fmla="*/ 4846637 w 6510337"/>
              <a:gd name="connsiteY2" fmla="*/ 1925638 h 4660463"/>
              <a:gd name="connsiteX3" fmla="*/ 5543550 w 6510337"/>
              <a:gd name="connsiteY3" fmla="*/ 1104901 h 4660463"/>
              <a:gd name="connsiteX4" fmla="*/ 5295900 w 6510337"/>
              <a:gd name="connsiteY4" fmla="*/ 1066801 h 4660463"/>
              <a:gd name="connsiteX5" fmla="*/ 6510337 w 6510337"/>
              <a:gd name="connsiteY5" fmla="*/ 0 h 4660463"/>
              <a:gd name="connsiteX6" fmla="*/ 6510337 w 6510337"/>
              <a:gd name="connsiteY6" fmla="*/ 1066800 h 4660463"/>
              <a:gd name="connsiteX7" fmla="*/ 6181725 w 6510337"/>
              <a:gd name="connsiteY7" fmla="*/ 1104901 h 4660463"/>
              <a:gd name="connsiteX8" fmla="*/ 5421247 w 6510337"/>
              <a:gd name="connsiteY8" fmla="*/ 2119248 h 4660463"/>
              <a:gd name="connsiteX9" fmla="*/ 4332287 w 6510337"/>
              <a:gd name="connsiteY9" fmla="*/ 2801938 h 4660463"/>
              <a:gd name="connsiteX10" fmla="*/ 1362075 w 6510337"/>
              <a:gd name="connsiteY10" fmla="*/ 4660463 h 4660463"/>
              <a:gd name="connsiteX11" fmla="*/ 0 w 6510337"/>
              <a:gd name="connsiteY11" fmla="*/ 3924301 h 4660463"/>
              <a:gd name="connsiteX0" fmla="*/ 0 w 6510337"/>
              <a:gd name="connsiteY0" fmla="*/ 3924301 h 4660463"/>
              <a:gd name="connsiteX1" fmla="*/ 3703637 w 6510337"/>
              <a:gd name="connsiteY1" fmla="*/ 2754313 h 4660463"/>
              <a:gd name="connsiteX2" fmla="*/ 4846637 w 6510337"/>
              <a:gd name="connsiteY2" fmla="*/ 1925638 h 4660463"/>
              <a:gd name="connsiteX3" fmla="*/ 5543550 w 6510337"/>
              <a:gd name="connsiteY3" fmla="*/ 1104901 h 4660463"/>
              <a:gd name="connsiteX4" fmla="*/ 5295900 w 6510337"/>
              <a:gd name="connsiteY4" fmla="*/ 1066801 h 4660463"/>
              <a:gd name="connsiteX5" fmla="*/ 6510337 w 6510337"/>
              <a:gd name="connsiteY5" fmla="*/ 0 h 4660463"/>
              <a:gd name="connsiteX6" fmla="*/ 6510337 w 6510337"/>
              <a:gd name="connsiteY6" fmla="*/ 1066800 h 4660463"/>
              <a:gd name="connsiteX7" fmla="*/ 6181725 w 6510337"/>
              <a:gd name="connsiteY7" fmla="*/ 1104901 h 4660463"/>
              <a:gd name="connsiteX8" fmla="*/ 5421247 w 6510337"/>
              <a:gd name="connsiteY8" fmla="*/ 2119248 h 4660463"/>
              <a:gd name="connsiteX9" fmla="*/ 4332287 w 6510337"/>
              <a:gd name="connsiteY9" fmla="*/ 2801938 h 4660463"/>
              <a:gd name="connsiteX10" fmla="*/ 1362075 w 6510337"/>
              <a:gd name="connsiteY10" fmla="*/ 4660463 h 4660463"/>
              <a:gd name="connsiteX11" fmla="*/ 0 w 6510337"/>
              <a:gd name="connsiteY11" fmla="*/ 3924301 h 4660463"/>
              <a:gd name="connsiteX0" fmla="*/ 0 w 6510337"/>
              <a:gd name="connsiteY0" fmla="*/ 3924301 h 4660463"/>
              <a:gd name="connsiteX1" fmla="*/ 3703637 w 6510337"/>
              <a:gd name="connsiteY1" fmla="*/ 2754313 h 4660463"/>
              <a:gd name="connsiteX2" fmla="*/ 4846637 w 6510337"/>
              <a:gd name="connsiteY2" fmla="*/ 1925638 h 4660463"/>
              <a:gd name="connsiteX3" fmla="*/ 5543550 w 6510337"/>
              <a:gd name="connsiteY3" fmla="*/ 1104901 h 4660463"/>
              <a:gd name="connsiteX4" fmla="*/ 5295900 w 6510337"/>
              <a:gd name="connsiteY4" fmla="*/ 1066801 h 4660463"/>
              <a:gd name="connsiteX5" fmla="*/ 6510337 w 6510337"/>
              <a:gd name="connsiteY5" fmla="*/ 0 h 4660463"/>
              <a:gd name="connsiteX6" fmla="*/ 6510337 w 6510337"/>
              <a:gd name="connsiteY6" fmla="*/ 1066800 h 4660463"/>
              <a:gd name="connsiteX7" fmla="*/ 6181725 w 6510337"/>
              <a:gd name="connsiteY7" fmla="*/ 1104901 h 4660463"/>
              <a:gd name="connsiteX8" fmla="*/ 5421247 w 6510337"/>
              <a:gd name="connsiteY8" fmla="*/ 2119248 h 4660463"/>
              <a:gd name="connsiteX9" fmla="*/ 4446587 w 6510337"/>
              <a:gd name="connsiteY9" fmla="*/ 3040063 h 4660463"/>
              <a:gd name="connsiteX10" fmla="*/ 1362075 w 6510337"/>
              <a:gd name="connsiteY10" fmla="*/ 4660463 h 4660463"/>
              <a:gd name="connsiteX11" fmla="*/ 0 w 6510337"/>
              <a:gd name="connsiteY11" fmla="*/ 3924301 h 4660463"/>
              <a:gd name="connsiteX0" fmla="*/ 0 w 6510337"/>
              <a:gd name="connsiteY0" fmla="*/ 3924301 h 4660463"/>
              <a:gd name="connsiteX1" fmla="*/ 3703637 w 6510337"/>
              <a:gd name="connsiteY1" fmla="*/ 2754313 h 4660463"/>
              <a:gd name="connsiteX2" fmla="*/ 4846637 w 6510337"/>
              <a:gd name="connsiteY2" fmla="*/ 1925638 h 4660463"/>
              <a:gd name="connsiteX3" fmla="*/ 5543550 w 6510337"/>
              <a:gd name="connsiteY3" fmla="*/ 1104901 h 4660463"/>
              <a:gd name="connsiteX4" fmla="*/ 5295900 w 6510337"/>
              <a:gd name="connsiteY4" fmla="*/ 1066801 h 4660463"/>
              <a:gd name="connsiteX5" fmla="*/ 6510337 w 6510337"/>
              <a:gd name="connsiteY5" fmla="*/ 0 h 4660463"/>
              <a:gd name="connsiteX6" fmla="*/ 6510337 w 6510337"/>
              <a:gd name="connsiteY6" fmla="*/ 1066800 h 4660463"/>
              <a:gd name="connsiteX7" fmla="*/ 6181725 w 6510337"/>
              <a:gd name="connsiteY7" fmla="*/ 1104901 h 4660463"/>
              <a:gd name="connsiteX8" fmla="*/ 5421247 w 6510337"/>
              <a:gd name="connsiteY8" fmla="*/ 2119248 h 4660463"/>
              <a:gd name="connsiteX9" fmla="*/ 4446587 w 6510337"/>
              <a:gd name="connsiteY9" fmla="*/ 3040063 h 4660463"/>
              <a:gd name="connsiteX10" fmla="*/ 3236912 w 6510337"/>
              <a:gd name="connsiteY10" fmla="*/ 3668713 h 4660463"/>
              <a:gd name="connsiteX11" fmla="*/ 1362075 w 6510337"/>
              <a:gd name="connsiteY11" fmla="*/ 4660463 h 4660463"/>
              <a:gd name="connsiteX12" fmla="*/ 0 w 6510337"/>
              <a:gd name="connsiteY12" fmla="*/ 3924301 h 4660463"/>
              <a:gd name="connsiteX0" fmla="*/ 0 w 6510337"/>
              <a:gd name="connsiteY0" fmla="*/ 3924301 h 4660463"/>
              <a:gd name="connsiteX1" fmla="*/ 2474912 w 6510337"/>
              <a:gd name="connsiteY1" fmla="*/ 3154363 h 4660463"/>
              <a:gd name="connsiteX2" fmla="*/ 3703637 w 6510337"/>
              <a:gd name="connsiteY2" fmla="*/ 2754313 h 4660463"/>
              <a:gd name="connsiteX3" fmla="*/ 4846637 w 6510337"/>
              <a:gd name="connsiteY3" fmla="*/ 1925638 h 4660463"/>
              <a:gd name="connsiteX4" fmla="*/ 5543550 w 6510337"/>
              <a:gd name="connsiteY4" fmla="*/ 1104901 h 4660463"/>
              <a:gd name="connsiteX5" fmla="*/ 5295900 w 6510337"/>
              <a:gd name="connsiteY5" fmla="*/ 1066801 h 4660463"/>
              <a:gd name="connsiteX6" fmla="*/ 6510337 w 6510337"/>
              <a:gd name="connsiteY6" fmla="*/ 0 h 4660463"/>
              <a:gd name="connsiteX7" fmla="*/ 6510337 w 6510337"/>
              <a:gd name="connsiteY7" fmla="*/ 1066800 h 4660463"/>
              <a:gd name="connsiteX8" fmla="*/ 6181725 w 6510337"/>
              <a:gd name="connsiteY8" fmla="*/ 1104901 h 4660463"/>
              <a:gd name="connsiteX9" fmla="*/ 5421247 w 6510337"/>
              <a:gd name="connsiteY9" fmla="*/ 2119248 h 4660463"/>
              <a:gd name="connsiteX10" fmla="*/ 4446587 w 6510337"/>
              <a:gd name="connsiteY10" fmla="*/ 3040063 h 4660463"/>
              <a:gd name="connsiteX11" fmla="*/ 3236912 w 6510337"/>
              <a:gd name="connsiteY11" fmla="*/ 3668713 h 4660463"/>
              <a:gd name="connsiteX12" fmla="*/ 1362075 w 6510337"/>
              <a:gd name="connsiteY12" fmla="*/ 4660463 h 4660463"/>
              <a:gd name="connsiteX13" fmla="*/ 0 w 6510337"/>
              <a:gd name="connsiteY13" fmla="*/ 3924301 h 4660463"/>
              <a:gd name="connsiteX0" fmla="*/ 0 w 6510337"/>
              <a:gd name="connsiteY0" fmla="*/ 3924301 h 4660463"/>
              <a:gd name="connsiteX1" fmla="*/ 2379662 w 6510337"/>
              <a:gd name="connsiteY1" fmla="*/ 3449638 h 4660463"/>
              <a:gd name="connsiteX2" fmla="*/ 3703637 w 6510337"/>
              <a:gd name="connsiteY2" fmla="*/ 2754313 h 4660463"/>
              <a:gd name="connsiteX3" fmla="*/ 4846637 w 6510337"/>
              <a:gd name="connsiteY3" fmla="*/ 1925638 h 4660463"/>
              <a:gd name="connsiteX4" fmla="*/ 5543550 w 6510337"/>
              <a:gd name="connsiteY4" fmla="*/ 1104901 h 4660463"/>
              <a:gd name="connsiteX5" fmla="*/ 5295900 w 6510337"/>
              <a:gd name="connsiteY5" fmla="*/ 1066801 h 4660463"/>
              <a:gd name="connsiteX6" fmla="*/ 6510337 w 6510337"/>
              <a:gd name="connsiteY6" fmla="*/ 0 h 4660463"/>
              <a:gd name="connsiteX7" fmla="*/ 6510337 w 6510337"/>
              <a:gd name="connsiteY7" fmla="*/ 1066800 h 4660463"/>
              <a:gd name="connsiteX8" fmla="*/ 6181725 w 6510337"/>
              <a:gd name="connsiteY8" fmla="*/ 1104901 h 4660463"/>
              <a:gd name="connsiteX9" fmla="*/ 5421247 w 6510337"/>
              <a:gd name="connsiteY9" fmla="*/ 2119248 h 4660463"/>
              <a:gd name="connsiteX10" fmla="*/ 4446587 w 6510337"/>
              <a:gd name="connsiteY10" fmla="*/ 3040063 h 4660463"/>
              <a:gd name="connsiteX11" fmla="*/ 3236912 w 6510337"/>
              <a:gd name="connsiteY11" fmla="*/ 3668713 h 4660463"/>
              <a:gd name="connsiteX12" fmla="*/ 1362075 w 6510337"/>
              <a:gd name="connsiteY12" fmla="*/ 4660463 h 4660463"/>
              <a:gd name="connsiteX13" fmla="*/ 0 w 6510337"/>
              <a:gd name="connsiteY13" fmla="*/ 3924301 h 4660463"/>
              <a:gd name="connsiteX0" fmla="*/ 0 w 6510337"/>
              <a:gd name="connsiteY0" fmla="*/ 3924301 h 4660463"/>
              <a:gd name="connsiteX1" fmla="*/ 2408237 w 6510337"/>
              <a:gd name="connsiteY1" fmla="*/ 3592513 h 4660463"/>
              <a:gd name="connsiteX2" fmla="*/ 3703637 w 6510337"/>
              <a:gd name="connsiteY2" fmla="*/ 2754313 h 4660463"/>
              <a:gd name="connsiteX3" fmla="*/ 4846637 w 6510337"/>
              <a:gd name="connsiteY3" fmla="*/ 1925638 h 4660463"/>
              <a:gd name="connsiteX4" fmla="*/ 5543550 w 6510337"/>
              <a:gd name="connsiteY4" fmla="*/ 1104901 h 4660463"/>
              <a:gd name="connsiteX5" fmla="*/ 5295900 w 6510337"/>
              <a:gd name="connsiteY5" fmla="*/ 1066801 h 4660463"/>
              <a:gd name="connsiteX6" fmla="*/ 6510337 w 6510337"/>
              <a:gd name="connsiteY6" fmla="*/ 0 h 4660463"/>
              <a:gd name="connsiteX7" fmla="*/ 6510337 w 6510337"/>
              <a:gd name="connsiteY7" fmla="*/ 1066800 h 4660463"/>
              <a:gd name="connsiteX8" fmla="*/ 6181725 w 6510337"/>
              <a:gd name="connsiteY8" fmla="*/ 1104901 h 4660463"/>
              <a:gd name="connsiteX9" fmla="*/ 5421247 w 6510337"/>
              <a:gd name="connsiteY9" fmla="*/ 2119248 h 4660463"/>
              <a:gd name="connsiteX10" fmla="*/ 4446587 w 6510337"/>
              <a:gd name="connsiteY10" fmla="*/ 3040063 h 4660463"/>
              <a:gd name="connsiteX11" fmla="*/ 3236912 w 6510337"/>
              <a:gd name="connsiteY11" fmla="*/ 3668713 h 4660463"/>
              <a:gd name="connsiteX12" fmla="*/ 1362075 w 6510337"/>
              <a:gd name="connsiteY12" fmla="*/ 4660463 h 4660463"/>
              <a:gd name="connsiteX13" fmla="*/ 0 w 6510337"/>
              <a:gd name="connsiteY13" fmla="*/ 3924301 h 4660463"/>
              <a:gd name="connsiteX0" fmla="*/ 0 w 6510337"/>
              <a:gd name="connsiteY0" fmla="*/ 3924301 h 4660463"/>
              <a:gd name="connsiteX1" fmla="*/ 2284412 w 6510337"/>
              <a:gd name="connsiteY1" fmla="*/ 3440113 h 4660463"/>
              <a:gd name="connsiteX2" fmla="*/ 3703637 w 6510337"/>
              <a:gd name="connsiteY2" fmla="*/ 2754313 h 4660463"/>
              <a:gd name="connsiteX3" fmla="*/ 4846637 w 6510337"/>
              <a:gd name="connsiteY3" fmla="*/ 1925638 h 4660463"/>
              <a:gd name="connsiteX4" fmla="*/ 5543550 w 6510337"/>
              <a:gd name="connsiteY4" fmla="*/ 1104901 h 4660463"/>
              <a:gd name="connsiteX5" fmla="*/ 5295900 w 6510337"/>
              <a:gd name="connsiteY5" fmla="*/ 1066801 h 4660463"/>
              <a:gd name="connsiteX6" fmla="*/ 6510337 w 6510337"/>
              <a:gd name="connsiteY6" fmla="*/ 0 h 4660463"/>
              <a:gd name="connsiteX7" fmla="*/ 6510337 w 6510337"/>
              <a:gd name="connsiteY7" fmla="*/ 1066800 h 4660463"/>
              <a:gd name="connsiteX8" fmla="*/ 6181725 w 6510337"/>
              <a:gd name="connsiteY8" fmla="*/ 1104901 h 4660463"/>
              <a:gd name="connsiteX9" fmla="*/ 5421247 w 6510337"/>
              <a:gd name="connsiteY9" fmla="*/ 2119248 h 4660463"/>
              <a:gd name="connsiteX10" fmla="*/ 4446587 w 6510337"/>
              <a:gd name="connsiteY10" fmla="*/ 3040063 h 4660463"/>
              <a:gd name="connsiteX11" fmla="*/ 3236912 w 6510337"/>
              <a:gd name="connsiteY11" fmla="*/ 3668713 h 4660463"/>
              <a:gd name="connsiteX12" fmla="*/ 1362075 w 6510337"/>
              <a:gd name="connsiteY12" fmla="*/ 4660463 h 4660463"/>
              <a:gd name="connsiteX13" fmla="*/ 0 w 6510337"/>
              <a:gd name="connsiteY13" fmla="*/ 3924301 h 4660463"/>
              <a:gd name="connsiteX0" fmla="*/ 0 w 6510337"/>
              <a:gd name="connsiteY0" fmla="*/ 3924301 h 4660463"/>
              <a:gd name="connsiteX1" fmla="*/ 2284412 w 6510337"/>
              <a:gd name="connsiteY1" fmla="*/ 3440113 h 4660463"/>
              <a:gd name="connsiteX2" fmla="*/ 3703637 w 6510337"/>
              <a:gd name="connsiteY2" fmla="*/ 2754313 h 4660463"/>
              <a:gd name="connsiteX3" fmla="*/ 4846637 w 6510337"/>
              <a:gd name="connsiteY3" fmla="*/ 1925638 h 4660463"/>
              <a:gd name="connsiteX4" fmla="*/ 5543550 w 6510337"/>
              <a:gd name="connsiteY4" fmla="*/ 1104901 h 4660463"/>
              <a:gd name="connsiteX5" fmla="*/ 5295900 w 6510337"/>
              <a:gd name="connsiteY5" fmla="*/ 1066801 h 4660463"/>
              <a:gd name="connsiteX6" fmla="*/ 6510337 w 6510337"/>
              <a:gd name="connsiteY6" fmla="*/ 0 h 4660463"/>
              <a:gd name="connsiteX7" fmla="*/ 6510337 w 6510337"/>
              <a:gd name="connsiteY7" fmla="*/ 1066800 h 4660463"/>
              <a:gd name="connsiteX8" fmla="*/ 6181725 w 6510337"/>
              <a:gd name="connsiteY8" fmla="*/ 1104901 h 4660463"/>
              <a:gd name="connsiteX9" fmla="*/ 5421247 w 6510337"/>
              <a:gd name="connsiteY9" fmla="*/ 2119248 h 4660463"/>
              <a:gd name="connsiteX10" fmla="*/ 4446587 w 6510337"/>
              <a:gd name="connsiteY10" fmla="*/ 3040063 h 4660463"/>
              <a:gd name="connsiteX11" fmla="*/ 3436937 w 6510337"/>
              <a:gd name="connsiteY11" fmla="*/ 3792538 h 4660463"/>
              <a:gd name="connsiteX12" fmla="*/ 1362075 w 6510337"/>
              <a:gd name="connsiteY12" fmla="*/ 4660463 h 4660463"/>
              <a:gd name="connsiteX13" fmla="*/ 0 w 6510337"/>
              <a:gd name="connsiteY13" fmla="*/ 3924301 h 4660463"/>
              <a:gd name="connsiteX0" fmla="*/ 0 w 6510337"/>
              <a:gd name="connsiteY0" fmla="*/ 3924301 h 4660463"/>
              <a:gd name="connsiteX1" fmla="*/ 2284412 w 6510337"/>
              <a:gd name="connsiteY1" fmla="*/ 3440113 h 4660463"/>
              <a:gd name="connsiteX2" fmla="*/ 3703637 w 6510337"/>
              <a:gd name="connsiteY2" fmla="*/ 2754313 h 4660463"/>
              <a:gd name="connsiteX3" fmla="*/ 4846637 w 6510337"/>
              <a:gd name="connsiteY3" fmla="*/ 1925638 h 4660463"/>
              <a:gd name="connsiteX4" fmla="*/ 5543550 w 6510337"/>
              <a:gd name="connsiteY4" fmla="*/ 1104901 h 4660463"/>
              <a:gd name="connsiteX5" fmla="*/ 5295900 w 6510337"/>
              <a:gd name="connsiteY5" fmla="*/ 1066801 h 4660463"/>
              <a:gd name="connsiteX6" fmla="*/ 6510337 w 6510337"/>
              <a:gd name="connsiteY6" fmla="*/ 0 h 4660463"/>
              <a:gd name="connsiteX7" fmla="*/ 6510337 w 6510337"/>
              <a:gd name="connsiteY7" fmla="*/ 1066800 h 4660463"/>
              <a:gd name="connsiteX8" fmla="*/ 6181725 w 6510337"/>
              <a:gd name="connsiteY8" fmla="*/ 1104901 h 4660463"/>
              <a:gd name="connsiteX9" fmla="*/ 5421247 w 6510337"/>
              <a:gd name="connsiteY9" fmla="*/ 2119248 h 4660463"/>
              <a:gd name="connsiteX10" fmla="*/ 4446587 w 6510337"/>
              <a:gd name="connsiteY10" fmla="*/ 3040063 h 4660463"/>
              <a:gd name="connsiteX11" fmla="*/ 3436937 w 6510337"/>
              <a:gd name="connsiteY11" fmla="*/ 3792538 h 4660463"/>
              <a:gd name="connsiteX12" fmla="*/ 1362075 w 6510337"/>
              <a:gd name="connsiteY12" fmla="*/ 4660463 h 4660463"/>
              <a:gd name="connsiteX13" fmla="*/ 0 w 6510337"/>
              <a:gd name="connsiteY13" fmla="*/ 3924301 h 4660463"/>
              <a:gd name="connsiteX0" fmla="*/ 0 w 6510337"/>
              <a:gd name="connsiteY0" fmla="*/ 3924301 h 4660463"/>
              <a:gd name="connsiteX1" fmla="*/ 2284412 w 6510337"/>
              <a:gd name="connsiteY1" fmla="*/ 3440113 h 4660463"/>
              <a:gd name="connsiteX2" fmla="*/ 3703637 w 6510337"/>
              <a:gd name="connsiteY2" fmla="*/ 2754313 h 4660463"/>
              <a:gd name="connsiteX3" fmla="*/ 4846637 w 6510337"/>
              <a:gd name="connsiteY3" fmla="*/ 1925638 h 4660463"/>
              <a:gd name="connsiteX4" fmla="*/ 5543550 w 6510337"/>
              <a:gd name="connsiteY4" fmla="*/ 1104901 h 4660463"/>
              <a:gd name="connsiteX5" fmla="*/ 5295900 w 6510337"/>
              <a:gd name="connsiteY5" fmla="*/ 1066801 h 4660463"/>
              <a:gd name="connsiteX6" fmla="*/ 6510337 w 6510337"/>
              <a:gd name="connsiteY6" fmla="*/ 0 h 4660463"/>
              <a:gd name="connsiteX7" fmla="*/ 6510337 w 6510337"/>
              <a:gd name="connsiteY7" fmla="*/ 1066800 h 4660463"/>
              <a:gd name="connsiteX8" fmla="*/ 6181725 w 6510337"/>
              <a:gd name="connsiteY8" fmla="*/ 1104901 h 4660463"/>
              <a:gd name="connsiteX9" fmla="*/ 5421247 w 6510337"/>
              <a:gd name="connsiteY9" fmla="*/ 2119248 h 4660463"/>
              <a:gd name="connsiteX10" fmla="*/ 4446587 w 6510337"/>
              <a:gd name="connsiteY10" fmla="*/ 3040063 h 4660463"/>
              <a:gd name="connsiteX11" fmla="*/ 3436937 w 6510337"/>
              <a:gd name="connsiteY11" fmla="*/ 3792538 h 4660463"/>
              <a:gd name="connsiteX12" fmla="*/ 1970087 w 6510337"/>
              <a:gd name="connsiteY12" fmla="*/ 4402138 h 4660463"/>
              <a:gd name="connsiteX13" fmla="*/ 1362075 w 6510337"/>
              <a:gd name="connsiteY13" fmla="*/ 4660463 h 4660463"/>
              <a:gd name="connsiteX14" fmla="*/ 0 w 6510337"/>
              <a:gd name="connsiteY14" fmla="*/ 3924301 h 4660463"/>
              <a:gd name="connsiteX0" fmla="*/ 0 w 6510337"/>
              <a:gd name="connsiteY0" fmla="*/ 3924301 h 4660463"/>
              <a:gd name="connsiteX1" fmla="*/ 903287 w 6510337"/>
              <a:gd name="connsiteY1" fmla="*/ 3744913 h 4660463"/>
              <a:gd name="connsiteX2" fmla="*/ 2284412 w 6510337"/>
              <a:gd name="connsiteY2" fmla="*/ 3440113 h 4660463"/>
              <a:gd name="connsiteX3" fmla="*/ 3703637 w 6510337"/>
              <a:gd name="connsiteY3" fmla="*/ 2754313 h 4660463"/>
              <a:gd name="connsiteX4" fmla="*/ 4846637 w 6510337"/>
              <a:gd name="connsiteY4" fmla="*/ 1925638 h 4660463"/>
              <a:gd name="connsiteX5" fmla="*/ 5543550 w 6510337"/>
              <a:gd name="connsiteY5" fmla="*/ 1104901 h 4660463"/>
              <a:gd name="connsiteX6" fmla="*/ 5295900 w 6510337"/>
              <a:gd name="connsiteY6" fmla="*/ 1066801 h 4660463"/>
              <a:gd name="connsiteX7" fmla="*/ 6510337 w 6510337"/>
              <a:gd name="connsiteY7" fmla="*/ 0 h 4660463"/>
              <a:gd name="connsiteX8" fmla="*/ 6510337 w 6510337"/>
              <a:gd name="connsiteY8" fmla="*/ 1066800 h 4660463"/>
              <a:gd name="connsiteX9" fmla="*/ 6181725 w 6510337"/>
              <a:gd name="connsiteY9" fmla="*/ 1104901 h 4660463"/>
              <a:gd name="connsiteX10" fmla="*/ 5421247 w 6510337"/>
              <a:gd name="connsiteY10" fmla="*/ 2119248 h 4660463"/>
              <a:gd name="connsiteX11" fmla="*/ 4446587 w 6510337"/>
              <a:gd name="connsiteY11" fmla="*/ 3040063 h 4660463"/>
              <a:gd name="connsiteX12" fmla="*/ 3436937 w 6510337"/>
              <a:gd name="connsiteY12" fmla="*/ 3792538 h 4660463"/>
              <a:gd name="connsiteX13" fmla="*/ 1970087 w 6510337"/>
              <a:gd name="connsiteY13" fmla="*/ 4402138 h 4660463"/>
              <a:gd name="connsiteX14" fmla="*/ 1362075 w 6510337"/>
              <a:gd name="connsiteY14" fmla="*/ 4660463 h 4660463"/>
              <a:gd name="connsiteX15" fmla="*/ 0 w 6510337"/>
              <a:gd name="connsiteY15" fmla="*/ 3924301 h 4660463"/>
              <a:gd name="connsiteX0" fmla="*/ 0 w 6510337"/>
              <a:gd name="connsiteY0" fmla="*/ 3924301 h 4660463"/>
              <a:gd name="connsiteX1" fmla="*/ 1074737 w 6510337"/>
              <a:gd name="connsiteY1" fmla="*/ 4116388 h 4660463"/>
              <a:gd name="connsiteX2" fmla="*/ 2284412 w 6510337"/>
              <a:gd name="connsiteY2" fmla="*/ 3440113 h 4660463"/>
              <a:gd name="connsiteX3" fmla="*/ 3703637 w 6510337"/>
              <a:gd name="connsiteY3" fmla="*/ 2754313 h 4660463"/>
              <a:gd name="connsiteX4" fmla="*/ 4846637 w 6510337"/>
              <a:gd name="connsiteY4" fmla="*/ 1925638 h 4660463"/>
              <a:gd name="connsiteX5" fmla="*/ 5543550 w 6510337"/>
              <a:gd name="connsiteY5" fmla="*/ 1104901 h 4660463"/>
              <a:gd name="connsiteX6" fmla="*/ 5295900 w 6510337"/>
              <a:gd name="connsiteY6" fmla="*/ 1066801 h 4660463"/>
              <a:gd name="connsiteX7" fmla="*/ 6510337 w 6510337"/>
              <a:gd name="connsiteY7" fmla="*/ 0 h 4660463"/>
              <a:gd name="connsiteX8" fmla="*/ 6510337 w 6510337"/>
              <a:gd name="connsiteY8" fmla="*/ 1066800 h 4660463"/>
              <a:gd name="connsiteX9" fmla="*/ 6181725 w 6510337"/>
              <a:gd name="connsiteY9" fmla="*/ 1104901 h 4660463"/>
              <a:gd name="connsiteX10" fmla="*/ 5421247 w 6510337"/>
              <a:gd name="connsiteY10" fmla="*/ 2119248 h 4660463"/>
              <a:gd name="connsiteX11" fmla="*/ 4446587 w 6510337"/>
              <a:gd name="connsiteY11" fmla="*/ 3040063 h 4660463"/>
              <a:gd name="connsiteX12" fmla="*/ 3436937 w 6510337"/>
              <a:gd name="connsiteY12" fmla="*/ 3792538 h 4660463"/>
              <a:gd name="connsiteX13" fmla="*/ 1970087 w 6510337"/>
              <a:gd name="connsiteY13" fmla="*/ 4402138 h 4660463"/>
              <a:gd name="connsiteX14" fmla="*/ 1362075 w 6510337"/>
              <a:gd name="connsiteY14" fmla="*/ 4660463 h 4660463"/>
              <a:gd name="connsiteX15" fmla="*/ 0 w 6510337"/>
              <a:gd name="connsiteY15" fmla="*/ 3924301 h 4660463"/>
              <a:gd name="connsiteX0" fmla="*/ 0 w 6510337"/>
              <a:gd name="connsiteY0" fmla="*/ 3924301 h 4660463"/>
              <a:gd name="connsiteX1" fmla="*/ 1350962 w 6510337"/>
              <a:gd name="connsiteY1" fmla="*/ 3840163 h 4660463"/>
              <a:gd name="connsiteX2" fmla="*/ 2284412 w 6510337"/>
              <a:gd name="connsiteY2" fmla="*/ 3440113 h 4660463"/>
              <a:gd name="connsiteX3" fmla="*/ 3703637 w 6510337"/>
              <a:gd name="connsiteY3" fmla="*/ 2754313 h 4660463"/>
              <a:gd name="connsiteX4" fmla="*/ 4846637 w 6510337"/>
              <a:gd name="connsiteY4" fmla="*/ 1925638 h 4660463"/>
              <a:gd name="connsiteX5" fmla="*/ 5543550 w 6510337"/>
              <a:gd name="connsiteY5" fmla="*/ 1104901 h 4660463"/>
              <a:gd name="connsiteX6" fmla="*/ 5295900 w 6510337"/>
              <a:gd name="connsiteY6" fmla="*/ 1066801 h 4660463"/>
              <a:gd name="connsiteX7" fmla="*/ 6510337 w 6510337"/>
              <a:gd name="connsiteY7" fmla="*/ 0 h 4660463"/>
              <a:gd name="connsiteX8" fmla="*/ 6510337 w 6510337"/>
              <a:gd name="connsiteY8" fmla="*/ 1066800 h 4660463"/>
              <a:gd name="connsiteX9" fmla="*/ 6181725 w 6510337"/>
              <a:gd name="connsiteY9" fmla="*/ 1104901 h 4660463"/>
              <a:gd name="connsiteX10" fmla="*/ 5421247 w 6510337"/>
              <a:gd name="connsiteY10" fmla="*/ 2119248 h 4660463"/>
              <a:gd name="connsiteX11" fmla="*/ 4446587 w 6510337"/>
              <a:gd name="connsiteY11" fmla="*/ 3040063 h 4660463"/>
              <a:gd name="connsiteX12" fmla="*/ 3436937 w 6510337"/>
              <a:gd name="connsiteY12" fmla="*/ 3792538 h 4660463"/>
              <a:gd name="connsiteX13" fmla="*/ 1970087 w 6510337"/>
              <a:gd name="connsiteY13" fmla="*/ 4402138 h 4660463"/>
              <a:gd name="connsiteX14" fmla="*/ 1362075 w 6510337"/>
              <a:gd name="connsiteY14" fmla="*/ 4660463 h 4660463"/>
              <a:gd name="connsiteX15" fmla="*/ 0 w 6510337"/>
              <a:gd name="connsiteY15" fmla="*/ 3924301 h 4660463"/>
              <a:gd name="connsiteX0" fmla="*/ 0 w 6075170"/>
              <a:gd name="connsiteY0" fmla="*/ 4660463 h 4660463"/>
              <a:gd name="connsiteX1" fmla="*/ 915795 w 6075170"/>
              <a:gd name="connsiteY1" fmla="*/ 3840163 h 4660463"/>
              <a:gd name="connsiteX2" fmla="*/ 1849245 w 6075170"/>
              <a:gd name="connsiteY2" fmla="*/ 3440113 h 4660463"/>
              <a:gd name="connsiteX3" fmla="*/ 3268470 w 6075170"/>
              <a:gd name="connsiteY3" fmla="*/ 2754313 h 4660463"/>
              <a:gd name="connsiteX4" fmla="*/ 4411470 w 6075170"/>
              <a:gd name="connsiteY4" fmla="*/ 1925638 h 4660463"/>
              <a:gd name="connsiteX5" fmla="*/ 5108383 w 6075170"/>
              <a:gd name="connsiteY5" fmla="*/ 1104901 h 4660463"/>
              <a:gd name="connsiteX6" fmla="*/ 4860733 w 6075170"/>
              <a:gd name="connsiteY6" fmla="*/ 1066801 h 4660463"/>
              <a:gd name="connsiteX7" fmla="*/ 6075170 w 6075170"/>
              <a:gd name="connsiteY7" fmla="*/ 0 h 4660463"/>
              <a:gd name="connsiteX8" fmla="*/ 6075170 w 6075170"/>
              <a:gd name="connsiteY8" fmla="*/ 1066800 h 4660463"/>
              <a:gd name="connsiteX9" fmla="*/ 5746558 w 6075170"/>
              <a:gd name="connsiteY9" fmla="*/ 1104901 h 4660463"/>
              <a:gd name="connsiteX10" fmla="*/ 4986080 w 6075170"/>
              <a:gd name="connsiteY10" fmla="*/ 2119248 h 4660463"/>
              <a:gd name="connsiteX11" fmla="*/ 4011420 w 6075170"/>
              <a:gd name="connsiteY11" fmla="*/ 3040063 h 4660463"/>
              <a:gd name="connsiteX12" fmla="*/ 3001770 w 6075170"/>
              <a:gd name="connsiteY12" fmla="*/ 3792538 h 4660463"/>
              <a:gd name="connsiteX13" fmla="*/ 1534920 w 6075170"/>
              <a:gd name="connsiteY13" fmla="*/ 4402138 h 4660463"/>
              <a:gd name="connsiteX14" fmla="*/ 926908 w 6075170"/>
              <a:gd name="connsiteY14" fmla="*/ 4660463 h 4660463"/>
              <a:gd name="connsiteX15" fmla="*/ 0 w 6075170"/>
              <a:gd name="connsiteY15" fmla="*/ 4660463 h 4660463"/>
              <a:gd name="connsiteX0" fmla="*/ 0 w 6075170"/>
              <a:gd name="connsiteY0" fmla="*/ 4660463 h 4660463"/>
              <a:gd name="connsiteX1" fmla="*/ 56957 w 6075170"/>
              <a:gd name="connsiteY1" fmla="*/ 3889375 h 4660463"/>
              <a:gd name="connsiteX2" fmla="*/ 1849245 w 6075170"/>
              <a:gd name="connsiteY2" fmla="*/ 3440113 h 4660463"/>
              <a:gd name="connsiteX3" fmla="*/ 3268470 w 6075170"/>
              <a:gd name="connsiteY3" fmla="*/ 2754313 h 4660463"/>
              <a:gd name="connsiteX4" fmla="*/ 4411470 w 6075170"/>
              <a:gd name="connsiteY4" fmla="*/ 1925638 h 4660463"/>
              <a:gd name="connsiteX5" fmla="*/ 5108383 w 6075170"/>
              <a:gd name="connsiteY5" fmla="*/ 1104901 h 4660463"/>
              <a:gd name="connsiteX6" fmla="*/ 4860733 w 6075170"/>
              <a:gd name="connsiteY6" fmla="*/ 1066801 h 4660463"/>
              <a:gd name="connsiteX7" fmla="*/ 6075170 w 6075170"/>
              <a:gd name="connsiteY7" fmla="*/ 0 h 4660463"/>
              <a:gd name="connsiteX8" fmla="*/ 6075170 w 6075170"/>
              <a:gd name="connsiteY8" fmla="*/ 1066800 h 4660463"/>
              <a:gd name="connsiteX9" fmla="*/ 5746558 w 6075170"/>
              <a:gd name="connsiteY9" fmla="*/ 1104901 h 4660463"/>
              <a:gd name="connsiteX10" fmla="*/ 4986080 w 6075170"/>
              <a:gd name="connsiteY10" fmla="*/ 2119248 h 4660463"/>
              <a:gd name="connsiteX11" fmla="*/ 4011420 w 6075170"/>
              <a:gd name="connsiteY11" fmla="*/ 3040063 h 4660463"/>
              <a:gd name="connsiteX12" fmla="*/ 3001770 w 6075170"/>
              <a:gd name="connsiteY12" fmla="*/ 3792538 h 4660463"/>
              <a:gd name="connsiteX13" fmla="*/ 1534920 w 6075170"/>
              <a:gd name="connsiteY13" fmla="*/ 4402138 h 4660463"/>
              <a:gd name="connsiteX14" fmla="*/ 926908 w 6075170"/>
              <a:gd name="connsiteY14" fmla="*/ 4660463 h 4660463"/>
              <a:gd name="connsiteX15" fmla="*/ 0 w 6075170"/>
              <a:gd name="connsiteY15" fmla="*/ 4660463 h 4660463"/>
              <a:gd name="connsiteX0" fmla="*/ 0 w 6510338"/>
              <a:gd name="connsiteY0" fmla="*/ 3924301 h 4660463"/>
              <a:gd name="connsiteX1" fmla="*/ 492125 w 6510338"/>
              <a:gd name="connsiteY1" fmla="*/ 3889375 h 4660463"/>
              <a:gd name="connsiteX2" fmla="*/ 2284413 w 6510338"/>
              <a:gd name="connsiteY2" fmla="*/ 3440113 h 4660463"/>
              <a:gd name="connsiteX3" fmla="*/ 3703638 w 6510338"/>
              <a:gd name="connsiteY3" fmla="*/ 2754313 h 4660463"/>
              <a:gd name="connsiteX4" fmla="*/ 4846638 w 6510338"/>
              <a:gd name="connsiteY4" fmla="*/ 1925638 h 4660463"/>
              <a:gd name="connsiteX5" fmla="*/ 5543551 w 6510338"/>
              <a:gd name="connsiteY5" fmla="*/ 1104901 h 4660463"/>
              <a:gd name="connsiteX6" fmla="*/ 5295901 w 6510338"/>
              <a:gd name="connsiteY6" fmla="*/ 1066801 h 4660463"/>
              <a:gd name="connsiteX7" fmla="*/ 6510338 w 6510338"/>
              <a:gd name="connsiteY7" fmla="*/ 0 h 4660463"/>
              <a:gd name="connsiteX8" fmla="*/ 6510338 w 6510338"/>
              <a:gd name="connsiteY8" fmla="*/ 1066800 h 4660463"/>
              <a:gd name="connsiteX9" fmla="*/ 6181726 w 6510338"/>
              <a:gd name="connsiteY9" fmla="*/ 1104901 h 4660463"/>
              <a:gd name="connsiteX10" fmla="*/ 5421248 w 6510338"/>
              <a:gd name="connsiteY10" fmla="*/ 2119248 h 4660463"/>
              <a:gd name="connsiteX11" fmla="*/ 4446588 w 6510338"/>
              <a:gd name="connsiteY11" fmla="*/ 3040063 h 4660463"/>
              <a:gd name="connsiteX12" fmla="*/ 3436938 w 6510338"/>
              <a:gd name="connsiteY12" fmla="*/ 3792538 h 4660463"/>
              <a:gd name="connsiteX13" fmla="*/ 1970088 w 6510338"/>
              <a:gd name="connsiteY13" fmla="*/ 4402138 h 4660463"/>
              <a:gd name="connsiteX14" fmla="*/ 1362076 w 6510338"/>
              <a:gd name="connsiteY14" fmla="*/ 4660463 h 4660463"/>
              <a:gd name="connsiteX15" fmla="*/ 0 w 6510338"/>
              <a:gd name="connsiteY15" fmla="*/ 3924301 h 4660463"/>
              <a:gd name="connsiteX0" fmla="*/ 0 w 6510338"/>
              <a:gd name="connsiteY0" fmla="*/ 3924301 h 4660463"/>
              <a:gd name="connsiteX1" fmla="*/ 492125 w 6510338"/>
              <a:gd name="connsiteY1" fmla="*/ 3889375 h 4660463"/>
              <a:gd name="connsiteX2" fmla="*/ 2284413 w 6510338"/>
              <a:gd name="connsiteY2" fmla="*/ 3440113 h 4660463"/>
              <a:gd name="connsiteX3" fmla="*/ 3703638 w 6510338"/>
              <a:gd name="connsiteY3" fmla="*/ 2754313 h 4660463"/>
              <a:gd name="connsiteX4" fmla="*/ 4846638 w 6510338"/>
              <a:gd name="connsiteY4" fmla="*/ 1925638 h 4660463"/>
              <a:gd name="connsiteX5" fmla="*/ 5543551 w 6510338"/>
              <a:gd name="connsiteY5" fmla="*/ 1104901 h 4660463"/>
              <a:gd name="connsiteX6" fmla="*/ 5295901 w 6510338"/>
              <a:gd name="connsiteY6" fmla="*/ 1066801 h 4660463"/>
              <a:gd name="connsiteX7" fmla="*/ 6510338 w 6510338"/>
              <a:gd name="connsiteY7" fmla="*/ 0 h 4660463"/>
              <a:gd name="connsiteX8" fmla="*/ 6510338 w 6510338"/>
              <a:gd name="connsiteY8" fmla="*/ 1066800 h 4660463"/>
              <a:gd name="connsiteX9" fmla="*/ 6181726 w 6510338"/>
              <a:gd name="connsiteY9" fmla="*/ 1104901 h 4660463"/>
              <a:gd name="connsiteX10" fmla="*/ 5421248 w 6510338"/>
              <a:gd name="connsiteY10" fmla="*/ 2119248 h 4660463"/>
              <a:gd name="connsiteX11" fmla="*/ 4446588 w 6510338"/>
              <a:gd name="connsiteY11" fmla="*/ 3040063 h 4660463"/>
              <a:gd name="connsiteX12" fmla="*/ 3436938 w 6510338"/>
              <a:gd name="connsiteY12" fmla="*/ 3792538 h 4660463"/>
              <a:gd name="connsiteX13" fmla="*/ 2012938 w 6510338"/>
              <a:gd name="connsiteY13" fmla="*/ 4470993 h 4660463"/>
              <a:gd name="connsiteX14" fmla="*/ 1362076 w 6510338"/>
              <a:gd name="connsiteY14" fmla="*/ 4660463 h 4660463"/>
              <a:gd name="connsiteX15" fmla="*/ 0 w 6510338"/>
              <a:gd name="connsiteY15" fmla="*/ 3924301 h 4660463"/>
              <a:gd name="connsiteX0" fmla="*/ 0 w 6510338"/>
              <a:gd name="connsiteY0" fmla="*/ 3924301 h 4660463"/>
              <a:gd name="connsiteX1" fmla="*/ 492125 w 6510338"/>
              <a:gd name="connsiteY1" fmla="*/ 3889375 h 4660463"/>
              <a:gd name="connsiteX2" fmla="*/ 2284413 w 6510338"/>
              <a:gd name="connsiteY2" fmla="*/ 3440113 h 4660463"/>
              <a:gd name="connsiteX3" fmla="*/ 3703638 w 6510338"/>
              <a:gd name="connsiteY3" fmla="*/ 2754313 h 4660463"/>
              <a:gd name="connsiteX4" fmla="*/ 4846638 w 6510338"/>
              <a:gd name="connsiteY4" fmla="*/ 1925638 h 4660463"/>
              <a:gd name="connsiteX5" fmla="*/ 5543551 w 6510338"/>
              <a:gd name="connsiteY5" fmla="*/ 1104901 h 4660463"/>
              <a:gd name="connsiteX6" fmla="*/ 5295901 w 6510338"/>
              <a:gd name="connsiteY6" fmla="*/ 1066801 h 4660463"/>
              <a:gd name="connsiteX7" fmla="*/ 6510338 w 6510338"/>
              <a:gd name="connsiteY7" fmla="*/ 0 h 4660463"/>
              <a:gd name="connsiteX8" fmla="*/ 6510338 w 6510338"/>
              <a:gd name="connsiteY8" fmla="*/ 1066800 h 4660463"/>
              <a:gd name="connsiteX9" fmla="*/ 6181726 w 6510338"/>
              <a:gd name="connsiteY9" fmla="*/ 1104901 h 4660463"/>
              <a:gd name="connsiteX10" fmla="*/ 5421248 w 6510338"/>
              <a:gd name="connsiteY10" fmla="*/ 2119248 h 4660463"/>
              <a:gd name="connsiteX11" fmla="*/ 4446588 w 6510338"/>
              <a:gd name="connsiteY11" fmla="*/ 3040063 h 4660463"/>
              <a:gd name="connsiteX12" fmla="*/ 3436938 w 6510338"/>
              <a:gd name="connsiteY12" fmla="*/ 3792538 h 4660463"/>
              <a:gd name="connsiteX13" fmla="*/ 2012938 w 6510338"/>
              <a:gd name="connsiteY13" fmla="*/ 4470993 h 4660463"/>
              <a:gd name="connsiteX14" fmla="*/ 1362076 w 6510338"/>
              <a:gd name="connsiteY14" fmla="*/ 4660463 h 4660463"/>
              <a:gd name="connsiteX15" fmla="*/ 0 w 6510338"/>
              <a:gd name="connsiteY15" fmla="*/ 3924301 h 4660463"/>
              <a:gd name="connsiteX0" fmla="*/ 0 w 6510338"/>
              <a:gd name="connsiteY0" fmla="*/ 3924301 h 4660463"/>
              <a:gd name="connsiteX1" fmla="*/ 492125 w 6510338"/>
              <a:gd name="connsiteY1" fmla="*/ 3889375 h 4660463"/>
              <a:gd name="connsiteX2" fmla="*/ 2284413 w 6510338"/>
              <a:gd name="connsiteY2" fmla="*/ 3440113 h 4660463"/>
              <a:gd name="connsiteX3" fmla="*/ 3703638 w 6510338"/>
              <a:gd name="connsiteY3" fmla="*/ 2754313 h 4660463"/>
              <a:gd name="connsiteX4" fmla="*/ 4846638 w 6510338"/>
              <a:gd name="connsiteY4" fmla="*/ 1925638 h 4660463"/>
              <a:gd name="connsiteX5" fmla="*/ 5543551 w 6510338"/>
              <a:gd name="connsiteY5" fmla="*/ 1104901 h 4660463"/>
              <a:gd name="connsiteX6" fmla="*/ 5295901 w 6510338"/>
              <a:gd name="connsiteY6" fmla="*/ 1066801 h 4660463"/>
              <a:gd name="connsiteX7" fmla="*/ 6510338 w 6510338"/>
              <a:gd name="connsiteY7" fmla="*/ 0 h 4660463"/>
              <a:gd name="connsiteX8" fmla="*/ 6510338 w 6510338"/>
              <a:gd name="connsiteY8" fmla="*/ 1066800 h 4660463"/>
              <a:gd name="connsiteX9" fmla="*/ 6181726 w 6510338"/>
              <a:gd name="connsiteY9" fmla="*/ 1104901 h 4660463"/>
              <a:gd name="connsiteX10" fmla="*/ 5421248 w 6510338"/>
              <a:gd name="connsiteY10" fmla="*/ 2119248 h 4660463"/>
              <a:gd name="connsiteX11" fmla="*/ 4446588 w 6510338"/>
              <a:gd name="connsiteY11" fmla="*/ 3040063 h 4660463"/>
              <a:gd name="connsiteX12" fmla="*/ 3436938 w 6510338"/>
              <a:gd name="connsiteY12" fmla="*/ 3792538 h 4660463"/>
              <a:gd name="connsiteX13" fmla="*/ 2012938 w 6510338"/>
              <a:gd name="connsiteY13" fmla="*/ 4470993 h 4660463"/>
              <a:gd name="connsiteX14" fmla="*/ 1362076 w 6510338"/>
              <a:gd name="connsiteY14" fmla="*/ 4660463 h 4660463"/>
              <a:gd name="connsiteX15" fmla="*/ 0 w 6510338"/>
              <a:gd name="connsiteY15" fmla="*/ 3924301 h 4660463"/>
              <a:gd name="connsiteX0" fmla="*/ 0 w 6510338"/>
              <a:gd name="connsiteY0" fmla="*/ 3924301 h 4660463"/>
              <a:gd name="connsiteX1" fmla="*/ 492125 w 6510338"/>
              <a:gd name="connsiteY1" fmla="*/ 3889375 h 4660463"/>
              <a:gd name="connsiteX2" fmla="*/ 2284413 w 6510338"/>
              <a:gd name="connsiteY2" fmla="*/ 3440113 h 4660463"/>
              <a:gd name="connsiteX3" fmla="*/ 3703638 w 6510338"/>
              <a:gd name="connsiteY3" fmla="*/ 2754313 h 4660463"/>
              <a:gd name="connsiteX4" fmla="*/ 4846638 w 6510338"/>
              <a:gd name="connsiteY4" fmla="*/ 1925638 h 4660463"/>
              <a:gd name="connsiteX5" fmla="*/ 5543551 w 6510338"/>
              <a:gd name="connsiteY5" fmla="*/ 1104901 h 4660463"/>
              <a:gd name="connsiteX6" fmla="*/ 5295901 w 6510338"/>
              <a:gd name="connsiteY6" fmla="*/ 1066801 h 4660463"/>
              <a:gd name="connsiteX7" fmla="*/ 6510338 w 6510338"/>
              <a:gd name="connsiteY7" fmla="*/ 0 h 4660463"/>
              <a:gd name="connsiteX8" fmla="*/ 6510338 w 6510338"/>
              <a:gd name="connsiteY8" fmla="*/ 1066800 h 4660463"/>
              <a:gd name="connsiteX9" fmla="*/ 6181726 w 6510338"/>
              <a:gd name="connsiteY9" fmla="*/ 1104901 h 4660463"/>
              <a:gd name="connsiteX10" fmla="*/ 5421248 w 6510338"/>
              <a:gd name="connsiteY10" fmla="*/ 2119248 h 4660463"/>
              <a:gd name="connsiteX11" fmla="*/ 4446588 w 6510338"/>
              <a:gd name="connsiteY11" fmla="*/ 3040063 h 4660463"/>
              <a:gd name="connsiteX12" fmla="*/ 3436938 w 6510338"/>
              <a:gd name="connsiteY12" fmla="*/ 3792538 h 4660463"/>
              <a:gd name="connsiteX13" fmla="*/ 2012938 w 6510338"/>
              <a:gd name="connsiteY13" fmla="*/ 4470993 h 4660463"/>
              <a:gd name="connsiteX14" fmla="*/ 1362076 w 6510338"/>
              <a:gd name="connsiteY14" fmla="*/ 4660463 h 4660463"/>
              <a:gd name="connsiteX15" fmla="*/ 0 w 6510338"/>
              <a:gd name="connsiteY15" fmla="*/ 3924301 h 4660463"/>
              <a:gd name="connsiteX0" fmla="*/ 0 w 6510338"/>
              <a:gd name="connsiteY0" fmla="*/ 3924301 h 4660463"/>
              <a:gd name="connsiteX1" fmla="*/ 492125 w 6510338"/>
              <a:gd name="connsiteY1" fmla="*/ 3889375 h 4660463"/>
              <a:gd name="connsiteX2" fmla="*/ 2284413 w 6510338"/>
              <a:gd name="connsiteY2" fmla="*/ 3440113 h 4660463"/>
              <a:gd name="connsiteX3" fmla="*/ 3703638 w 6510338"/>
              <a:gd name="connsiteY3" fmla="*/ 2754313 h 4660463"/>
              <a:gd name="connsiteX4" fmla="*/ 4846638 w 6510338"/>
              <a:gd name="connsiteY4" fmla="*/ 1925638 h 4660463"/>
              <a:gd name="connsiteX5" fmla="*/ 5543551 w 6510338"/>
              <a:gd name="connsiteY5" fmla="*/ 1104901 h 4660463"/>
              <a:gd name="connsiteX6" fmla="*/ 5295901 w 6510338"/>
              <a:gd name="connsiteY6" fmla="*/ 1066801 h 4660463"/>
              <a:gd name="connsiteX7" fmla="*/ 6510338 w 6510338"/>
              <a:gd name="connsiteY7" fmla="*/ 0 h 4660463"/>
              <a:gd name="connsiteX8" fmla="*/ 6510338 w 6510338"/>
              <a:gd name="connsiteY8" fmla="*/ 1066800 h 4660463"/>
              <a:gd name="connsiteX9" fmla="*/ 6181726 w 6510338"/>
              <a:gd name="connsiteY9" fmla="*/ 1104901 h 4660463"/>
              <a:gd name="connsiteX10" fmla="*/ 5421248 w 6510338"/>
              <a:gd name="connsiteY10" fmla="*/ 2119248 h 4660463"/>
              <a:gd name="connsiteX11" fmla="*/ 4446588 w 6510338"/>
              <a:gd name="connsiteY11" fmla="*/ 3040063 h 4660463"/>
              <a:gd name="connsiteX12" fmla="*/ 3436938 w 6510338"/>
              <a:gd name="connsiteY12" fmla="*/ 3792538 h 4660463"/>
              <a:gd name="connsiteX13" fmla="*/ 2012938 w 6510338"/>
              <a:gd name="connsiteY13" fmla="*/ 4470993 h 4660463"/>
              <a:gd name="connsiteX14" fmla="*/ 1362076 w 6510338"/>
              <a:gd name="connsiteY14" fmla="*/ 4660463 h 4660463"/>
              <a:gd name="connsiteX15" fmla="*/ 0 w 6510338"/>
              <a:gd name="connsiteY15" fmla="*/ 3924301 h 4660463"/>
              <a:gd name="connsiteX0" fmla="*/ 0 w 6510338"/>
              <a:gd name="connsiteY0" fmla="*/ 3924301 h 4660463"/>
              <a:gd name="connsiteX1" fmla="*/ 492125 w 6510338"/>
              <a:gd name="connsiteY1" fmla="*/ 3889375 h 4660463"/>
              <a:gd name="connsiteX2" fmla="*/ 2284413 w 6510338"/>
              <a:gd name="connsiteY2" fmla="*/ 3440113 h 4660463"/>
              <a:gd name="connsiteX3" fmla="*/ 3703638 w 6510338"/>
              <a:gd name="connsiteY3" fmla="*/ 2754313 h 4660463"/>
              <a:gd name="connsiteX4" fmla="*/ 4846638 w 6510338"/>
              <a:gd name="connsiteY4" fmla="*/ 1925638 h 4660463"/>
              <a:gd name="connsiteX5" fmla="*/ 5543551 w 6510338"/>
              <a:gd name="connsiteY5" fmla="*/ 1104901 h 4660463"/>
              <a:gd name="connsiteX6" fmla="*/ 5295901 w 6510338"/>
              <a:gd name="connsiteY6" fmla="*/ 1066801 h 4660463"/>
              <a:gd name="connsiteX7" fmla="*/ 6510338 w 6510338"/>
              <a:gd name="connsiteY7" fmla="*/ 0 h 4660463"/>
              <a:gd name="connsiteX8" fmla="*/ 6510338 w 6510338"/>
              <a:gd name="connsiteY8" fmla="*/ 1066800 h 4660463"/>
              <a:gd name="connsiteX9" fmla="*/ 6181726 w 6510338"/>
              <a:gd name="connsiteY9" fmla="*/ 1104901 h 4660463"/>
              <a:gd name="connsiteX10" fmla="*/ 5421248 w 6510338"/>
              <a:gd name="connsiteY10" fmla="*/ 2119248 h 4660463"/>
              <a:gd name="connsiteX11" fmla="*/ 4446588 w 6510338"/>
              <a:gd name="connsiteY11" fmla="*/ 3040063 h 4660463"/>
              <a:gd name="connsiteX12" fmla="*/ 3436938 w 6510338"/>
              <a:gd name="connsiteY12" fmla="*/ 3792538 h 4660463"/>
              <a:gd name="connsiteX13" fmla="*/ 2012938 w 6510338"/>
              <a:gd name="connsiteY13" fmla="*/ 4470993 h 4660463"/>
              <a:gd name="connsiteX14" fmla="*/ 1362076 w 6510338"/>
              <a:gd name="connsiteY14" fmla="*/ 4660463 h 4660463"/>
              <a:gd name="connsiteX15" fmla="*/ 0 w 6510338"/>
              <a:gd name="connsiteY15" fmla="*/ 3924301 h 4660463"/>
              <a:gd name="connsiteX0" fmla="*/ 0 w 6510338"/>
              <a:gd name="connsiteY0" fmla="*/ 3924301 h 4660463"/>
              <a:gd name="connsiteX1" fmla="*/ 492125 w 6510338"/>
              <a:gd name="connsiteY1" fmla="*/ 3889375 h 4660463"/>
              <a:gd name="connsiteX2" fmla="*/ 2284413 w 6510338"/>
              <a:gd name="connsiteY2" fmla="*/ 3440113 h 4660463"/>
              <a:gd name="connsiteX3" fmla="*/ 3703638 w 6510338"/>
              <a:gd name="connsiteY3" fmla="*/ 2754313 h 4660463"/>
              <a:gd name="connsiteX4" fmla="*/ 4846638 w 6510338"/>
              <a:gd name="connsiteY4" fmla="*/ 1925638 h 4660463"/>
              <a:gd name="connsiteX5" fmla="*/ 5543551 w 6510338"/>
              <a:gd name="connsiteY5" fmla="*/ 1104901 h 4660463"/>
              <a:gd name="connsiteX6" fmla="*/ 5295901 w 6510338"/>
              <a:gd name="connsiteY6" fmla="*/ 1066801 h 4660463"/>
              <a:gd name="connsiteX7" fmla="*/ 6510338 w 6510338"/>
              <a:gd name="connsiteY7" fmla="*/ 0 h 4660463"/>
              <a:gd name="connsiteX8" fmla="*/ 6510338 w 6510338"/>
              <a:gd name="connsiteY8" fmla="*/ 1066800 h 4660463"/>
              <a:gd name="connsiteX9" fmla="*/ 6181726 w 6510338"/>
              <a:gd name="connsiteY9" fmla="*/ 1104901 h 4660463"/>
              <a:gd name="connsiteX10" fmla="*/ 5421248 w 6510338"/>
              <a:gd name="connsiteY10" fmla="*/ 2119248 h 4660463"/>
              <a:gd name="connsiteX11" fmla="*/ 4446588 w 6510338"/>
              <a:gd name="connsiteY11" fmla="*/ 3040063 h 4660463"/>
              <a:gd name="connsiteX12" fmla="*/ 3436938 w 6510338"/>
              <a:gd name="connsiteY12" fmla="*/ 3792538 h 4660463"/>
              <a:gd name="connsiteX13" fmla="*/ 2012938 w 6510338"/>
              <a:gd name="connsiteY13" fmla="*/ 4470993 h 4660463"/>
              <a:gd name="connsiteX14" fmla="*/ 1362076 w 6510338"/>
              <a:gd name="connsiteY14" fmla="*/ 4660463 h 4660463"/>
              <a:gd name="connsiteX15" fmla="*/ 0 w 6510338"/>
              <a:gd name="connsiteY15" fmla="*/ 3924301 h 4660463"/>
              <a:gd name="connsiteX0" fmla="*/ 144992 w 6655330"/>
              <a:gd name="connsiteY0" fmla="*/ 3924301 h 4660463"/>
              <a:gd name="connsiteX1" fmla="*/ 637117 w 6655330"/>
              <a:gd name="connsiteY1" fmla="*/ 3889375 h 4660463"/>
              <a:gd name="connsiteX2" fmla="*/ 2429405 w 6655330"/>
              <a:gd name="connsiteY2" fmla="*/ 3440113 h 4660463"/>
              <a:gd name="connsiteX3" fmla="*/ 3848630 w 6655330"/>
              <a:gd name="connsiteY3" fmla="*/ 2754313 h 4660463"/>
              <a:gd name="connsiteX4" fmla="*/ 4991630 w 6655330"/>
              <a:gd name="connsiteY4" fmla="*/ 1925638 h 4660463"/>
              <a:gd name="connsiteX5" fmla="*/ 5688543 w 6655330"/>
              <a:gd name="connsiteY5" fmla="*/ 1104901 h 4660463"/>
              <a:gd name="connsiteX6" fmla="*/ 5440893 w 6655330"/>
              <a:gd name="connsiteY6" fmla="*/ 1066801 h 4660463"/>
              <a:gd name="connsiteX7" fmla="*/ 6655330 w 6655330"/>
              <a:gd name="connsiteY7" fmla="*/ 0 h 4660463"/>
              <a:gd name="connsiteX8" fmla="*/ 6655330 w 6655330"/>
              <a:gd name="connsiteY8" fmla="*/ 1066800 h 4660463"/>
              <a:gd name="connsiteX9" fmla="*/ 6326718 w 6655330"/>
              <a:gd name="connsiteY9" fmla="*/ 1104901 h 4660463"/>
              <a:gd name="connsiteX10" fmla="*/ 5566240 w 6655330"/>
              <a:gd name="connsiteY10" fmla="*/ 2119248 h 4660463"/>
              <a:gd name="connsiteX11" fmla="*/ 4591580 w 6655330"/>
              <a:gd name="connsiteY11" fmla="*/ 3040063 h 4660463"/>
              <a:gd name="connsiteX12" fmla="*/ 3581930 w 6655330"/>
              <a:gd name="connsiteY12" fmla="*/ 3792538 h 4660463"/>
              <a:gd name="connsiteX13" fmla="*/ 2157930 w 6655330"/>
              <a:gd name="connsiteY13" fmla="*/ 4470993 h 4660463"/>
              <a:gd name="connsiteX14" fmla="*/ 1507068 w 6655330"/>
              <a:gd name="connsiteY14" fmla="*/ 4660463 h 4660463"/>
              <a:gd name="connsiteX15" fmla="*/ 144992 w 6655330"/>
              <a:gd name="connsiteY15" fmla="*/ 3924301 h 4660463"/>
              <a:gd name="connsiteX0" fmla="*/ 144992 w 6655330"/>
              <a:gd name="connsiteY0" fmla="*/ 3924301 h 4751578"/>
              <a:gd name="connsiteX1" fmla="*/ 637117 w 6655330"/>
              <a:gd name="connsiteY1" fmla="*/ 3889375 h 4751578"/>
              <a:gd name="connsiteX2" fmla="*/ 2429405 w 6655330"/>
              <a:gd name="connsiteY2" fmla="*/ 3440113 h 4751578"/>
              <a:gd name="connsiteX3" fmla="*/ 3848630 w 6655330"/>
              <a:gd name="connsiteY3" fmla="*/ 2754313 h 4751578"/>
              <a:gd name="connsiteX4" fmla="*/ 4991630 w 6655330"/>
              <a:gd name="connsiteY4" fmla="*/ 1925638 h 4751578"/>
              <a:gd name="connsiteX5" fmla="*/ 5688543 w 6655330"/>
              <a:gd name="connsiteY5" fmla="*/ 1104901 h 4751578"/>
              <a:gd name="connsiteX6" fmla="*/ 5440893 w 6655330"/>
              <a:gd name="connsiteY6" fmla="*/ 1066801 h 4751578"/>
              <a:gd name="connsiteX7" fmla="*/ 6655330 w 6655330"/>
              <a:gd name="connsiteY7" fmla="*/ 0 h 4751578"/>
              <a:gd name="connsiteX8" fmla="*/ 6655330 w 6655330"/>
              <a:gd name="connsiteY8" fmla="*/ 1066800 h 4751578"/>
              <a:gd name="connsiteX9" fmla="*/ 6326718 w 6655330"/>
              <a:gd name="connsiteY9" fmla="*/ 1104901 h 4751578"/>
              <a:gd name="connsiteX10" fmla="*/ 5566240 w 6655330"/>
              <a:gd name="connsiteY10" fmla="*/ 2119248 h 4751578"/>
              <a:gd name="connsiteX11" fmla="*/ 4591580 w 6655330"/>
              <a:gd name="connsiteY11" fmla="*/ 3040063 h 4751578"/>
              <a:gd name="connsiteX12" fmla="*/ 3581930 w 6655330"/>
              <a:gd name="connsiteY12" fmla="*/ 3792538 h 4751578"/>
              <a:gd name="connsiteX13" fmla="*/ 2157930 w 6655330"/>
              <a:gd name="connsiteY13" fmla="*/ 4470993 h 4751578"/>
              <a:gd name="connsiteX14" fmla="*/ 1507068 w 6655330"/>
              <a:gd name="connsiteY14" fmla="*/ 4660463 h 4751578"/>
              <a:gd name="connsiteX15" fmla="*/ 144992 w 6655330"/>
              <a:gd name="connsiteY15" fmla="*/ 3924301 h 4751578"/>
              <a:gd name="connsiteX0" fmla="*/ 144992 w 6655330"/>
              <a:gd name="connsiteY0" fmla="*/ 3924301 h 4660463"/>
              <a:gd name="connsiteX1" fmla="*/ 637117 w 6655330"/>
              <a:gd name="connsiteY1" fmla="*/ 3889375 h 4660463"/>
              <a:gd name="connsiteX2" fmla="*/ 2429405 w 6655330"/>
              <a:gd name="connsiteY2" fmla="*/ 3440113 h 4660463"/>
              <a:gd name="connsiteX3" fmla="*/ 3848630 w 6655330"/>
              <a:gd name="connsiteY3" fmla="*/ 2754313 h 4660463"/>
              <a:gd name="connsiteX4" fmla="*/ 4991630 w 6655330"/>
              <a:gd name="connsiteY4" fmla="*/ 1925638 h 4660463"/>
              <a:gd name="connsiteX5" fmla="*/ 5688543 w 6655330"/>
              <a:gd name="connsiteY5" fmla="*/ 1104901 h 4660463"/>
              <a:gd name="connsiteX6" fmla="*/ 5440893 w 6655330"/>
              <a:gd name="connsiteY6" fmla="*/ 1066801 h 4660463"/>
              <a:gd name="connsiteX7" fmla="*/ 6655330 w 6655330"/>
              <a:gd name="connsiteY7" fmla="*/ 0 h 4660463"/>
              <a:gd name="connsiteX8" fmla="*/ 6655330 w 6655330"/>
              <a:gd name="connsiteY8" fmla="*/ 1066800 h 4660463"/>
              <a:gd name="connsiteX9" fmla="*/ 6326718 w 6655330"/>
              <a:gd name="connsiteY9" fmla="*/ 1104901 h 4660463"/>
              <a:gd name="connsiteX10" fmla="*/ 5566240 w 6655330"/>
              <a:gd name="connsiteY10" fmla="*/ 2119248 h 4660463"/>
              <a:gd name="connsiteX11" fmla="*/ 4591580 w 6655330"/>
              <a:gd name="connsiteY11" fmla="*/ 3040063 h 4660463"/>
              <a:gd name="connsiteX12" fmla="*/ 3581930 w 6655330"/>
              <a:gd name="connsiteY12" fmla="*/ 3792538 h 4660463"/>
              <a:gd name="connsiteX13" fmla="*/ 2157930 w 6655330"/>
              <a:gd name="connsiteY13" fmla="*/ 4470993 h 4660463"/>
              <a:gd name="connsiteX14" fmla="*/ 1507068 w 6655330"/>
              <a:gd name="connsiteY14" fmla="*/ 4660463 h 4660463"/>
              <a:gd name="connsiteX15" fmla="*/ 144992 w 6655330"/>
              <a:gd name="connsiteY15" fmla="*/ 3924301 h 4660463"/>
              <a:gd name="connsiteX0" fmla="*/ 144992 w 6655330"/>
              <a:gd name="connsiteY0" fmla="*/ 3924301 h 4660463"/>
              <a:gd name="connsiteX1" fmla="*/ 637117 w 6655330"/>
              <a:gd name="connsiteY1" fmla="*/ 3889375 h 4660463"/>
              <a:gd name="connsiteX2" fmla="*/ 2429405 w 6655330"/>
              <a:gd name="connsiteY2" fmla="*/ 3440113 h 4660463"/>
              <a:gd name="connsiteX3" fmla="*/ 3848630 w 6655330"/>
              <a:gd name="connsiteY3" fmla="*/ 2754313 h 4660463"/>
              <a:gd name="connsiteX4" fmla="*/ 4991630 w 6655330"/>
              <a:gd name="connsiteY4" fmla="*/ 1925638 h 4660463"/>
              <a:gd name="connsiteX5" fmla="*/ 5688543 w 6655330"/>
              <a:gd name="connsiteY5" fmla="*/ 1104901 h 4660463"/>
              <a:gd name="connsiteX6" fmla="*/ 5440893 w 6655330"/>
              <a:gd name="connsiteY6" fmla="*/ 1066801 h 4660463"/>
              <a:gd name="connsiteX7" fmla="*/ 6655330 w 6655330"/>
              <a:gd name="connsiteY7" fmla="*/ 0 h 4660463"/>
              <a:gd name="connsiteX8" fmla="*/ 6655330 w 6655330"/>
              <a:gd name="connsiteY8" fmla="*/ 1066800 h 4660463"/>
              <a:gd name="connsiteX9" fmla="*/ 6326718 w 6655330"/>
              <a:gd name="connsiteY9" fmla="*/ 1104901 h 4660463"/>
              <a:gd name="connsiteX10" fmla="*/ 5566240 w 6655330"/>
              <a:gd name="connsiteY10" fmla="*/ 2119248 h 4660463"/>
              <a:gd name="connsiteX11" fmla="*/ 4591580 w 6655330"/>
              <a:gd name="connsiteY11" fmla="*/ 3040063 h 4660463"/>
              <a:gd name="connsiteX12" fmla="*/ 3581930 w 6655330"/>
              <a:gd name="connsiteY12" fmla="*/ 3792538 h 4660463"/>
              <a:gd name="connsiteX13" fmla="*/ 2157930 w 6655330"/>
              <a:gd name="connsiteY13" fmla="*/ 4470993 h 4660463"/>
              <a:gd name="connsiteX14" fmla="*/ 1507068 w 6655330"/>
              <a:gd name="connsiteY14" fmla="*/ 4660463 h 4660463"/>
              <a:gd name="connsiteX15" fmla="*/ 144992 w 6655330"/>
              <a:gd name="connsiteY15" fmla="*/ 3924301 h 4660463"/>
              <a:gd name="connsiteX0" fmla="*/ 0 w 6510338"/>
              <a:gd name="connsiteY0" fmla="*/ 3924301 h 4660463"/>
              <a:gd name="connsiteX1" fmla="*/ 492125 w 6510338"/>
              <a:gd name="connsiteY1" fmla="*/ 3889375 h 4660463"/>
              <a:gd name="connsiteX2" fmla="*/ 2284413 w 6510338"/>
              <a:gd name="connsiteY2" fmla="*/ 3440113 h 4660463"/>
              <a:gd name="connsiteX3" fmla="*/ 3703638 w 6510338"/>
              <a:gd name="connsiteY3" fmla="*/ 2754313 h 4660463"/>
              <a:gd name="connsiteX4" fmla="*/ 4846638 w 6510338"/>
              <a:gd name="connsiteY4" fmla="*/ 1925638 h 4660463"/>
              <a:gd name="connsiteX5" fmla="*/ 5543551 w 6510338"/>
              <a:gd name="connsiteY5" fmla="*/ 1104901 h 4660463"/>
              <a:gd name="connsiteX6" fmla="*/ 5295901 w 6510338"/>
              <a:gd name="connsiteY6" fmla="*/ 1066801 h 4660463"/>
              <a:gd name="connsiteX7" fmla="*/ 6510338 w 6510338"/>
              <a:gd name="connsiteY7" fmla="*/ 0 h 4660463"/>
              <a:gd name="connsiteX8" fmla="*/ 6510338 w 6510338"/>
              <a:gd name="connsiteY8" fmla="*/ 1066800 h 4660463"/>
              <a:gd name="connsiteX9" fmla="*/ 6181726 w 6510338"/>
              <a:gd name="connsiteY9" fmla="*/ 1104901 h 4660463"/>
              <a:gd name="connsiteX10" fmla="*/ 5421248 w 6510338"/>
              <a:gd name="connsiteY10" fmla="*/ 2119248 h 4660463"/>
              <a:gd name="connsiteX11" fmla="*/ 4446588 w 6510338"/>
              <a:gd name="connsiteY11" fmla="*/ 3040063 h 4660463"/>
              <a:gd name="connsiteX12" fmla="*/ 3436938 w 6510338"/>
              <a:gd name="connsiteY12" fmla="*/ 3792538 h 4660463"/>
              <a:gd name="connsiteX13" fmla="*/ 2012938 w 6510338"/>
              <a:gd name="connsiteY13" fmla="*/ 4470993 h 4660463"/>
              <a:gd name="connsiteX14" fmla="*/ 1362076 w 6510338"/>
              <a:gd name="connsiteY14" fmla="*/ 4660463 h 4660463"/>
              <a:gd name="connsiteX15" fmla="*/ 0 w 6510338"/>
              <a:gd name="connsiteY15" fmla="*/ 3924301 h 4660463"/>
              <a:gd name="connsiteX0" fmla="*/ 0 w 6510338"/>
              <a:gd name="connsiteY0" fmla="*/ 3924301 h 4660463"/>
              <a:gd name="connsiteX1" fmla="*/ 492125 w 6510338"/>
              <a:gd name="connsiteY1" fmla="*/ 3889375 h 4660463"/>
              <a:gd name="connsiteX2" fmla="*/ 2284413 w 6510338"/>
              <a:gd name="connsiteY2" fmla="*/ 3440113 h 4660463"/>
              <a:gd name="connsiteX3" fmla="*/ 3703638 w 6510338"/>
              <a:gd name="connsiteY3" fmla="*/ 2754313 h 4660463"/>
              <a:gd name="connsiteX4" fmla="*/ 4846638 w 6510338"/>
              <a:gd name="connsiteY4" fmla="*/ 1925638 h 4660463"/>
              <a:gd name="connsiteX5" fmla="*/ 5543551 w 6510338"/>
              <a:gd name="connsiteY5" fmla="*/ 1104901 h 4660463"/>
              <a:gd name="connsiteX6" fmla="*/ 5295901 w 6510338"/>
              <a:gd name="connsiteY6" fmla="*/ 1066801 h 4660463"/>
              <a:gd name="connsiteX7" fmla="*/ 6510338 w 6510338"/>
              <a:gd name="connsiteY7" fmla="*/ 0 h 4660463"/>
              <a:gd name="connsiteX8" fmla="*/ 6510338 w 6510338"/>
              <a:gd name="connsiteY8" fmla="*/ 1066800 h 4660463"/>
              <a:gd name="connsiteX9" fmla="*/ 6181726 w 6510338"/>
              <a:gd name="connsiteY9" fmla="*/ 1104901 h 4660463"/>
              <a:gd name="connsiteX10" fmla="*/ 5421248 w 6510338"/>
              <a:gd name="connsiteY10" fmla="*/ 2119248 h 4660463"/>
              <a:gd name="connsiteX11" fmla="*/ 4446588 w 6510338"/>
              <a:gd name="connsiteY11" fmla="*/ 3040063 h 4660463"/>
              <a:gd name="connsiteX12" fmla="*/ 3436938 w 6510338"/>
              <a:gd name="connsiteY12" fmla="*/ 3792538 h 4660463"/>
              <a:gd name="connsiteX13" fmla="*/ 2012938 w 6510338"/>
              <a:gd name="connsiteY13" fmla="*/ 4470993 h 4660463"/>
              <a:gd name="connsiteX14" fmla="*/ 1362076 w 6510338"/>
              <a:gd name="connsiteY14" fmla="*/ 4660463 h 4660463"/>
              <a:gd name="connsiteX15" fmla="*/ 0 w 6510338"/>
              <a:gd name="connsiteY15" fmla="*/ 3924301 h 4660463"/>
              <a:gd name="connsiteX0" fmla="*/ 0 w 6510338"/>
              <a:gd name="connsiteY0" fmla="*/ 3924301 h 4660463"/>
              <a:gd name="connsiteX1" fmla="*/ 492125 w 6510338"/>
              <a:gd name="connsiteY1" fmla="*/ 3889375 h 4660463"/>
              <a:gd name="connsiteX2" fmla="*/ 2284413 w 6510338"/>
              <a:gd name="connsiteY2" fmla="*/ 3440113 h 4660463"/>
              <a:gd name="connsiteX3" fmla="*/ 3703638 w 6510338"/>
              <a:gd name="connsiteY3" fmla="*/ 2754313 h 4660463"/>
              <a:gd name="connsiteX4" fmla="*/ 4846638 w 6510338"/>
              <a:gd name="connsiteY4" fmla="*/ 1925638 h 4660463"/>
              <a:gd name="connsiteX5" fmla="*/ 5543551 w 6510338"/>
              <a:gd name="connsiteY5" fmla="*/ 1104901 h 4660463"/>
              <a:gd name="connsiteX6" fmla="*/ 5295901 w 6510338"/>
              <a:gd name="connsiteY6" fmla="*/ 1066801 h 4660463"/>
              <a:gd name="connsiteX7" fmla="*/ 6510338 w 6510338"/>
              <a:gd name="connsiteY7" fmla="*/ 0 h 4660463"/>
              <a:gd name="connsiteX8" fmla="*/ 6510338 w 6510338"/>
              <a:gd name="connsiteY8" fmla="*/ 1066800 h 4660463"/>
              <a:gd name="connsiteX9" fmla="*/ 6181726 w 6510338"/>
              <a:gd name="connsiteY9" fmla="*/ 1104901 h 4660463"/>
              <a:gd name="connsiteX10" fmla="*/ 5421248 w 6510338"/>
              <a:gd name="connsiteY10" fmla="*/ 2119248 h 4660463"/>
              <a:gd name="connsiteX11" fmla="*/ 4446588 w 6510338"/>
              <a:gd name="connsiteY11" fmla="*/ 3040063 h 4660463"/>
              <a:gd name="connsiteX12" fmla="*/ 3436938 w 6510338"/>
              <a:gd name="connsiteY12" fmla="*/ 3792538 h 4660463"/>
              <a:gd name="connsiteX13" fmla="*/ 2012938 w 6510338"/>
              <a:gd name="connsiteY13" fmla="*/ 4470993 h 4660463"/>
              <a:gd name="connsiteX14" fmla="*/ 1362076 w 6510338"/>
              <a:gd name="connsiteY14" fmla="*/ 4660463 h 4660463"/>
              <a:gd name="connsiteX15" fmla="*/ 0 w 6510338"/>
              <a:gd name="connsiteY15" fmla="*/ 3924301 h 4660463"/>
              <a:gd name="connsiteX0" fmla="*/ 0 w 6510338"/>
              <a:gd name="connsiteY0" fmla="*/ 3924301 h 4660463"/>
              <a:gd name="connsiteX1" fmla="*/ 492125 w 6510338"/>
              <a:gd name="connsiteY1" fmla="*/ 3889375 h 4660463"/>
              <a:gd name="connsiteX2" fmla="*/ 2284413 w 6510338"/>
              <a:gd name="connsiteY2" fmla="*/ 3440113 h 4660463"/>
              <a:gd name="connsiteX3" fmla="*/ 3703638 w 6510338"/>
              <a:gd name="connsiteY3" fmla="*/ 2754313 h 4660463"/>
              <a:gd name="connsiteX4" fmla="*/ 4846638 w 6510338"/>
              <a:gd name="connsiteY4" fmla="*/ 1925638 h 4660463"/>
              <a:gd name="connsiteX5" fmla="*/ 5543551 w 6510338"/>
              <a:gd name="connsiteY5" fmla="*/ 1104901 h 4660463"/>
              <a:gd name="connsiteX6" fmla="*/ 5295901 w 6510338"/>
              <a:gd name="connsiteY6" fmla="*/ 1066801 h 4660463"/>
              <a:gd name="connsiteX7" fmla="*/ 6510338 w 6510338"/>
              <a:gd name="connsiteY7" fmla="*/ 0 h 4660463"/>
              <a:gd name="connsiteX8" fmla="*/ 6510337 w 6510338"/>
              <a:gd name="connsiteY8" fmla="*/ 1104901 h 4660463"/>
              <a:gd name="connsiteX9" fmla="*/ 6181726 w 6510338"/>
              <a:gd name="connsiteY9" fmla="*/ 1104901 h 4660463"/>
              <a:gd name="connsiteX10" fmla="*/ 5421248 w 6510338"/>
              <a:gd name="connsiteY10" fmla="*/ 2119248 h 4660463"/>
              <a:gd name="connsiteX11" fmla="*/ 4446588 w 6510338"/>
              <a:gd name="connsiteY11" fmla="*/ 3040063 h 4660463"/>
              <a:gd name="connsiteX12" fmla="*/ 3436938 w 6510338"/>
              <a:gd name="connsiteY12" fmla="*/ 3792538 h 4660463"/>
              <a:gd name="connsiteX13" fmla="*/ 2012938 w 6510338"/>
              <a:gd name="connsiteY13" fmla="*/ 4470993 h 4660463"/>
              <a:gd name="connsiteX14" fmla="*/ 1362076 w 6510338"/>
              <a:gd name="connsiteY14" fmla="*/ 4660463 h 4660463"/>
              <a:gd name="connsiteX15" fmla="*/ 0 w 6510338"/>
              <a:gd name="connsiteY15" fmla="*/ 3924301 h 4660463"/>
              <a:gd name="connsiteX0" fmla="*/ 0 w 6510338"/>
              <a:gd name="connsiteY0" fmla="*/ 3924301 h 4660463"/>
              <a:gd name="connsiteX1" fmla="*/ 492125 w 6510338"/>
              <a:gd name="connsiteY1" fmla="*/ 3889375 h 4660463"/>
              <a:gd name="connsiteX2" fmla="*/ 2284413 w 6510338"/>
              <a:gd name="connsiteY2" fmla="*/ 3440113 h 4660463"/>
              <a:gd name="connsiteX3" fmla="*/ 3703638 w 6510338"/>
              <a:gd name="connsiteY3" fmla="*/ 2754313 h 4660463"/>
              <a:gd name="connsiteX4" fmla="*/ 4846638 w 6510338"/>
              <a:gd name="connsiteY4" fmla="*/ 1925638 h 4660463"/>
              <a:gd name="connsiteX5" fmla="*/ 5543550 w 6510338"/>
              <a:gd name="connsiteY5" fmla="*/ 1104901 h 4660463"/>
              <a:gd name="connsiteX6" fmla="*/ 5295901 w 6510338"/>
              <a:gd name="connsiteY6" fmla="*/ 1066801 h 4660463"/>
              <a:gd name="connsiteX7" fmla="*/ 6510338 w 6510338"/>
              <a:gd name="connsiteY7" fmla="*/ 0 h 4660463"/>
              <a:gd name="connsiteX8" fmla="*/ 6510337 w 6510338"/>
              <a:gd name="connsiteY8" fmla="*/ 1104901 h 4660463"/>
              <a:gd name="connsiteX9" fmla="*/ 6181726 w 6510338"/>
              <a:gd name="connsiteY9" fmla="*/ 1104901 h 4660463"/>
              <a:gd name="connsiteX10" fmla="*/ 5421248 w 6510338"/>
              <a:gd name="connsiteY10" fmla="*/ 2119248 h 4660463"/>
              <a:gd name="connsiteX11" fmla="*/ 4446588 w 6510338"/>
              <a:gd name="connsiteY11" fmla="*/ 3040063 h 4660463"/>
              <a:gd name="connsiteX12" fmla="*/ 3436938 w 6510338"/>
              <a:gd name="connsiteY12" fmla="*/ 3792538 h 4660463"/>
              <a:gd name="connsiteX13" fmla="*/ 2012938 w 6510338"/>
              <a:gd name="connsiteY13" fmla="*/ 4470993 h 4660463"/>
              <a:gd name="connsiteX14" fmla="*/ 1362076 w 6510338"/>
              <a:gd name="connsiteY14" fmla="*/ 4660463 h 4660463"/>
              <a:gd name="connsiteX15" fmla="*/ 0 w 6510338"/>
              <a:gd name="connsiteY15" fmla="*/ 3924301 h 4660463"/>
              <a:gd name="connsiteX0" fmla="*/ 0 w 6510338"/>
              <a:gd name="connsiteY0" fmla="*/ 3924301 h 4660463"/>
              <a:gd name="connsiteX1" fmla="*/ 492125 w 6510338"/>
              <a:gd name="connsiteY1" fmla="*/ 3889375 h 4660463"/>
              <a:gd name="connsiteX2" fmla="*/ 2284413 w 6510338"/>
              <a:gd name="connsiteY2" fmla="*/ 3440113 h 4660463"/>
              <a:gd name="connsiteX3" fmla="*/ 3703638 w 6510338"/>
              <a:gd name="connsiteY3" fmla="*/ 2754313 h 4660463"/>
              <a:gd name="connsiteX4" fmla="*/ 4846638 w 6510338"/>
              <a:gd name="connsiteY4" fmla="*/ 1925638 h 4660463"/>
              <a:gd name="connsiteX5" fmla="*/ 5543550 w 6510338"/>
              <a:gd name="connsiteY5" fmla="*/ 1104901 h 4660463"/>
              <a:gd name="connsiteX6" fmla="*/ 5295901 w 6510338"/>
              <a:gd name="connsiteY6" fmla="*/ 1066801 h 4660463"/>
              <a:gd name="connsiteX7" fmla="*/ 6510338 w 6510338"/>
              <a:gd name="connsiteY7" fmla="*/ 0 h 4660463"/>
              <a:gd name="connsiteX8" fmla="*/ 6510337 w 6510338"/>
              <a:gd name="connsiteY8" fmla="*/ 1104901 h 4660463"/>
              <a:gd name="connsiteX9" fmla="*/ 6181726 w 6510338"/>
              <a:gd name="connsiteY9" fmla="*/ 1152525 h 4660463"/>
              <a:gd name="connsiteX10" fmla="*/ 5421248 w 6510338"/>
              <a:gd name="connsiteY10" fmla="*/ 2119248 h 4660463"/>
              <a:gd name="connsiteX11" fmla="*/ 4446588 w 6510338"/>
              <a:gd name="connsiteY11" fmla="*/ 3040063 h 4660463"/>
              <a:gd name="connsiteX12" fmla="*/ 3436938 w 6510338"/>
              <a:gd name="connsiteY12" fmla="*/ 3792538 h 4660463"/>
              <a:gd name="connsiteX13" fmla="*/ 2012938 w 6510338"/>
              <a:gd name="connsiteY13" fmla="*/ 4470993 h 4660463"/>
              <a:gd name="connsiteX14" fmla="*/ 1362076 w 6510338"/>
              <a:gd name="connsiteY14" fmla="*/ 4660463 h 4660463"/>
              <a:gd name="connsiteX15" fmla="*/ 0 w 6510338"/>
              <a:gd name="connsiteY15" fmla="*/ 3924301 h 4660463"/>
              <a:gd name="connsiteX0" fmla="*/ 0 w 6510338"/>
              <a:gd name="connsiteY0" fmla="*/ 3924301 h 4660463"/>
              <a:gd name="connsiteX1" fmla="*/ 492125 w 6510338"/>
              <a:gd name="connsiteY1" fmla="*/ 3889375 h 4660463"/>
              <a:gd name="connsiteX2" fmla="*/ 2284413 w 6510338"/>
              <a:gd name="connsiteY2" fmla="*/ 3440113 h 4660463"/>
              <a:gd name="connsiteX3" fmla="*/ 3703638 w 6510338"/>
              <a:gd name="connsiteY3" fmla="*/ 2754313 h 4660463"/>
              <a:gd name="connsiteX4" fmla="*/ 4846638 w 6510338"/>
              <a:gd name="connsiteY4" fmla="*/ 1925638 h 4660463"/>
              <a:gd name="connsiteX5" fmla="*/ 5543550 w 6510338"/>
              <a:gd name="connsiteY5" fmla="*/ 1104901 h 4660463"/>
              <a:gd name="connsiteX6" fmla="*/ 5295901 w 6510338"/>
              <a:gd name="connsiteY6" fmla="*/ 1066801 h 4660463"/>
              <a:gd name="connsiteX7" fmla="*/ 6510338 w 6510338"/>
              <a:gd name="connsiteY7" fmla="*/ 0 h 4660463"/>
              <a:gd name="connsiteX8" fmla="*/ 6510338 w 6510338"/>
              <a:gd name="connsiteY8" fmla="*/ 1152525 h 4660463"/>
              <a:gd name="connsiteX9" fmla="*/ 6181726 w 6510338"/>
              <a:gd name="connsiteY9" fmla="*/ 1152525 h 4660463"/>
              <a:gd name="connsiteX10" fmla="*/ 5421248 w 6510338"/>
              <a:gd name="connsiteY10" fmla="*/ 2119248 h 4660463"/>
              <a:gd name="connsiteX11" fmla="*/ 4446588 w 6510338"/>
              <a:gd name="connsiteY11" fmla="*/ 3040063 h 4660463"/>
              <a:gd name="connsiteX12" fmla="*/ 3436938 w 6510338"/>
              <a:gd name="connsiteY12" fmla="*/ 3792538 h 4660463"/>
              <a:gd name="connsiteX13" fmla="*/ 2012938 w 6510338"/>
              <a:gd name="connsiteY13" fmla="*/ 4470993 h 4660463"/>
              <a:gd name="connsiteX14" fmla="*/ 1362076 w 6510338"/>
              <a:gd name="connsiteY14" fmla="*/ 4660463 h 4660463"/>
              <a:gd name="connsiteX15" fmla="*/ 0 w 6510338"/>
              <a:gd name="connsiteY15" fmla="*/ 3924301 h 4660463"/>
              <a:gd name="connsiteX0" fmla="*/ 0 w 6510338"/>
              <a:gd name="connsiteY0" fmla="*/ 3924301 h 4660463"/>
              <a:gd name="connsiteX1" fmla="*/ 492125 w 6510338"/>
              <a:gd name="connsiteY1" fmla="*/ 3889375 h 4660463"/>
              <a:gd name="connsiteX2" fmla="*/ 2284413 w 6510338"/>
              <a:gd name="connsiteY2" fmla="*/ 3440113 h 4660463"/>
              <a:gd name="connsiteX3" fmla="*/ 3703638 w 6510338"/>
              <a:gd name="connsiteY3" fmla="*/ 2754313 h 4660463"/>
              <a:gd name="connsiteX4" fmla="*/ 4846638 w 6510338"/>
              <a:gd name="connsiteY4" fmla="*/ 1925638 h 4660463"/>
              <a:gd name="connsiteX5" fmla="*/ 5543550 w 6510338"/>
              <a:gd name="connsiteY5" fmla="*/ 1104901 h 4660463"/>
              <a:gd name="connsiteX6" fmla="*/ 5295901 w 6510338"/>
              <a:gd name="connsiteY6" fmla="*/ 1104900 h 4660463"/>
              <a:gd name="connsiteX7" fmla="*/ 6510338 w 6510338"/>
              <a:gd name="connsiteY7" fmla="*/ 0 h 4660463"/>
              <a:gd name="connsiteX8" fmla="*/ 6510338 w 6510338"/>
              <a:gd name="connsiteY8" fmla="*/ 1152525 h 4660463"/>
              <a:gd name="connsiteX9" fmla="*/ 6181726 w 6510338"/>
              <a:gd name="connsiteY9" fmla="*/ 1152525 h 4660463"/>
              <a:gd name="connsiteX10" fmla="*/ 5421248 w 6510338"/>
              <a:gd name="connsiteY10" fmla="*/ 2119248 h 4660463"/>
              <a:gd name="connsiteX11" fmla="*/ 4446588 w 6510338"/>
              <a:gd name="connsiteY11" fmla="*/ 3040063 h 4660463"/>
              <a:gd name="connsiteX12" fmla="*/ 3436938 w 6510338"/>
              <a:gd name="connsiteY12" fmla="*/ 3792538 h 4660463"/>
              <a:gd name="connsiteX13" fmla="*/ 2012938 w 6510338"/>
              <a:gd name="connsiteY13" fmla="*/ 4470993 h 4660463"/>
              <a:gd name="connsiteX14" fmla="*/ 1362076 w 6510338"/>
              <a:gd name="connsiteY14" fmla="*/ 4660463 h 4660463"/>
              <a:gd name="connsiteX15" fmla="*/ 0 w 6510338"/>
              <a:gd name="connsiteY15" fmla="*/ 3924301 h 4660463"/>
              <a:gd name="connsiteX0" fmla="*/ 0 w 7020275"/>
              <a:gd name="connsiteY0" fmla="*/ 4075397 h 4660463"/>
              <a:gd name="connsiteX1" fmla="*/ 1002062 w 7020275"/>
              <a:gd name="connsiteY1" fmla="*/ 3889375 h 4660463"/>
              <a:gd name="connsiteX2" fmla="*/ 2794350 w 7020275"/>
              <a:gd name="connsiteY2" fmla="*/ 3440113 h 4660463"/>
              <a:gd name="connsiteX3" fmla="*/ 4213575 w 7020275"/>
              <a:gd name="connsiteY3" fmla="*/ 2754313 h 4660463"/>
              <a:gd name="connsiteX4" fmla="*/ 5356575 w 7020275"/>
              <a:gd name="connsiteY4" fmla="*/ 1925638 h 4660463"/>
              <a:gd name="connsiteX5" fmla="*/ 6053487 w 7020275"/>
              <a:gd name="connsiteY5" fmla="*/ 1104901 h 4660463"/>
              <a:gd name="connsiteX6" fmla="*/ 5805838 w 7020275"/>
              <a:gd name="connsiteY6" fmla="*/ 1104900 h 4660463"/>
              <a:gd name="connsiteX7" fmla="*/ 7020275 w 7020275"/>
              <a:gd name="connsiteY7" fmla="*/ 0 h 4660463"/>
              <a:gd name="connsiteX8" fmla="*/ 7020275 w 7020275"/>
              <a:gd name="connsiteY8" fmla="*/ 1152525 h 4660463"/>
              <a:gd name="connsiteX9" fmla="*/ 6691663 w 7020275"/>
              <a:gd name="connsiteY9" fmla="*/ 1152525 h 4660463"/>
              <a:gd name="connsiteX10" fmla="*/ 5931185 w 7020275"/>
              <a:gd name="connsiteY10" fmla="*/ 2119248 h 4660463"/>
              <a:gd name="connsiteX11" fmla="*/ 4956525 w 7020275"/>
              <a:gd name="connsiteY11" fmla="*/ 3040063 h 4660463"/>
              <a:gd name="connsiteX12" fmla="*/ 3946875 w 7020275"/>
              <a:gd name="connsiteY12" fmla="*/ 3792538 h 4660463"/>
              <a:gd name="connsiteX13" fmla="*/ 2522875 w 7020275"/>
              <a:gd name="connsiteY13" fmla="*/ 4470993 h 4660463"/>
              <a:gd name="connsiteX14" fmla="*/ 1872013 w 7020275"/>
              <a:gd name="connsiteY14" fmla="*/ 4660463 h 4660463"/>
              <a:gd name="connsiteX15" fmla="*/ 0 w 7020275"/>
              <a:gd name="connsiteY15" fmla="*/ 4075397 h 4660463"/>
              <a:gd name="connsiteX0" fmla="*/ 0 w 7020275"/>
              <a:gd name="connsiteY0" fmla="*/ 4075397 h 4795477"/>
              <a:gd name="connsiteX1" fmla="*/ 1002062 w 7020275"/>
              <a:gd name="connsiteY1" fmla="*/ 3889375 h 4795477"/>
              <a:gd name="connsiteX2" fmla="*/ 2794350 w 7020275"/>
              <a:gd name="connsiteY2" fmla="*/ 3440113 h 4795477"/>
              <a:gd name="connsiteX3" fmla="*/ 4213575 w 7020275"/>
              <a:gd name="connsiteY3" fmla="*/ 2754313 h 4795477"/>
              <a:gd name="connsiteX4" fmla="*/ 5356575 w 7020275"/>
              <a:gd name="connsiteY4" fmla="*/ 1925638 h 4795477"/>
              <a:gd name="connsiteX5" fmla="*/ 6053487 w 7020275"/>
              <a:gd name="connsiteY5" fmla="*/ 1104901 h 4795477"/>
              <a:gd name="connsiteX6" fmla="*/ 5805838 w 7020275"/>
              <a:gd name="connsiteY6" fmla="*/ 1104900 h 4795477"/>
              <a:gd name="connsiteX7" fmla="*/ 7020275 w 7020275"/>
              <a:gd name="connsiteY7" fmla="*/ 0 h 4795477"/>
              <a:gd name="connsiteX8" fmla="*/ 7020275 w 7020275"/>
              <a:gd name="connsiteY8" fmla="*/ 1152525 h 4795477"/>
              <a:gd name="connsiteX9" fmla="*/ 6691663 w 7020275"/>
              <a:gd name="connsiteY9" fmla="*/ 1152525 h 4795477"/>
              <a:gd name="connsiteX10" fmla="*/ 5931185 w 7020275"/>
              <a:gd name="connsiteY10" fmla="*/ 2119248 h 4795477"/>
              <a:gd name="connsiteX11" fmla="*/ 4956525 w 7020275"/>
              <a:gd name="connsiteY11" fmla="*/ 3040063 h 4795477"/>
              <a:gd name="connsiteX12" fmla="*/ 3946875 w 7020275"/>
              <a:gd name="connsiteY12" fmla="*/ 3792538 h 4795477"/>
              <a:gd name="connsiteX13" fmla="*/ 2522875 w 7020275"/>
              <a:gd name="connsiteY13" fmla="*/ 4470993 h 4795477"/>
              <a:gd name="connsiteX14" fmla="*/ 1350151 w 7020275"/>
              <a:gd name="connsiteY14" fmla="*/ 4795477 h 4795477"/>
              <a:gd name="connsiteX15" fmla="*/ 0 w 7020275"/>
              <a:gd name="connsiteY15" fmla="*/ 4075397 h 4795477"/>
              <a:gd name="connsiteX0" fmla="*/ 0 w 7020781"/>
              <a:gd name="connsiteY0" fmla="*/ 4075397 h 4795477"/>
              <a:gd name="connsiteX1" fmla="*/ 1002062 w 7020781"/>
              <a:gd name="connsiteY1" fmla="*/ 3889375 h 4795477"/>
              <a:gd name="connsiteX2" fmla="*/ 2794350 w 7020781"/>
              <a:gd name="connsiteY2" fmla="*/ 3440113 h 4795477"/>
              <a:gd name="connsiteX3" fmla="*/ 4213575 w 7020781"/>
              <a:gd name="connsiteY3" fmla="*/ 2754313 h 4795477"/>
              <a:gd name="connsiteX4" fmla="*/ 5356575 w 7020781"/>
              <a:gd name="connsiteY4" fmla="*/ 1925638 h 4795477"/>
              <a:gd name="connsiteX5" fmla="*/ 6053487 w 7020781"/>
              <a:gd name="connsiteY5" fmla="*/ 1104901 h 4795477"/>
              <a:gd name="connsiteX6" fmla="*/ 5805838 w 7020781"/>
              <a:gd name="connsiteY6" fmla="*/ 1104900 h 4795477"/>
              <a:gd name="connsiteX7" fmla="*/ 7020275 w 7020781"/>
              <a:gd name="connsiteY7" fmla="*/ 0 h 4795477"/>
              <a:gd name="connsiteX8" fmla="*/ 7020781 w 7020781"/>
              <a:gd name="connsiteY8" fmla="*/ 1240082 h 4795477"/>
              <a:gd name="connsiteX9" fmla="*/ 6691663 w 7020781"/>
              <a:gd name="connsiteY9" fmla="*/ 1152525 h 4795477"/>
              <a:gd name="connsiteX10" fmla="*/ 5931185 w 7020781"/>
              <a:gd name="connsiteY10" fmla="*/ 2119248 h 4795477"/>
              <a:gd name="connsiteX11" fmla="*/ 4956525 w 7020781"/>
              <a:gd name="connsiteY11" fmla="*/ 3040063 h 4795477"/>
              <a:gd name="connsiteX12" fmla="*/ 3946875 w 7020781"/>
              <a:gd name="connsiteY12" fmla="*/ 3792538 h 4795477"/>
              <a:gd name="connsiteX13" fmla="*/ 2522875 w 7020781"/>
              <a:gd name="connsiteY13" fmla="*/ 4470993 h 4795477"/>
              <a:gd name="connsiteX14" fmla="*/ 1350151 w 7020781"/>
              <a:gd name="connsiteY14" fmla="*/ 4795477 h 4795477"/>
              <a:gd name="connsiteX15" fmla="*/ 0 w 7020781"/>
              <a:gd name="connsiteY15" fmla="*/ 4075397 h 4795477"/>
              <a:gd name="connsiteX0" fmla="*/ 0 w 7020781"/>
              <a:gd name="connsiteY0" fmla="*/ 4075397 h 4795477"/>
              <a:gd name="connsiteX1" fmla="*/ 1002062 w 7020781"/>
              <a:gd name="connsiteY1" fmla="*/ 3889375 h 4795477"/>
              <a:gd name="connsiteX2" fmla="*/ 2794350 w 7020781"/>
              <a:gd name="connsiteY2" fmla="*/ 3440113 h 4795477"/>
              <a:gd name="connsiteX3" fmla="*/ 4213575 w 7020781"/>
              <a:gd name="connsiteY3" fmla="*/ 2754313 h 4795477"/>
              <a:gd name="connsiteX4" fmla="*/ 5356575 w 7020781"/>
              <a:gd name="connsiteY4" fmla="*/ 1925638 h 4795477"/>
              <a:gd name="connsiteX5" fmla="*/ 6201162 w 7020781"/>
              <a:gd name="connsiteY5" fmla="*/ 1001546 h 4795477"/>
              <a:gd name="connsiteX6" fmla="*/ 5805838 w 7020781"/>
              <a:gd name="connsiteY6" fmla="*/ 1104900 h 4795477"/>
              <a:gd name="connsiteX7" fmla="*/ 7020275 w 7020781"/>
              <a:gd name="connsiteY7" fmla="*/ 0 h 4795477"/>
              <a:gd name="connsiteX8" fmla="*/ 7020781 w 7020781"/>
              <a:gd name="connsiteY8" fmla="*/ 1240082 h 4795477"/>
              <a:gd name="connsiteX9" fmla="*/ 6691663 w 7020781"/>
              <a:gd name="connsiteY9" fmla="*/ 1152525 h 4795477"/>
              <a:gd name="connsiteX10" fmla="*/ 5931185 w 7020781"/>
              <a:gd name="connsiteY10" fmla="*/ 2119248 h 4795477"/>
              <a:gd name="connsiteX11" fmla="*/ 4956525 w 7020781"/>
              <a:gd name="connsiteY11" fmla="*/ 3040063 h 4795477"/>
              <a:gd name="connsiteX12" fmla="*/ 3946875 w 7020781"/>
              <a:gd name="connsiteY12" fmla="*/ 3792538 h 4795477"/>
              <a:gd name="connsiteX13" fmla="*/ 2522875 w 7020781"/>
              <a:gd name="connsiteY13" fmla="*/ 4470993 h 4795477"/>
              <a:gd name="connsiteX14" fmla="*/ 1350151 w 7020781"/>
              <a:gd name="connsiteY14" fmla="*/ 4795477 h 4795477"/>
              <a:gd name="connsiteX15" fmla="*/ 0 w 7020781"/>
              <a:gd name="connsiteY15" fmla="*/ 4075397 h 4795477"/>
              <a:gd name="connsiteX0" fmla="*/ 0 w 7020781"/>
              <a:gd name="connsiteY0" fmla="*/ 4075397 h 4795477"/>
              <a:gd name="connsiteX1" fmla="*/ 1002062 w 7020781"/>
              <a:gd name="connsiteY1" fmla="*/ 3889375 h 4795477"/>
              <a:gd name="connsiteX2" fmla="*/ 2794350 w 7020781"/>
              <a:gd name="connsiteY2" fmla="*/ 3440113 h 4795477"/>
              <a:gd name="connsiteX3" fmla="*/ 4213575 w 7020781"/>
              <a:gd name="connsiteY3" fmla="*/ 2754313 h 4795477"/>
              <a:gd name="connsiteX4" fmla="*/ 5356575 w 7020781"/>
              <a:gd name="connsiteY4" fmla="*/ 1925638 h 4795477"/>
              <a:gd name="connsiteX5" fmla="*/ 6201162 w 7020781"/>
              <a:gd name="connsiteY5" fmla="*/ 1001546 h 4795477"/>
              <a:gd name="connsiteX6" fmla="*/ 5805838 w 7020781"/>
              <a:gd name="connsiteY6" fmla="*/ 904875 h 4795477"/>
              <a:gd name="connsiteX7" fmla="*/ 7020275 w 7020781"/>
              <a:gd name="connsiteY7" fmla="*/ 0 h 4795477"/>
              <a:gd name="connsiteX8" fmla="*/ 7020781 w 7020781"/>
              <a:gd name="connsiteY8" fmla="*/ 1240082 h 4795477"/>
              <a:gd name="connsiteX9" fmla="*/ 6691663 w 7020781"/>
              <a:gd name="connsiteY9" fmla="*/ 1152525 h 4795477"/>
              <a:gd name="connsiteX10" fmla="*/ 5931185 w 7020781"/>
              <a:gd name="connsiteY10" fmla="*/ 2119248 h 4795477"/>
              <a:gd name="connsiteX11" fmla="*/ 4956525 w 7020781"/>
              <a:gd name="connsiteY11" fmla="*/ 3040063 h 4795477"/>
              <a:gd name="connsiteX12" fmla="*/ 3946875 w 7020781"/>
              <a:gd name="connsiteY12" fmla="*/ 3792538 h 4795477"/>
              <a:gd name="connsiteX13" fmla="*/ 2522875 w 7020781"/>
              <a:gd name="connsiteY13" fmla="*/ 4470993 h 4795477"/>
              <a:gd name="connsiteX14" fmla="*/ 1350151 w 7020781"/>
              <a:gd name="connsiteY14" fmla="*/ 4795477 h 4795477"/>
              <a:gd name="connsiteX15" fmla="*/ 0 w 7020781"/>
              <a:gd name="connsiteY15" fmla="*/ 4075397 h 4795477"/>
              <a:gd name="connsiteX0" fmla="*/ 0 w 7020781"/>
              <a:gd name="connsiteY0" fmla="*/ 4075397 h 4776427"/>
              <a:gd name="connsiteX1" fmla="*/ 1002062 w 7020781"/>
              <a:gd name="connsiteY1" fmla="*/ 3889375 h 4776427"/>
              <a:gd name="connsiteX2" fmla="*/ 2794350 w 7020781"/>
              <a:gd name="connsiteY2" fmla="*/ 3440113 h 4776427"/>
              <a:gd name="connsiteX3" fmla="*/ 4213575 w 7020781"/>
              <a:gd name="connsiteY3" fmla="*/ 2754313 h 4776427"/>
              <a:gd name="connsiteX4" fmla="*/ 5356575 w 7020781"/>
              <a:gd name="connsiteY4" fmla="*/ 1925638 h 4776427"/>
              <a:gd name="connsiteX5" fmla="*/ 6201162 w 7020781"/>
              <a:gd name="connsiteY5" fmla="*/ 1001546 h 4776427"/>
              <a:gd name="connsiteX6" fmla="*/ 5805838 w 7020781"/>
              <a:gd name="connsiteY6" fmla="*/ 904875 h 4776427"/>
              <a:gd name="connsiteX7" fmla="*/ 7020275 w 7020781"/>
              <a:gd name="connsiteY7" fmla="*/ 0 h 4776427"/>
              <a:gd name="connsiteX8" fmla="*/ 7020781 w 7020781"/>
              <a:gd name="connsiteY8" fmla="*/ 1240082 h 4776427"/>
              <a:gd name="connsiteX9" fmla="*/ 6691663 w 7020781"/>
              <a:gd name="connsiteY9" fmla="*/ 1152525 h 4776427"/>
              <a:gd name="connsiteX10" fmla="*/ 5931185 w 7020781"/>
              <a:gd name="connsiteY10" fmla="*/ 2119248 h 4776427"/>
              <a:gd name="connsiteX11" fmla="*/ 4956525 w 7020781"/>
              <a:gd name="connsiteY11" fmla="*/ 3040063 h 4776427"/>
              <a:gd name="connsiteX12" fmla="*/ 3946875 w 7020781"/>
              <a:gd name="connsiteY12" fmla="*/ 3792538 h 4776427"/>
              <a:gd name="connsiteX13" fmla="*/ 2522875 w 7020781"/>
              <a:gd name="connsiteY13" fmla="*/ 4470993 h 4776427"/>
              <a:gd name="connsiteX14" fmla="*/ 1493026 w 7020781"/>
              <a:gd name="connsiteY14" fmla="*/ 4776427 h 4776427"/>
              <a:gd name="connsiteX15" fmla="*/ 0 w 7020781"/>
              <a:gd name="connsiteY15" fmla="*/ 4075397 h 4776427"/>
              <a:gd name="connsiteX0" fmla="*/ 0 w 6981776"/>
              <a:gd name="connsiteY0" fmla="*/ 4097337 h 4776427"/>
              <a:gd name="connsiteX1" fmla="*/ 963057 w 6981776"/>
              <a:gd name="connsiteY1" fmla="*/ 3889375 h 4776427"/>
              <a:gd name="connsiteX2" fmla="*/ 2755345 w 6981776"/>
              <a:gd name="connsiteY2" fmla="*/ 3440113 h 4776427"/>
              <a:gd name="connsiteX3" fmla="*/ 4174570 w 6981776"/>
              <a:gd name="connsiteY3" fmla="*/ 2754313 h 4776427"/>
              <a:gd name="connsiteX4" fmla="*/ 5317570 w 6981776"/>
              <a:gd name="connsiteY4" fmla="*/ 1925638 h 4776427"/>
              <a:gd name="connsiteX5" fmla="*/ 6162157 w 6981776"/>
              <a:gd name="connsiteY5" fmla="*/ 1001546 h 4776427"/>
              <a:gd name="connsiteX6" fmla="*/ 5766833 w 6981776"/>
              <a:gd name="connsiteY6" fmla="*/ 904875 h 4776427"/>
              <a:gd name="connsiteX7" fmla="*/ 6981270 w 6981776"/>
              <a:gd name="connsiteY7" fmla="*/ 0 h 4776427"/>
              <a:gd name="connsiteX8" fmla="*/ 6981776 w 6981776"/>
              <a:gd name="connsiteY8" fmla="*/ 1240082 h 4776427"/>
              <a:gd name="connsiteX9" fmla="*/ 6652658 w 6981776"/>
              <a:gd name="connsiteY9" fmla="*/ 1152525 h 4776427"/>
              <a:gd name="connsiteX10" fmla="*/ 5892180 w 6981776"/>
              <a:gd name="connsiteY10" fmla="*/ 2119248 h 4776427"/>
              <a:gd name="connsiteX11" fmla="*/ 4917520 w 6981776"/>
              <a:gd name="connsiteY11" fmla="*/ 3040063 h 4776427"/>
              <a:gd name="connsiteX12" fmla="*/ 3907870 w 6981776"/>
              <a:gd name="connsiteY12" fmla="*/ 3792538 h 4776427"/>
              <a:gd name="connsiteX13" fmla="*/ 2483870 w 6981776"/>
              <a:gd name="connsiteY13" fmla="*/ 4470993 h 4776427"/>
              <a:gd name="connsiteX14" fmla="*/ 1454021 w 6981776"/>
              <a:gd name="connsiteY14" fmla="*/ 4776427 h 4776427"/>
              <a:gd name="connsiteX15" fmla="*/ 0 w 6981776"/>
              <a:gd name="connsiteY15" fmla="*/ 4097337 h 4776427"/>
              <a:gd name="connsiteX0" fmla="*/ 0 w 6981776"/>
              <a:gd name="connsiteY0" fmla="*/ 4097337 h 4837667"/>
              <a:gd name="connsiteX1" fmla="*/ 963057 w 6981776"/>
              <a:gd name="connsiteY1" fmla="*/ 3889375 h 4837667"/>
              <a:gd name="connsiteX2" fmla="*/ 2755345 w 6981776"/>
              <a:gd name="connsiteY2" fmla="*/ 3440113 h 4837667"/>
              <a:gd name="connsiteX3" fmla="*/ 4174570 w 6981776"/>
              <a:gd name="connsiteY3" fmla="*/ 2754313 h 4837667"/>
              <a:gd name="connsiteX4" fmla="*/ 5317570 w 6981776"/>
              <a:gd name="connsiteY4" fmla="*/ 1925638 h 4837667"/>
              <a:gd name="connsiteX5" fmla="*/ 6162157 w 6981776"/>
              <a:gd name="connsiteY5" fmla="*/ 1001546 h 4837667"/>
              <a:gd name="connsiteX6" fmla="*/ 5766833 w 6981776"/>
              <a:gd name="connsiteY6" fmla="*/ 904875 h 4837667"/>
              <a:gd name="connsiteX7" fmla="*/ 6981270 w 6981776"/>
              <a:gd name="connsiteY7" fmla="*/ 0 h 4837667"/>
              <a:gd name="connsiteX8" fmla="*/ 6981776 w 6981776"/>
              <a:gd name="connsiteY8" fmla="*/ 1240082 h 4837667"/>
              <a:gd name="connsiteX9" fmla="*/ 6652658 w 6981776"/>
              <a:gd name="connsiteY9" fmla="*/ 1152525 h 4837667"/>
              <a:gd name="connsiteX10" fmla="*/ 5892180 w 6981776"/>
              <a:gd name="connsiteY10" fmla="*/ 2119248 h 4837667"/>
              <a:gd name="connsiteX11" fmla="*/ 4917520 w 6981776"/>
              <a:gd name="connsiteY11" fmla="*/ 3040063 h 4837667"/>
              <a:gd name="connsiteX12" fmla="*/ 3907870 w 6981776"/>
              <a:gd name="connsiteY12" fmla="*/ 3792538 h 4837667"/>
              <a:gd name="connsiteX13" fmla="*/ 2483870 w 6981776"/>
              <a:gd name="connsiteY13" fmla="*/ 4470993 h 4837667"/>
              <a:gd name="connsiteX14" fmla="*/ 1486856 w 6981776"/>
              <a:gd name="connsiteY14" fmla="*/ 4837667 h 4837667"/>
              <a:gd name="connsiteX15" fmla="*/ 0 w 6981776"/>
              <a:gd name="connsiteY15" fmla="*/ 4097337 h 4837667"/>
              <a:gd name="connsiteX0" fmla="*/ 0 w 6981776"/>
              <a:gd name="connsiteY0" fmla="*/ 4097337 h 4837667"/>
              <a:gd name="connsiteX1" fmla="*/ 963057 w 6981776"/>
              <a:gd name="connsiteY1" fmla="*/ 3889375 h 4837667"/>
              <a:gd name="connsiteX2" fmla="*/ 2755345 w 6981776"/>
              <a:gd name="connsiteY2" fmla="*/ 3440113 h 4837667"/>
              <a:gd name="connsiteX3" fmla="*/ 4174570 w 6981776"/>
              <a:gd name="connsiteY3" fmla="*/ 2754313 h 4837667"/>
              <a:gd name="connsiteX4" fmla="*/ 5317570 w 6981776"/>
              <a:gd name="connsiteY4" fmla="*/ 1925638 h 4837667"/>
              <a:gd name="connsiteX5" fmla="*/ 6162157 w 6981776"/>
              <a:gd name="connsiteY5" fmla="*/ 1001546 h 4837667"/>
              <a:gd name="connsiteX6" fmla="*/ 5766833 w 6981776"/>
              <a:gd name="connsiteY6" fmla="*/ 904875 h 4837667"/>
              <a:gd name="connsiteX7" fmla="*/ 6981270 w 6981776"/>
              <a:gd name="connsiteY7" fmla="*/ 0 h 4837667"/>
              <a:gd name="connsiteX8" fmla="*/ 6981776 w 6981776"/>
              <a:gd name="connsiteY8" fmla="*/ 1240082 h 4837667"/>
              <a:gd name="connsiteX9" fmla="*/ 6652658 w 6981776"/>
              <a:gd name="connsiteY9" fmla="*/ 1152525 h 4837667"/>
              <a:gd name="connsiteX10" fmla="*/ 5892180 w 6981776"/>
              <a:gd name="connsiteY10" fmla="*/ 2119248 h 4837667"/>
              <a:gd name="connsiteX11" fmla="*/ 4917520 w 6981776"/>
              <a:gd name="connsiteY11" fmla="*/ 3040063 h 4837667"/>
              <a:gd name="connsiteX12" fmla="*/ 3907870 w 6981776"/>
              <a:gd name="connsiteY12" fmla="*/ 3792538 h 4837667"/>
              <a:gd name="connsiteX13" fmla="*/ 2483870 w 6981776"/>
              <a:gd name="connsiteY13" fmla="*/ 4470993 h 4837667"/>
              <a:gd name="connsiteX14" fmla="*/ 1486856 w 6981776"/>
              <a:gd name="connsiteY14" fmla="*/ 4837667 h 4837667"/>
              <a:gd name="connsiteX15" fmla="*/ 0 w 6981776"/>
              <a:gd name="connsiteY15" fmla="*/ 4097337 h 4837667"/>
              <a:gd name="connsiteX0" fmla="*/ 0 w 6981776"/>
              <a:gd name="connsiteY0" fmla="*/ 4097337 h 4837667"/>
              <a:gd name="connsiteX1" fmla="*/ 963057 w 6981776"/>
              <a:gd name="connsiteY1" fmla="*/ 3889375 h 4837667"/>
              <a:gd name="connsiteX2" fmla="*/ 2755345 w 6981776"/>
              <a:gd name="connsiteY2" fmla="*/ 3440113 h 4837667"/>
              <a:gd name="connsiteX3" fmla="*/ 4174570 w 6981776"/>
              <a:gd name="connsiteY3" fmla="*/ 2754313 h 4837667"/>
              <a:gd name="connsiteX4" fmla="*/ 5317570 w 6981776"/>
              <a:gd name="connsiteY4" fmla="*/ 1925638 h 4837667"/>
              <a:gd name="connsiteX5" fmla="*/ 6162157 w 6981776"/>
              <a:gd name="connsiteY5" fmla="*/ 1001546 h 4837667"/>
              <a:gd name="connsiteX6" fmla="*/ 5766833 w 6981776"/>
              <a:gd name="connsiteY6" fmla="*/ 904875 h 4837667"/>
              <a:gd name="connsiteX7" fmla="*/ 6981270 w 6981776"/>
              <a:gd name="connsiteY7" fmla="*/ 0 h 4837667"/>
              <a:gd name="connsiteX8" fmla="*/ 6981776 w 6981776"/>
              <a:gd name="connsiteY8" fmla="*/ 1240082 h 4837667"/>
              <a:gd name="connsiteX9" fmla="*/ 6652658 w 6981776"/>
              <a:gd name="connsiteY9" fmla="*/ 1152525 h 4837667"/>
              <a:gd name="connsiteX10" fmla="*/ 5892180 w 6981776"/>
              <a:gd name="connsiteY10" fmla="*/ 2119248 h 4837667"/>
              <a:gd name="connsiteX11" fmla="*/ 4917520 w 6981776"/>
              <a:gd name="connsiteY11" fmla="*/ 3040063 h 4837667"/>
              <a:gd name="connsiteX12" fmla="*/ 3907870 w 6981776"/>
              <a:gd name="connsiteY12" fmla="*/ 3792538 h 4837667"/>
              <a:gd name="connsiteX13" fmla="*/ 2483870 w 6981776"/>
              <a:gd name="connsiteY13" fmla="*/ 4470993 h 4837667"/>
              <a:gd name="connsiteX14" fmla="*/ 1486856 w 6981776"/>
              <a:gd name="connsiteY14" fmla="*/ 4837667 h 4837667"/>
              <a:gd name="connsiteX15" fmla="*/ 0 w 6981776"/>
              <a:gd name="connsiteY15" fmla="*/ 4097337 h 4837667"/>
              <a:gd name="connsiteX0" fmla="*/ 0 w 6981776"/>
              <a:gd name="connsiteY0" fmla="*/ 4097337 h 4837667"/>
              <a:gd name="connsiteX1" fmla="*/ 963057 w 6981776"/>
              <a:gd name="connsiteY1" fmla="*/ 3889375 h 4837667"/>
              <a:gd name="connsiteX2" fmla="*/ 2755345 w 6981776"/>
              <a:gd name="connsiteY2" fmla="*/ 3440113 h 4837667"/>
              <a:gd name="connsiteX3" fmla="*/ 4174570 w 6981776"/>
              <a:gd name="connsiteY3" fmla="*/ 2754313 h 4837667"/>
              <a:gd name="connsiteX4" fmla="*/ 5317570 w 6981776"/>
              <a:gd name="connsiteY4" fmla="*/ 1925638 h 4837667"/>
              <a:gd name="connsiteX5" fmla="*/ 6162157 w 6981776"/>
              <a:gd name="connsiteY5" fmla="*/ 1001546 h 4837667"/>
              <a:gd name="connsiteX6" fmla="*/ 5766833 w 6981776"/>
              <a:gd name="connsiteY6" fmla="*/ 904875 h 4837667"/>
              <a:gd name="connsiteX7" fmla="*/ 6981270 w 6981776"/>
              <a:gd name="connsiteY7" fmla="*/ 0 h 4837667"/>
              <a:gd name="connsiteX8" fmla="*/ 6981776 w 6981776"/>
              <a:gd name="connsiteY8" fmla="*/ 1240082 h 4837667"/>
              <a:gd name="connsiteX9" fmla="*/ 6652658 w 6981776"/>
              <a:gd name="connsiteY9" fmla="*/ 1152525 h 4837667"/>
              <a:gd name="connsiteX10" fmla="*/ 5892180 w 6981776"/>
              <a:gd name="connsiteY10" fmla="*/ 2119248 h 4837667"/>
              <a:gd name="connsiteX11" fmla="*/ 4917520 w 6981776"/>
              <a:gd name="connsiteY11" fmla="*/ 3040063 h 4837667"/>
              <a:gd name="connsiteX12" fmla="*/ 3907870 w 6981776"/>
              <a:gd name="connsiteY12" fmla="*/ 3792538 h 4837667"/>
              <a:gd name="connsiteX13" fmla="*/ 2483870 w 6981776"/>
              <a:gd name="connsiteY13" fmla="*/ 4470993 h 4837667"/>
              <a:gd name="connsiteX14" fmla="*/ 1486856 w 6981776"/>
              <a:gd name="connsiteY14" fmla="*/ 4837667 h 4837667"/>
              <a:gd name="connsiteX15" fmla="*/ 0 w 6981776"/>
              <a:gd name="connsiteY15" fmla="*/ 4097337 h 4837667"/>
              <a:gd name="connsiteX0" fmla="*/ 0 w 6981776"/>
              <a:gd name="connsiteY0" fmla="*/ 4097337 h 4837667"/>
              <a:gd name="connsiteX1" fmla="*/ 963057 w 6981776"/>
              <a:gd name="connsiteY1" fmla="*/ 3889375 h 4837667"/>
              <a:gd name="connsiteX2" fmla="*/ 2755345 w 6981776"/>
              <a:gd name="connsiteY2" fmla="*/ 3440113 h 4837667"/>
              <a:gd name="connsiteX3" fmla="*/ 4174570 w 6981776"/>
              <a:gd name="connsiteY3" fmla="*/ 2754313 h 4837667"/>
              <a:gd name="connsiteX4" fmla="*/ 5317570 w 6981776"/>
              <a:gd name="connsiteY4" fmla="*/ 1925638 h 4837667"/>
              <a:gd name="connsiteX5" fmla="*/ 6162157 w 6981776"/>
              <a:gd name="connsiteY5" fmla="*/ 1001546 h 4837667"/>
              <a:gd name="connsiteX6" fmla="*/ 5766833 w 6981776"/>
              <a:gd name="connsiteY6" fmla="*/ 904875 h 4837667"/>
              <a:gd name="connsiteX7" fmla="*/ 6981270 w 6981776"/>
              <a:gd name="connsiteY7" fmla="*/ 0 h 4837667"/>
              <a:gd name="connsiteX8" fmla="*/ 6981776 w 6981776"/>
              <a:gd name="connsiteY8" fmla="*/ 1240082 h 4837667"/>
              <a:gd name="connsiteX9" fmla="*/ 6652658 w 6981776"/>
              <a:gd name="connsiteY9" fmla="*/ 1152525 h 4837667"/>
              <a:gd name="connsiteX10" fmla="*/ 5892180 w 6981776"/>
              <a:gd name="connsiteY10" fmla="*/ 2119248 h 4837667"/>
              <a:gd name="connsiteX11" fmla="*/ 4917520 w 6981776"/>
              <a:gd name="connsiteY11" fmla="*/ 3040063 h 4837667"/>
              <a:gd name="connsiteX12" fmla="*/ 3907870 w 6981776"/>
              <a:gd name="connsiteY12" fmla="*/ 3792538 h 4837667"/>
              <a:gd name="connsiteX13" fmla="*/ 2483870 w 6981776"/>
              <a:gd name="connsiteY13" fmla="*/ 4470993 h 4837667"/>
              <a:gd name="connsiteX14" fmla="*/ 1486856 w 6981776"/>
              <a:gd name="connsiteY14" fmla="*/ 4837667 h 4837667"/>
              <a:gd name="connsiteX15" fmla="*/ 0 w 6981776"/>
              <a:gd name="connsiteY15" fmla="*/ 4097337 h 4837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981776" h="4837667">
                <a:moveTo>
                  <a:pt x="0" y="4097337"/>
                </a:moveTo>
                <a:cubicBezTo>
                  <a:pt x="308238" y="4047781"/>
                  <a:pt x="503833" y="3998912"/>
                  <a:pt x="963057" y="3889375"/>
                </a:cubicBezTo>
                <a:cubicBezTo>
                  <a:pt x="1422281" y="3779838"/>
                  <a:pt x="2220093" y="3629290"/>
                  <a:pt x="2755345" y="3440113"/>
                </a:cubicBezTo>
                <a:cubicBezTo>
                  <a:pt x="3290597" y="3250936"/>
                  <a:pt x="3747532" y="3006726"/>
                  <a:pt x="4174570" y="2754313"/>
                </a:cubicBezTo>
                <a:cubicBezTo>
                  <a:pt x="4601608" y="2501900"/>
                  <a:pt x="4986305" y="2217766"/>
                  <a:pt x="5317570" y="1925638"/>
                </a:cubicBezTo>
                <a:cubicBezTo>
                  <a:pt x="5648835" y="1633510"/>
                  <a:pt x="6087280" y="1144686"/>
                  <a:pt x="6162157" y="1001546"/>
                </a:cubicBezTo>
                <a:lnTo>
                  <a:pt x="5766833" y="904875"/>
                </a:lnTo>
                <a:lnTo>
                  <a:pt x="6981270" y="0"/>
                </a:lnTo>
                <a:cubicBezTo>
                  <a:pt x="6981439" y="413361"/>
                  <a:pt x="6981607" y="826721"/>
                  <a:pt x="6981776" y="1240082"/>
                </a:cubicBezTo>
                <a:lnTo>
                  <a:pt x="6652658" y="1152525"/>
                </a:lnTo>
                <a:cubicBezTo>
                  <a:pt x="6471143" y="1327933"/>
                  <a:pt x="6181370" y="1804658"/>
                  <a:pt x="5892180" y="2119248"/>
                </a:cubicBezTo>
                <a:cubicBezTo>
                  <a:pt x="5602990" y="2433838"/>
                  <a:pt x="5248238" y="2761181"/>
                  <a:pt x="4917520" y="3040063"/>
                </a:cubicBezTo>
                <a:cubicBezTo>
                  <a:pt x="4586802" y="3318945"/>
                  <a:pt x="4313478" y="3554050"/>
                  <a:pt x="3907870" y="3792538"/>
                </a:cubicBezTo>
                <a:cubicBezTo>
                  <a:pt x="3502262" y="4031026"/>
                  <a:pt x="2829680" y="4326339"/>
                  <a:pt x="2483870" y="4470993"/>
                </a:cubicBezTo>
                <a:cubicBezTo>
                  <a:pt x="2124470" y="4604972"/>
                  <a:pt x="1771688" y="4758607"/>
                  <a:pt x="1486856" y="4837667"/>
                </a:cubicBezTo>
                <a:cubicBezTo>
                  <a:pt x="1139906" y="4712542"/>
                  <a:pt x="199717" y="4210647"/>
                  <a:pt x="0" y="4097337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</a:gradFill>
          <a:ln>
            <a:noFill/>
          </a:ln>
          <a:effectLst>
            <a:outerShdw blurRad="254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" name="그룹 10"/>
          <p:cNvGrpSpPr>
            <a:grpSpLocks/>
          </p:cNvGrpSpPr>
          <p:nvPr/>
        </p:nvGrpSpPr>
        <p:grpSpPr bwMode="auto">
          <a:xfrm>
            <a:off x="1834104" y="4622697"/>
            <a:ext cx="2832295" cy="1400499"/>
            <a:chOff x="3086100" y="4065588"/>
            <a:chExt cx="3448050" cy="1704975"/>
          </a:xfrm>
        </p:grpSpPr>
        <p:sp>
          <p:nvSpPr>
            <p:cNvPr id="6" name="자유형 8"/>
            <p:cNvSpPr/>
            <p:nvPr/>
          </p:nvSpPr>
          <p:spPr>
            <a:xfrm>
              <a:off x="6000750" y="4989513"/>
              <a:ext cx="533400" cy="781050"/>
            </a:xfrm>
            <a:custGeom>
              <a:avLst/>
              <a:gdLst>
                <a:gd name="connsiteX0" fmla="*/ 0 w 900100"/>
                <a:gd name="connsiteY0" fmla="*/ 646848 h 646848"/>
                <a:gd name="connsiteX1" fmla="*/ 450050 w 900100"/>
                <a:gd name="connsiteY1" fmla="*/ 0 h 646848"/>
                <a:gd name="connsiteX2" fmla="*/ 900100 w 900100"/>
                <a:gd name="connsiteY2" fmla="*/ 646848 h 646848"/>
                <a:gd name="connsiteX3" fmla="*/ 0 w 900100"/>
                <a:gd name="connsiteY3" fmla="*/ 646848 h 646848"/>
                <a:gd name="connsiteX0" fmla="*/ 0 w 900100"/>
                <a:gd name="connsiteY0" fmla="*/ 571500 h 571500"/>
                <a:gd name="connsiteX1" fmla="*/ 842975 w 900100"/>
                <a:gd name="connsiteY1" fmla="*/ 0 h 571500"/>
                <a:gd name="connsiteX2" fmla="*/ 900100 w 900100"/>
                <a:gd name="connsiteY2" fmla="*/ 571500 h 571500"/>
                <a:gd name="connsiteX3" fmla="*/ 0 w 900100"/>
                <a:gd name="connsiteY3" fmla="*/ 571500 h 571500"/>
                <a:gd name="connsiteX0" fmla="*/ 0 w 1062050"/>
                <a:gd name="connsiteY0" fmla="*/ 571500 h 571500"/>
                <a:gd name="connsiteX1" fmla="*/ 842975 w 1062050"/>
                <a:gd name="connsiteY1" fmla="*/ 0 h 571500"/>
                <a:gd name="connsiteX2" fmla="*/ 1062050 w 1062050"/>
                <a:gd name="connsiteY2" fmla="*/ 571500 h 571500"/>
                <a:gd name="connsiteX3" fmla="*/ 0 w 1062050"/>
                <a:gd name="connsiteY3" fmla="*/ 571500 h 571500"/>
                <a:gd name="connsiteX0" fmla="*/ 0 w 533400"/>
                <a:gd name="connsiteY0" fmla="*/ 781050 h 781050"/>
                <a:gd name="connsiteX1" fmla="*/ 314325 w 533400"/>
                <a:gd name="connsiteY1" fmla="*/ 0 h 781050"/>
                <a:gd name="connsiteX2" fmla="*/ 533400 w 533400"/>
                <a:gd name="connsiteY2" fmla="*/ 571500 h 781050"/>
                <a:gd name="connsiteX3" fmla="*/ 0 w 533400"/>
                <a:gd name="connsiteY3" fmla="*/ 78105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3400" h="781050">
                  <a:moveTo>
                    <a:pt x="0" y="781050"/>
                  </a:moveTo>
                  <a:lnTo>
                    <a:pt x="314325" y="0"/>
                  </a:lnTo>
                  <a:lnTo>
                    <a:pt x="533400" y="571500"/>
                  </a:lnTo>
                  <a:lnTo>
                    <a:pt x="0" y="781050"/>
                  </a:ln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80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자유형 9"/>
            <p:cNvSpPr/>
            <p:nvPr/>
          </p:nvSpPr>
          <p:spPr>
            <a:xfrm>
              <a:off x="3086100" y="4065588"/>
              <a:ext cx="3228975" cy="1704975"/>
            </a:xfrm>
            <a:custGeom>
              <a:avLst/>
              <a:gdLst>
                <a:gd name="connsiteX0" fmla="*/ 0 w 2925325"/>
                <a:gd name="connsiteY0" fmla="*/ 0 h 945105"/>
                <a:gd name="connsiteX1" fmla="*/ 2925325 w 2925325"/>
                <a:gd name="connsiteY1" fmla="*/ 0 h 945105"/>
                <a:gd name="connsiteX2" fmla="*/ 2925325 w 2925325"/>
                <a:gd name="connsiteY2" fmla="*/ 945105 h 945105"/>
                <a:gd name="connsiteX3" fmla="*/ 0 w 2925325"/>
                <a:gd name="connsiteY3" fmla="*/ 945105 h 945105"/>
                <a:gd name="connsiteX4" fmla="*/ 0 w 2925325"/>
                <a:gd name="connsiteY4" fmla="*/ 0 h 945105"/>
                <a:gd name="connsiteX0" fmla="*/ 0 w 3048930"/>
                <a:gd name="connsiteY0" fmla="*/ 0 h 1531473"/>
                <a:gd name="connsiteX1" fmla="*/ 2925325 w 3048930"/>
                <a:gd name="connsiteY1" fmla="*/ 0 h 1531473"/>
                <a:gd name="connsiteX2" fmla="*/ 3048930 w 3048930"/>
                <a:gd name="connsiteY2" fmla="*/ 1531473 h 1531473"/>
                <a:gd name="connsiteX3" fmla="*/ 0 w 3048930"/>
                <a:gd name="connsiteY3" fmla="*/ 945105 h 1531473"/>
                <a:gd name="connsiteX4" fmla="*/ 0 w 3048930"/>
                <a:gd name="connsiteY4" fmla="*/ 0 h 1531473"/>
                <a:gd name="connsiteX0" fmla="*/ 0 w 3363254"/>
                <a:gd name="connsiteY0" fmla="*/ 0 h 1531473"/>
                <a:gd name="connsiteX1" fmla="*/ 3363254 w 3363254"/>
                <a:gd name="connsiteY1" fmla="*/ 750423 h 1531473"/>
                <a:gd name="connsiteX2" fmla="*/ 3048930 w 3363254"/>
                <a:gd name="connsiteY2" fmla="*/ 1531473 h 1531473"/>
                <a:gd name="connsiteX3" fmla="*/ 0 w 3363254"/>
                <a:gd name="connsiteY3" fmla="*/ 945105 h 1531473"/>
                <a:gd name="connsiteX4" fmla="*/ 0 w 3363254"/>
                <a:gd name="connsiteY4" fmla="*/ 0 h 1531473"/>
                <a:gd name="connsiteX0" fmla="*/ 372404 w 3363254"/>
                <a:gd name="connsiteY0" fmla="*/ 0 h 1704975"/>
                <a:gd name="connsiteX1" fmla="*/ 3363254 w 3363254"/>
                <a:gd name="connsiteY1" fmla="*/ 923925 h 1704975"/>
                <a:gd name="connsiteX2" fmla="*/ 3048930 w 3363254"/>
                <a:gd name="connsiteY2" fmla="*/ 1704975 h 1704975"/>
                <a:gd name="connsiteX3" fmla="*/ 0 w 3363254"/>
                <a:gd name="connsiteY3" fmla="*/ 1118607 h 1704975"/>
                <a:gd name="connsiteX4" fmla="*/ 372404 w 3363254"/>
                <a:gd name="connsiteY4" fmla="*/ 0 h 1704975"/>
                <a:gd name="connsiteX0" fmla="*/ 238125 w 3228975"/>
                <a:gd name="connsiteY0" fmla="*/ 0 h 1704975"/>
                <a:gd name="connsiteX1" fmla="*/ 3228975 w 3228975"/>
                <a:gd name="connsiteY1" fmla="*/ 923925 h 1704975"/>
                <a:gd name="connsiteX2" fmla="*/ 2914651 w 3228975"/>
                <a:gd name="connsiteY2" fmla="*/ 1704975 h 1704975"/>
                <a:gd name="connsiteX3" fmla="*/ 0 w 3228975"/>
                <a:gd name="connsiteY3" fmla="*/ 762000 h 1704975"/>
                <a:gd name="connsiteX4" fmla="*/ 238125 w 3228975"/>
                <a:gd name="connsiteY4" fmla="*/ 0 h 1704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8975" h="1704975">
                  <a:moveTo>
                    <a:pt x="238125" y="0"/>
                  </a:moveTo>
                  <a:lnTo>
                    <a:pt x="3228975" y="923925"/>
                  </a:lnTo>
                  <a:lnTo>
                    <a:pt x="2914651" y="1704975"/>
                  </a:lnTo>
                  <a:lnTo>
                    <a:pt x="0" y="762000"/>
                  </a:lnTo>
                  <a:lnTo>
                    <a:pt x="238125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85000"/>
                  </a:schemeClr>
                </a:gs>
                <a:gs pos="8000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8" name="그룹 12"/>
          <p:cNvGrpSpPr>
            <a:grpSpLocks/>
          </p:cNvGrpSpPr>
          <p:nvPr/>
        </p:nvGrpSpPr>
        <p:grpSpPr bwMode="auto">
          <a:xfrm>
            <a:off x="3018139" y="4089360"/>
            <a:ext cx="2832295" cy="1400499"/>
            <a:chOff x="3086100" y="4065588"/>
            <a:chExt cx="3448050" cy="1704975"/>
          </a:xfrm>
          <a:solidFill>
            <a:srgbClr val="00B0F0"/>
          </a:solidFill>
        </p:grpSpPr>
        <p:sp>
          <p:nvSpPr>
            <p:cNvPr id="9" name="자유형 13"/>
            <p:cNvSpPr/>
            <p:nvPr/>
          </p:nvSpPr>
          <p:spPr>
            <a:xfrm>
              <a:off x="6000750" y="4989513"/>
              <a:ext cx="533400" cy="781050"/>
            </a:xfrm>
            <a:custGeom>
              <a:avLst/>
              <a:gdLst>
                <a:gd name="connsiteX0" fmla="*/ 0 w 900100"/>
                <a:gd name="connsiteY0" fmla="*/ 646848 h 646848"/>
                <a:gd name="connsiteX1" fmla="*/ 450050 w 900100"/>
                <a:gd name="connsiteY1" fmla="*/ 0 h 646848"/>
                <a:gd name="connsiteX2" fmla="*/ 900100 w 900100"/>
                <a:gd name="connsiteY2" fmla="*/ 646848 h 646848"/>
                <a:gd name="connsiteX3" fmla="*/ 0 w 900100"/>
                <a:gd name="connsiteY3" fmla="*/ 646848 h 646848"/>
                <a:gd name="connsiteX0" fmla="*/ 0 w 900100"/>
                <a:gd name="connsiteY0" fmla="*/ 571500 h 571500"/>
                <a:gd name="connsiteX1" fmla="*/ 842975 w 900100"/>
                <a:gd name="connsiteY1" fmla="*/ 0 h 571500"/>
                <a:gd name="connsiteX2" fmla="*/ 900100 w 900100"/>
                <a:gd name="connsiteY2" fmla="*/ 571500 h 571500"/>
                <a:gd name="connsiteX3" fmla="*/ 0 w 900100"/>
                <a:gd name="connsiteY3" fmla="*/ 571500 h 571500"/>
                <a:gd name="connsiteX0" fmla="*/ 0 w 1062050"/>
                <a:gd name="connsiteY0" fmla="*/ 571500 h 571500"/>
                <a:gd name="connsiteX1" fmla="*/ 842975 w 1062050"/>
                <a:gd name="connsiteY1" fmla="*/ 0 h 571500"/>
                <a:gd name="connsiteX2" fmla="*/ 1062050 w 1062050"/>
                <a:gd name="connsiteY2" fmla="*/ 571500 h 571500"/>
                <a:gd name="connsiteX3" fmla="*/ 0 w 1062050"/>
                <a:gd name="connsiteY3" fmla="*/ 571500 h 571500"/>
                <a:gd name="connsiteX0" fmla="*/ 0 w 533400"/>
                <a:gd name="connsiteY0" fmla="*/ 781050 h 781050"/>
                <a:gd name="connsiteX1" fmla="*/ 314325 w 533400"/>
                <a:gd name="connsiteY1" fmla="*/ 0 h 781050"/>
                <a:gd name="connsiteX2" fmla="*/ 533400 w 533400"/>
                <a:gd name="connsiteY2" fmla="*/ 571500 h 781050"/>
                <a:gd name="connsiteX3" fmla="*/ 0 w 533400"/>
                <a:gd name="connsiteY3" fmla="*/ 78105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3400" h="781050">
                  <a:moveTo>
                    <a:pt x="0" y="781050"/>
                  </a:moveTo>
                  <a:lnTo>
                    <a:pt x="314325" y="0"/>
                  </a:lnTo>
                  <a:lnTo>
                    <a:pt x="533400" y="571500"/>
                  </a:lnTo>
                  <a:lnTo>
                    <a:pt x="0" y="78105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자유형 14"/>
            <p:cNvSpPr/>
            <p:nvPr/>
          </p:nvSpPr>
          <p:spPr>
            <a:xfrm>
              <a:off x="3086100" y="4065588"/>
              <a:ext cx="3228975" cy="1704975"/>
            </a:xfrm>
            <a:custGeom>
              <a:avLst/>
              <a:gdLst>
                <a:gd name="connsiteX0" fmla="*/ 0 w 2925325"/>
                <a:gd name="connsiteY0" fmla="*/ 0 h 945105"/>
                <a:gd name="connsiteX1" fmla="*/ 2925325 w 2925325"/>
                <a:gd name="connsiteY1" fmla="*/ 0 h 945105"/>
                <a:gd name="connsiteX2" fmla="*/ 2925325 w 2925325"/>
                <a:gd name="connsiteY2" fmla="*/ 945105 h 945105"/>
                <a:gd name="connsiteX3" fmla="*/ 0 w 2925325"/>
                <a:gd name="connsiteY3" fmla="*/ 945105 h 945105"/>
                <a:gd name="connsiteX4" fmla="*/ 0 w 2925325"/>
                <a:gd name="connsiteY4" fmla="*/ 0 h 945105"/>
                <a:gd name="connsiteX0" fmla="*/ 0 w 3048930"/>
                <a:gd name="connsiteY0" fmla="*/ 0 h 1531473"/>
                <a:gd name="connsiteX1" fmla="*/ 2925325 w 3048930"/>
                <a:gd name="connsiteY1" fmla="*/ 0 h 1531473"/>
                <a:gd name="connsiteX2" fmla="*/ 3048930 w 3048930"/>
                <a:gd name="connsiteY2" fmla="*/ 1531473 h 1531473"/>
                <a:gd name="connsiteX3" fmla="*/ 0 w 3048930"/>
                <a:gd name="connsiteY3" fmla="*/ 945105 h 1531473"/>
                <a:gd name="connsiteX4" fmla="*/ 0 w 3048930"/>
                <a:gd name="connsiteY4" fmla="*/ 0 h 1531473"/>
                <a:gd name="connsiteX0" fmla="*/ 0 w 3363254"/>
                <a:gd name="connsiteY0" fmla="*/ 0 h 1531473"/>
                <a:gd name="connsiteX1" fmla="*/ 3363254 w 3363254"/>
                <a:gd name="connsiteY1" fmla="*/ 750423 h 1531473"/>
                <a:gd name="connsiteX2" fmla="*/ 3048930 w 3363254"/>
                <a:gd name="connsiteY2" fmla="*/ 1531473 h 1531473"/>
                <a:gd name="connsiteX3" fmla="*/ 0 w 3363254"/>
                <a:gd name="connsiteY3" fmla="*/ 945105 h 1531473"/>
                <a:gd name="connsiteX4" fmla="*/ 0 w 3363254"/>
                <a:gd name="connsiteY4" fmla="*/ 0 h 1531473"/>
                <a:gd name="connsiteX0" fmla="*/ 372404 w 3363254"/>
                <a:gd name="connsiteY0" fmla="*/ 0 h 1704975"/>
                <a:gd name="connsiteX1" fmla="*/ 3363254 w 3363254"/>
                <a:gd name="connsiteY1" fmla="*/ 923925 h 1704975"/>
                <a:gd name="connsiteX2" fmla="*/ 3048930 w 3363254"/>
                <a:gd name="connsiteY2" fmla="*/ 1704975 h 1704975"/>
                <a:gd name="connsiteX3" fmla="*/ 0 w 3363254"/>
                <a:gd name="connsiteY3" fmla="*/ 1118607 h 1704975"/>
                <a:gd name="connsiteX4" fmla="*/ 372404 w 3363254"/>
                <a:gd name="connsiteY4" fmla="*/ 0 h 1704975"/>
                <a:gd name="connsiteX0" fmla="*/ 238125 w 3228975"/>
                <a:gd name="connsiteY0" fmla="*/ 0 h 1704975"/>
                <a:gd name="connsiteX1" fmla="*/ 3228975 w 3228975"/>
                <a:gd name="connsiteY1" fmla="*/ 923925 h 1704975"/>
                <a:gd name="connsiteX2" fmla="*/ 2914651 w 3228975"/>
                <a:gd name="connsiteY2" fmla="*/ 1704975 h 1704975"/>
                <a:gd name="connsiteX3" fmla="*/ 0 w 3228975"/>
                <a:gd name="connsiteY3" fmla="*/ 762000 h 1704975"/>
                <a:gd name="connsiteX4" fmla="*/ 238125 w 3228975"/>
                <a:gd name="connsiteY4" fmla="*/ 0 h 1704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8975" h="1704975">
                  <a:moveTo>
                    <a:pt x="238125" y="0"/>
                  </a:moveTo>
                  <a:lnTo>
                    <a:pt x="3228975" y="923925"/>
                  </a:lnTo>
                  <a:lnTo>
                    <a:pt x="2914651" y="1704975"/>
                  </a:lnTo>
                  <a:lnTo>
                    <a:pt x="0" y="762000"/>
                  </a:lnTo>
                  <a:lnTo>
                    <a:pt x="23812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" name="그룹 15"/>
          <p:cNvGrpSpPr>
            <a:grpSpLocks/>
          </p:cNvGrpSpPr>
          <p:nvPr/>
        </p:nvGrpSpPr>
        <p:grpSpPr bwMode="auto">
          <a:xfrm>
            <a:off x="4053517" y="3535158"/>
            <a:ext cx="2832295" cy="1400499"/>
            <a:chOff x="3086100" y="4065588"/>
            <a:chExt cx="3448050" cy="1704975"/>
          </a:xfrm>
          <a:solidFill>
            <a:srgbClr val="92D050"/>
          </a:solidFill>
        </p:grpSpPr>
        <p:sp>
          <p:nvSpPr>
            <p:cNvPr id="12" name="자유형 16"/>
            <p:cNvSpPr/>
            <p:nvPr/>
          </p:nvSpPr>
          <p:spPr>
            <a:xfrm>
              <a:off x="6000750" y="4989513"/>
              <a:ext cx="533400" cy="781050"/>
            </a:xfrm>
            <a:custGeom>
              <a:avLst/>
              <a:gdLst>
                <a:gd name="connsiteX0" fmla="*/ 0 w 900100"/>
                <a:gd name="connsiteY0" fmla="*/ 646848 h 646848"/>
                <a:gd name="connsiteX1" fmla="*/ 450050 w 900100"/>
                <a:gd name="connsiteY1" fmla="*/ 0 h 646848"/>
                <a:gd name="connsiteX2" fmla="*/ 900100 w 900100"/>
                <a:gd name="connsiteY2" fmla="*/ 646848 h 646848"/>
                <a:gd name="connsiteX3" fmla="*/ 0 w 900100"/>
                <a:gd name="connsiteY3" fmla="*/ 646848 h 646848"/>
                <a:gd name="connsiteX0" fmla="*/ 0 w 900100"/>
                <a:gd name="connsiteY0" fmla="*/ 571500 h 571500"/>
                <a:gd name="connsiteX1" fmla="*/ 842975 w 900100"/>
                <a:gd name="connsiteY1" fmla="*/ 0 h 571500"/>
                <a:gd name="connsiteX2" fmla="*/ 900100 w 900100"/>
                <a:gd name="connsiteY2" fmla="*/ 571500 h 571500"/>
                <a:gd name="connsiteX3" fmla="*/ 0 w 900100"/>
                <a:gd name="connsiteY3" fmla="*/ 571500 h 571500"/>
                <a:gd name="connsiteX0" fmla="*/ 0 w 1062050"/>
                <a:gd name="connsiteY0" fmla="*/ 571500 h 571500"/>
                <a:gd name="connsiteX1" fmla="*/ 842975 w 1062050"/>
                <a:gd name="connsiteY1" fmla="*/ 0 h 571500"/>
                <a:gd name="connsiteX2" fmla="*/ 1062050 w 1062050"/>
                <a:gd name="connsiteY2" fmla="*/ 571500 h 571500"/>
                <a:gd name="connsiteX3" fmla="*/ 0 w 1062050"/>
                <a:gd name="connsiteY3" fmla="*/ 571500 h 571500"/>
                <a:gd name="connsiteX0" fmla="*/ 0 w 533400"/>
                <a:gd name="connsiteY0" fmla="*/ 781050 h 781050"/>
                <a:gd name="connsiteX1" fmla="*/ 314325 w 533400"/>
                <a:gd name="connsiteY1" fmla="*/ 0 h 781050"/>
                <a:gd name="connsiteX2" fmla="*/ 533400 w 533400"/>
                <a:gd name="connsiteY2" fmla="*/ 571500 h 781050"/>
                <a:gd name="connsiteX3" fmla="*/ 0 w 533400"/>
                <a:gd name="connsiteY3" fmla="*/ 78105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3400" h="781050">
                  <a:moveTo>
                    <a:pt x="0" y="781050"/>
                  </a:moveTo>
                  <a:lnTo>
                    <a:pt x="314325" y="0"/>
                  </a:lnTo>
                  <a:lnTo>
                    <a:pt x="533400" y="571500"/>
                  </a:lnTo>
                  <a:lnTo>
                    <a:pt x="0" y="78105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자유형 17"/>
            <p:cNvSpPr/>
            <p:nvPr/>
          </p:nvSpPr>
          <p:spPr>
            <a:xfrm>
              <a:off x="3086100" y="4065588"/>
              <a:ext cx="3228975" cy="1704975"/>
            </a:xfrm>
            <a:custGeom>
              <a:avLst/>
              <a:gdLst>
                <a:gd name="connsiteX0" fmla="*/ 0 w 2925325"/>
                <a:gd name="connsiteY0" fmla="*/ 0 h 945105"/>
                <a:gd name="connsiteX1" fmla="*/ 2925325 w 2925325"/>
                <a:gd name="connsiteY1" fmla="*/ 0 h 945105"/>
                <a:gd name="connsiteX2" fmla="*/ 2925325 w 2925325"/>
                <a:gd name="connsiteY2" fmla="*/ 945105 h 945105"/>
                <a:gd name="connsiteX3" fmla="*/ 0 w 2925325"/>
                <a:gd name="connsiteY3" fmla="*/ 945105 h 945105"/>
                <a:gd name="connsiteX4" fmla="*/ 0 w 2925325"/>
                <a:gd name="connsiteY4" fmla="*/ 0 h 945105"/>
                <a:gd name="connsiteX0" fmla="*/ 0 w 3048930"/>
                <a:gd name="connsiteY0" fmla="*/ 0 h 1531473"/>
                <a:gd name="connsiteX1" fmla="*/ 2925325 w 3048930"/>
                <a:gd name="connsiteY1" fmla="*/ 0 h 1531473"/>
                <a:gd name="connsiteX2" fmla="*/ 3048930 w 3048930"/>
                <a:gd name="connsiteY2" fmla="*/ 1531473 h 1531473"/>
                <a:gd name="connsiteX3" fmla="*/ 0 w 3048930"/>
                <a:gd name="connsiteY3" fmla="*/ 945105 h 1531473"/>
                <a:gd name="connsiteX4" fmla="*/ 0 w 3048930"/>
                <a:gd name="connsiteY4" fmla="*/ 0 h 1531473"/>
                <a:gd name="connsiteX0" fmla="*/ 0 w 3363254"/>
                <a:gd name="connsiteY0" fmla="*/ 0 h 1531473"/>
                <a:gd name="connsiteX1" fmla="*/ 3363254 w 3363254"/>
                <a:gd name="connsiteY1" fmla="*/ 750423 h 1531473"/>
                <a:gd name="connsiteX2" fmla="*/ 3048930 w 3363254"/>
                <a:gd name="connsiteY2" fmla="*/ 1531473 h 1531473"/>
                <a:gd name="connsiteX3" fmla="*/ 0 w 3363254"/>
                <a:gd name="connsiteY3" fmla="*/ 945105 h 1531473"/>
                <a:gd name="connsiteX4" fmla="*/ 0 w 3363254"/>
                <a:gd name="connsiteY4" fmla="*/ 0 h 1531473"/>
                <a:gd name="connsiteX0" fmla="*/ 372404 w 3363254"/>
                <a:gd name="connsiteY0" fmla="*/ 0 h 1704975"/>
                <a:gd name="connsiteX1" fmla="*/ 3363254 w 3363254"/>
                <a:gd name="connsiteY1" fmla="*/ 923925 h 1704975"/>
                <a:gd name="connsiteX2" fmla="*/ 3048930 w 3363254"/>
                <a:gd name="connsiteY2" fmla="*/ 1704975 h 1704975"/>
                <a:gd name="connsiteX3" fmla="*/ 0 w 3363254"/>
                <a:gd name="connsiteY3" fmla="*/ 1118607 h 1704975"/>
                <a:gd name="connsiteX4" fmla="*/ 372404 w 3363254"/>
                <a:gd name="connsiteY4" fmla="*/ 0 h 1704975"/>
                <a:gd name="connsiteX0" fmla="*/ 238125 w 3228975"/>
                <a:gd name="connsiteY0" fmla="*/ 0 h 1704975"/>
                <a:gd name="connsiteX1" fmla="*/ 3228975 w 3228975"/>
                <a:gd name="connsiteY1" fmla="*/ 923925 h 1704975"/>
                <a:gd name="connsiteX2" fmla="*/ 2914651 w 3228975"/>
                <a:gd name="connsiteY2" fmla="*/ 1704975 h 1704975"/>
                <a:gd name="connsiteX3" fmla="*/ 0 w 3228975"/>
                <a:gd name="connsiteY3" fmla="*/ 762000 h 1704975"/>
                <a:gd name="connsiteX4" fmla="*/ 238125 w 3228975"/>
                <a:gd name="connsiteY4" fmla="*/ 0 h 1704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8975" h="1704975">
                  <a:moveTo>
                    <a:pt x="238125" y="0"/>
                  </a:moveTo>
                  <a:lnTo>
                    <a:pt x="3228975" y="923925"/>
                  </a:lnTo>
                  <a:lnTo>
                    <a:pt x="2914651" y="1704975"/>
                  </a:lnTo>
                  <a:lnTo>
                    <a:pt x="0" y="762000"/>
                  </a:lnTo>
                  <a:lnTo>
                    <a:pt x="23812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4" name="그룹 18"/>
          <p:cNvGrpSpPr>
            <a:grpSpLocks/>
          </p:cNvGrpSpPr>
          <p:nvPr/>
        </p:nvGrpSpPr>
        <p:grpSpPr bwMode="auto">
          <a:xfrm>
            <a:off x="4940239" y="2832301"/>
            <a:ext cx="2832295" cy="1400499"/>
            <a:chOff x="3086100" y="4065588"/>
            <a:chExt cx="3448050" cy="1704975"/>
          </a:xfrm>
          <a:solidFill>
            <a:srgbClr val="FFC000"/>
          </a:solidFill>
        </p:grpSpPr>
        <p:sp>
          <p:nvSpPr>
            <p:cNvPr id="15" name="자유형 19"/>
            <p:cNvSpPr/>
            <p:nvPr/>
          </p:nvSpPr>
          <p:spPr>
            <a:xfrm>
              <a:off x="6000750" y="4989513"/>
              <a:ext cx="533400" cy="781050"/>
            </a:xfrm>
            <a:custGeom>
              <a:avLst/>
              <a:gdLst>
                <a:gd name="connsiteX0" fmla="*/ 0 w 900100"/>
                <a:gd name="connsiteY0" fmla="*/ 646848 h 646848"/>
                <a:gd name="connsiteX1" fmla="*/ 450050 w 900100"/>
                <a:gd name="connsiteY1" fmla="*/ 0 h 646848"/>
                <a:gd name="connsiteX2" fmla="*/ 900100 w 900100"/>
                <a:gd name="connsiteY2" fmla="*/ 646848 h 646848"/>
                <a:gd name="connsiteX3" fmla="*/ 0 w 900100"/>
                <a:gd name="connsiteY3" fmla="*/ 646848 h 646848"/>
                <a:gd name="connsiteX0" fmla="*/ 0 w 900100"/>
                <a:gd name="connsiteY0" fmla="*/ 571500 h 571500"/>
                <a:gd name="connsiteX1" fmla="*/ 842975 w 900100"/>
                <a:gd name="connsiteY1" fmla="*/ 0 h 571500"/>
                <a:gd name="connsiteX2" fmla="*/ 900100 w 900100"/>
                <a:gd name="connsiteY2" fmla="*/ 571500 h 571500"/>
                <a:gd name="connsiteX3" fmla="*/ 0 w 900100"/>
                <a:gd name="connsiteY3" fmla="*/ 571500 h 571500"/>
                <a:gd name="connsiteX0" fmla="*/ 0 w 1062050"/>
                <a:gd name="connsiteY0" fmla="*/ 571500 h 571500"/>
                <a:gd name="connsiteX1" fmla="*/ 842975 w 1062050"/>
                <a:gd name="connsiteY1" fmla="*/ 0 h 571500"/>
                <a:gd name="connsiteX2" fmla="*/ 1062050 w 1062050"/>
                <a:gd name="connsiteY2" fmla="*/ 571500 h 571500"/>
                <a:gd name="connsiteX3" fmla="*/ 0 w 1062050"/>
                <a:gd name="connsiteY3" fmla="*/ 571500 h 571500"/>
                <a:gd name="connsiteX0" fmla="*/ 0 w 533400"/>
                <a:gd name="connsiteY0" fmla="*/ 781050 h 781050"/>
                <a:gd name="connsiteX1" fmla="*/ 314325 w 533400"/>
                <a:gd name="connsiteY1" fmla="*/ 0 h 781050"/>
                <a:gd name="connsiteX2" fmla="*/ 533400 w 533400"/>
                <a:gd name="connsiteY2" fmla="*/ 571500 h 781050"/>
                <a:gd name="connsiteX3" fmla="*/ 0 w 533400"/>
                <a:gd name="connsiteY3" fmla="*/ 78105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3400" h="781050">
                  <a:moveTo>
                    <a:pt x="0" y="781050"/>
                  </a:moveTo>
                  <a:lnTo>
                    <a:pt x="314325" y="0"/>
                  </a:lnTo>
                  <a:lnTo>
                    <a:pt x="533400" y="571500"/>
                  </a:lnTo>
                  <a:lnTo>
                    <a:pt x="0" y="78105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자유형 20"/>
            <p:cNvSpPr/>
            <p:nvPr/>
          </p:nvSpPr>
          <p:spPr>
            <a:xfrm>
              <a:off x="3086100" y="4065588"/>
              <a:ext cx="3228975" cy="1704975"/>
            </a:xfrm>
            <a:custGeom>
              <a:avLst/>
              <a:gdLst>
                <a:gd name="connsiteX0" fmla="*/ 0 w 2925325"/>
                <a:gd name="connsiteY0" fmla="*/ 0 h 945105"/>
                <a:gd name="connsiteX1" fmla="*/ 2925325 w 2925325"/>
                <a:gd name="connsiteY1" fmla="*/ 0 h 945105"/>
                <a:gd name="connsiteX2" fmla="*/ 2925325 w 2925325"/>
                <a:gd name="connsiteY2" fmla="*/ 945105 h 945105"/>
                <a:gd name="connsiteX3" fmla="*/ 0 w 2925325"/>
                <a:gd name="connsiteY3" fmla="*/ 945105 h 945105"/>
                <a:gd name="connsiteX4" fmla="*/ 0 w 2925325"/>
                <a:gd name="connsiteY4" fmla="*/ 0 h 945105"/>
                <a:gd name="connsiteX0" fmla="*/ 0 w 3048930"/>
                <a:gd name="connsiteY0" fmla="*/ 0 h 1531473"/>
                <a:gd name="connsiteX1" fmla="*/ 2925325 w 3048930"/>
                <a:gd name="connsiteY1" fmla="*/ 0 h 1531473"/>
                <a:gd name="connsiteX2" fmla="*/ 3048930 w 3048930"/>
                <a:gd name="connsiteY2" fmla="*/ 1531473 h 1531473"/>
                <a:gd name="connsiteX3" fmla="*/ 0 w 3048930"/>
                <a:gd name="connsiteY3" fmla="*/ 945105 h 1531473"/>
                <a:gd name="connsiteX4" fmla="*/ 0 w 3048930"/>
                <a:gd name="connsiteY4" fmla="*/ 0 h 1531473"/>
                <a:gd name="connsiteX0" fmla="*/ 0 w 3363254"/>
                <a:gd name="connsiteY0" fmla="*/ 0 h 1531473"/>
                <a:gd name="connsiteX1" fmla="*/ 3363254 w 3363254"/>
                <a:gd name="connsiteY1" fmla="*/ 750423 h 1531473"/>
                <a:gd name="connsiteX2" fmla="*/ 3048930 w 3363254"/>
                <a:gd name="connsiteY2" fmla="*/ 1531473 h 1531473"/>
                <a:gd name="connsiteX3" fmla="*/ 0 w 3363254"/>
                <a:gd name="connsiteY3" fmla="*/ 945105 h 1531473"/>
                <a:gd name="connsiteX4" fmla="*/ 0 w 3363254"/>
                <a:gd name="connsiteY4" fmla="*/ 0 h 1531473"/>
                <a:gd name="connsiteX0" fmla="*/ 372404 w 3363254"/>
                <a:gd name="connsiteY0" fmla="*/ 0 h 1704975"/>
                <a:gd name="connsiteX1" fmla="*/ 3363254 w 3363254"/>
                <a:gd name="connsiteY1" fmla="*/ 923925 h 1704975"/>
                <a:gd name="connsiteX2" fmla="*/ 3048930 w 3363254"/>
                <a:gd name="connsiteY2" fmla="*/ 1704975 h 1704975"/>
                <a:gd name="connsiteX3" fmla="*/ 0 w 3363254"/>
                <a:gd name="connsiteY3" fmla="*/ 1118607 h 1704975"/>
                <a:gd name="connsiteX4" fmla="*/ 372404 w 3363254"/>
                <a:gd name="connsiteY4" fmla="*/ 0 h 1704975"/>
                <a:gd name="connsiteX0" fmla="*/ 238125 w 3228975"/>
                <a:gd name="connsiteY0" fmla="*/ 0 h 1704975"/>
                <a:gd name="connsiteX1" fmla="*/ 3228975 w 3228975"/>
                <a:gd name="connsiteY1" fmla="*/ 923925 h 1704975"/>
                <a:gd name="connsiteX2" fmla="*/ 2914651 w 3228975"/>
                <a:gd name="connsiteY2" fmla="*/ 1704975 h 1704975"/>
                <a:gd name="connsiteX3" fmla="*/ 0 w 3228975"/>
                <a:gd name="connsiteY3" fmla="*/ 762000 h 1704975"/>
                <a:gd name="connsiteX4" fmla="*/ 238125 w 3228975"/>
                <a:gd name="connsiteY4" fmla="*/ 0 h 1704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8975" h="1704975">
                  <a:moveTo>
                    <a:pt x="238125" y="0"/>
                  </a:moveTo>
                  <a:lnTo>
                    <a:pt x="3228975" y="923925"/>
                  </a:lnTo>
                  <a:lnTo>
                    <a:pt x="2914651" y="1704975"/>
                  </a:lnTo>
                  <a:lnTo>
                    <a:pt x="0" y="762000"/>
                  </a:lnTo>
                  <a:lnTo>
                    <a:pt x="23812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7" name="직사각형 26"/>
          <p:cNvSpPr/>
          <p:nvPr/>
        </p:nvSpPr>
        <p:spPr>
          <a:xfrm rot="1040367">
            <a:off x="2145724" y="5074598"/>
            <a:ext cx="1803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/>
              <a:t>Solution Provider</a:t>
            </a:r>
          </a:p>
        </p:txBody>
      </p:sp>
      <p:sp>
        <p:nvSpPr>
          <p:cNvPr id="18" name="직사각형 27"/>
          <p:cNvSpPr/>
          <p:nvPr/>
        </p:nvSpPr>
        <p:spPr>
          <a:xfrm rot="1040367">
            <a:off x="3365815" y="4558261"/>
            <a:ext cx="17016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/>
              <a:t>Service Provider</a:t>
            </a:r>
          </a:p>
        </p:txBody>
      </p:sp>
      <p:sp>
        <p:nvSpPr>
          <p:cNvPr id="19" name="직사각형 28"/>
          <p:cNvSpPr/>
          <p:nvPr/>
        </p:nvSpPr>
        <p:spPr>
          <a:xfrm rot="1040367">
            <a:off x="4400930" y="3900984"/>
            <a:ext cx="17016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 smtClean="0"/>
              <a:t>Vertical</a:t>
            </a:r>
          </a:p>
          <a:p>
            <a:pPr lvl="0"/>
            <a:r>
              <a:rPr lang="en-US" dirty="0" smtClean="0"/>
              <a:t>Service </a:t>
            </a:r>
            <a:r>
              <a:rPr lang="en-US" dirty="0"/>
              <a:t>Provider</a:t>
            </a:r>
          </a:p>
        </p:txBody>
      </p:sp>
      <p:sp>
        <p:nvSpPr>
          <p:cNvPr id="20" name="직사각형 29"/>
          <p:cNvSpPr/>
          <p:nvPr/>
        </p:nvSpPr>
        <p:spPr>
          <a:xfrm rot="1040367">
            <a:off x="5299318" y="3159622"/>
            <a:ext cx="17016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/>
              <a:t>Customized </a:t>
            </a:r>
            <a:endParaRPr lang="en-US" dirty="0" smtClean="0"/>
          </a:p>
          <a:p>
            <a:pPr lvl="0"/>
            <a:r>
              <a:rPr lang="en-US" dirty="0" smtClean="0"/>
              <a:t>Service </a:t>
            </a:r>
            <a:r>
              <a:rPr lang="en-US" dirty="0"/>
              <a:t>Provider</a:t>
            </a:r>
          </a:p>
        </p:txBody>
      </p:sp>
      <p:sp>
        <p:nvSpPr>
          <p:cNvPr id="21" name="자유형 30"/>
          <p:cNvSpPr/>
          <p:nvPr/>
        </p:nvSpPr>
        <p:spPr bwMode="auto">
          <a:xfrm>
            <a:off x="3540606" y="5133019"/>
            <a:ext cx="896342" cy="698049"/>
          </a:xfrm>
          <a:custGeom>
            <a:avLst/>
            <a:gdLst>
              <a:gd name="connsiteX0" fmla="*/ 0 w 2925325"/>
              <a:gd name="connsiteY0" fmla="*/ 0 h 945105"/>
              <a:gd name="connsiteX1" fmla="*/ 2925325 w 2925325"/>
              <a:gd name="connsiteY1" fmla="*/ 0 h 945105"/>
              <a:gd name="connsiteX2" fmla="*/ 2925325 w 2925325"/>
              <a:gd name="connsiteY2" fmla="*/ 945105 h 945105"/>
              <a:gd name="connsiteX3" fmla="*/ 0 w 2925325"/>
              <a:gd name="connsiteY3" fmla="*/ 945105 h 945105"/>
              <a:gd name="connsiteX4" fmla="*/ 0 w 2925325"/>
              <a:gd name="connsiteY4" fmla="*/ 0 h 945105"/>
              <a:gd name="connsiteX0" fmla="*/ 0 w 3048930"/>
              <a:gd name="connsiteY0" fmla="*/ 0 h 1531473"/>
              <a:gd name="connsiteX1" fmla="*/ 2925325 w 3048930"/>
              <a:gd name="connsiteY1" fmla="*/ 0 h 1531473"/>
              <a:gd name="connsiteX2" fmla="*/ 3048930 w 3048930"/>
              <a:gd name="connsiteY2" fmla="*/ 1531473 h 1531473"/>
              <a:gd name="connsiteX3" fmla="*/ 0 w 3048930"/>
              <a:gd name="connsiteY3" fmla="*/ 945105 h 1531473"/>
              <a:gd name="connsiteX4" fmla="*/ 0 w 3048930"/>
              <a:gd name="connsiteY4" fmla="*/ 0 h 1531473"/>
              <a:gd name="connsiteX0" fmla="*/ 0 w 3363254"/>
              <a:gd name="connsiteY0" fmla="*/ 0 h 1531473"/>
              <a:gd name="connsiteX1" fmla="*/ 3363254 w 3363254"/>
              <a:gd name="connsiteY1" fmla="*/ 750423 h 1531473"/>
              <a:gd name="connsiteX2" fmla="*/ 3048930 w 3363254"/>
              <a:gd name="connsiteY2" fmla="*/ 1531473 h 1531473"/>
              <a:gd name="connsiteX3" fmla="*/ 0 w 3363254"/>
              <a:gd name="connsiteY3" fmla="*/ 945105 h 1531473"/>
              <a:gd name="connsiteX4" fmla="*/ 0 w 3363254"/>
              <a:gd name="connsiteY4" fmla="*/ 0 h 1531473"/>
              <a:gd name="connsiteX0" fmla="*/ 372404 w 3363254"/>
              <a:gd name="connsiteY0" fmla="*/ 0 h 1704975"/>
              <a:gd name="connsiteX1" fmla="*/ 3363254 w 3363254"/>
              <a:gd name="connsiteY1" fmla="*/ 923925 h 1704975"/>
              <a:gd name="connsiteX2" fmla="*/ 3048930 w 3363254"/>
              <a:gd name="connsiteY2" fmla="*/ 1704975 h 1704975"/>
              <a:gd name="connsiteX3" fmla="*/ 0 w 3363254"/>
              <a:gd name="connsiteY3" fmla="*/ 1118607 h 1704975"/>
              <a:gd name="connsiteX4" fmla="*/ 372404 w 3363254"/>
              <a:gd name="connsiteY4" fmla="*/ 0 h 1704975"/>
              <a:gd name="connsiteX0" fmla="*/ 238125 w 3228975"/>
              <a:gd name="connsiteY0" fmla="*/ 0 h 1704975"/>
              <a:gd name="connsiteX1" fmla="*/ 3228975 w 3228975"/>
              <a:gd name="connsiteY1" fmla="*/ 923925 h 1704975"/>
              <a:gd name="connsiteX2" fmla="*/ 2914651 w 3228975"/>
              <a:gd name="connsiteY2" fmla="*/ 1704975 h 1704975"/>
              <a:gd name="connsiteX3" fmla="*/ 0 w 3228975"/>
              <a:gd name="connsiteY3" fmla="*/ 762000 h 1704975"/>
              <a:gd name="connsiteX4" fmla="*/ 238125 w 3228975"/>
              <a:gd name="connsiteY4" fmla="*/ 0 h 1704975"/>
              <a:gd name="connsiteX0" fmla="*/ -1 w 2990849"/>
              <a:gd name="connsiteY0" fmla="*/ 0 h 1704975"/>
              <a:gd name="connsiteX1" fmla="*/ 2990849 w 2990849"/>
              <a:gd name="connsiteY1" fmla="*/ 923925 h 1704975"/>
              <a:gd name="connsiteX2" fmla="*/ 2676525 w 2990849"/>
              <a:gd name="connsiteY2" fmla="*/ 1704975 h 1704975"/>
              <a:gd name="connsiteX3" fmla="*/ -1 w 2990849"/>
              <a:gd name="connsiteY3" fmla="*/ 0 h 1704975"/>
              <a:gd name="connsiteX0" fmla="*/ 0 w 2990850"/>
              <a:gd name="connsiteY0" fmla="*/ 0 h 1704975"/>
              <a:gd name="connsiteX1" fmla="*/ 2990850 w 2990850"/>
              <a:gd name="connsiteY1" fmla="*/ 923925 h 1704975"/>
              <a:gd name="connsiteX2" fmla="*/ 2676526 w 2990850"/>
              <a:gd name="connsiteY2" fmla="*/ 1704975 h 1704975"/>
              <a:gd name="connsiteX3" fmla="*/ 0 w 2990850"/>
              <a:gd name="connsiteY3" fmla="*/ 0 h 1704975"/>
              <a:gd name="connsiteX0" fmla="*/ 0 w 2990850"/>
              <a:gd name="connsiteY0" fmla="*/ 0 h 1704975"/>
              <a:gd name="connsiteX1" fmla="*/ 1336814 w 2990850"/>
              <a:gd name="connsiteY1" fmla="*/ 416852 h 1704975"/>
              <a:gd name="connsiteX2" fmla="*/ 2990850 w 2990850"/>
              <a:gd name="connsiteY2" fmla="*/ 923925 h 1704975"/>
              <a:gd name="connsiteX3" fmla="*/ 2676526 w 2990850"/>
              <a:gd name="connsiteY3" fmla="*/ 1704975 h 1704975"/>
              <a:gd name="connsiteX4" fmla="*/ 0 w 2990850"/>
              <a:gd name="connsiteY4" fmla="*/ 0 h 1704975"/>
              <a:gd name="connsiteX0" fmla="*/ 1392099 w 1706423"/>
              <a:gd name="connsiteY0" fmla="*/ 1288123 h 1288123"/>
              <a:gd name="connsiteX1" fmla="*/ 52387 w 1706423"/>
              <a:gd name="connsiteY1" fmla="*/ 0 h 1288123"/>
              <a:gd name="connsiteX2" fmla="*/ 1706423 w 1706423"/>
              <a:gd name="connsiteY2" fmla="*/ 507073 h 1288123"/>
              <a:gd name="connsiteX3" fmla="*/ 1392099 w 1706423"/>
              <a:gd name="connsiteY3" fmla="*/ 1288123 h 1288123"/>
              <a:gd name="connsiteX0" fmla="*/ 1339712 w 1654036"/>
              <a:gd name="connsiteY0" fmla="*/ 1288123 h 1288123"/>
              <a:gd name="connsiteX1" fmla="*/ 0 w 1654036"/>
              <a:gd name="connsiteY1" fmla="*/ 0 h 1288123"/>
              <a:gd name="connsiteX2" fmla="*/ 1654036 w 1654036"/>
              <a:gd name="connsiteY2" fmla="*/ 507073 h 1288123"/>
              <a:gd name="connsiteX3" fmla="*/ 1339712 w 1654036"/>
              <a:gd name="connsiteY3" fmla="*/ 1288123 h 1288123"/>
              <a:gd name="connsiteX0" fmla="*/ 1339712 w 1654036"/>
              <a:gd name="connsiteY0" fmla="*/ 1288123 h 1288123"/>
              <a:gd name="connsiteX1" fmla="*/ 0 w 1654036"/>
              <a:gd name="connsiteY1" fmla="*/ 0 h 1288123"/>
              <a:gd name="connsiteX2" fmla="*/ 1654036 w 1654036"/>
              <a:gd name="connsiteY2" fmla="*/ 507073 h 1288123"/>
              <a:gd name="connsiteX3" fmla="*/ 1339712 w 1654036"/>
              <a:gd name="connsiteY3" fmla="*/ 1288123 h 1288123"/>
              <a:gd name="connsiteX0" fmla="*/ 1339712 w 1654036"/>
              <a:gd name="connsiteY0" fmla="*/ 1288123 h 1288123"/>
              <a:gd name="connsiteX1" fmla="*/ 0 w 1654036"/>
              <a:gd name="connsiteY1" fmla="*/ 0 h 1288123"/>
              <a:gd name="connsiteX2" fmla="*/ 1654036 w 1654036"/>
              <a:gd name="connsiteY2" fmla="*/ 507073 h 1288123"/>
              <a:gd name="connsiteX3" fmla="*/ 1339712 w 1654036"/>
              <a:gd name="connsiteY3" fmla="*/ 1288123 h 1288123"/>
              <a:gd name="connsiteX0" fmla="*/ 1339712 w 1654036"/>
              <a:gd name="connsiteY0" fmla="*/ 1288123 h 1288123"/>
              <a:gd name="connsiteX1" fmla="*/ 0 w 1654036"/>
              <a:gd name="connsiteY1" fmla="*/ 0 h 1288123"/>
              <a:gd name="connsiteX2" fmla="*/ 1654036 w 1654036"/>
              <a:gd name="connsiteY2" fmla="*/ 507073 h 1288123"/>
              <a:gd name="connsiteX3" fmla="*/ 1339712 w 1654036"/>
              <a:gd name="connsiteY3" fmla="*/ 1288123 h 128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4036" h="1288123">
                <a:moveTo>
                  <a:pt x="1339712" y="1288123"/>
                </a:moveTo>
                <a:cubicBezTo>
                  <a:pt x="1211266" y="503810"/>
                  <a:pt x="1096523" y="498616"/>
                  <a:pt x="0" y="0"/>
                </a:cubicBezTo>
                <a:lnTo>
                  <a:pt x="1654036" y="507073"/>
                </a:lnTo>
                <a:lnTo>
                  <a:pt x="1339712" y="1288123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자유형 31"/>
          <p:cNvSpPr/>
          <p:nvPr/>
        </p:nvSpPr>
        <p:spPr bwMode="auto">
          <a:xfrm>
            <a:off x="4729786" y="4595579"/>
            <a:ext cx="896342" cy="698049"/>
          </a:xfrm>
          <a:custGeom>
            <a:avLst/>
            <a:gdLst>
              <a:gd name="connsiteX0" fmla="*/ 0 w 2925325"/>
              <a:gd name="connsiteY0" fmla="*/ 0 h 945105"/>
              <a:gd name="connsiteX1" fmla="*/ 2925325 w 2925325"/>
              <a:gd name="connsiteY1" fmla="*/ 0 h 945105"/>
              <a:gd name="connsiteX2" fmla="*/ 2925325 w 2925325"/>
              <a:gd name="connsiteY2" fmla="*/ 945105 h 945105"/>
              <a:gd name="connsiteX3" fmla="*/ 0 w 2925325"/>
              <a:gd name="connsiteY3" fmla="*/ 945105 h 945105"/>
              <a:gd name="connsiteX4" fmla="*/ 0 w 2925325"/>
              <a:gd name="connsiteY4" fmla="*/ 0 h 945105"/>
              <a:gd name="connsiteX0" fmla="*/ 0 w 3048930"/>
              <a:gd name="connsiteY0" fmla="*/ 0 h 1531473"/>
              <a:gd name="connsiteX1" fmla="*/ 2925325 w 3048930"/>
              <a:gd name="connsiteY1" fmla="*/ 0 h 1531473"/>
              <a:gd name="connsiteX2" fmla="*/ 3048930 w 3048930"/>
              <a:gd name="connsiteY2" fmla="*/ 1531473 h 1531473"/>
              <a:gd name="connsiteX3" fmla="*/ 0 w 3048930"/>
              <a:gd name="connsiteY3" fmla="*/ 945105 h 1531473"/>
              <a:gd name="connsiteX4" fmla="*/ 0 w 3048930"/>
              <a:gd name="connsiteY4" fmla="*/ 0 h 1531473"/>
              <a:gd name="connsiteX0" fmla="*/ 0 w 3363254"/>
              <a:gd name="connsiteY0" fmla="*/ 0 h 1531473"/>
              <a:gd name="connsiteX1" fmla="*/ 3363254 w 3363254"/>
              <a:gd name="connsiteY1" fmla="*/ 750423 h 1531473"/>
              <a:gd name="connsiteX2" fmla="*/ 3048930 w 3363254"/>
              <a:gd name="connsiteY2" fmla="*/ 1531473 h 1531473"/>
              <a:gd name="connsiteX3" fmla="*/ 0 w 3363254"/>
              <a:gd name="connsiteY3" fmla="*/ 945105 h 1531473"/>
              <a:gd name="connsiteX4" fmla="*/ 0 w 3363254"/>
              <a:gd name="connsiteY4" fmla="*/ 0 h 1531473"/>
              <a:gd name="connsiteX0" fmla="*/ 372404 w 3363254"/>
              <a:gd name="connsiteY0" fmla="*/ 0 h 1704975"/>
              <a:gd name="connsiteX1" fmla="*/ 3363254 w 3363254"/>
              <a:gd name="connsiteY1" fmla="*/ 923925 h 1704975"/>
              <a:gd name="connsiteX2" fmla="*/ 3048930 w 3363254"/>
              <a:gd name="connsiteY2" fmla="*/ 1704975 h 1704975"/>
              <a:gd name="connsiteX3" fmla="*/ 0 w 3363254"/>
              <a:gd name="connsiteY3" fmla="*/ 1118607 h 1704975"/>
              <a:gd name="connsiteX4" fmla="*/ 372404 w 3363254"/>
              <a:gd name="connsiteY4" fmla="*/ 0 h 1704975"/>
              <a:gd name="connsiteX0" fmla="*/ 238125 w 3228975"/>
              <a:gd name="connsiteY0" fmla="*/ 0 h 1704975"/>
              <a:gd name="connsiteX1" fmla="*/ 3228975 w 3228975"/>
              <a:gd name="connsiteY1" fmla="*/ 923925 h 1704975"/>
              <a:gd name="connsiteX2" fmla="*/ 2914651 w 3228975"/>
              <a:gd name="connsiteY2" fmla="*/ 1704975 h 1704975"/>
              <a:gd name="connsiteX3" fmla="*/ 0 w 3228975"/>
              <a:gd name="connsiteY3" fmla="*/ 762000 h 1704975"/>
              <a:gd name="connsiteX4" fmla="*/ 238125 w 3228975"/>
              <a:gd name="connsiteY4" fmla="*/ 0 h 1704975"/>
              <a:gd name="connsiteX0" fmla="*/ -1 w 2990849"/>
              <a:gd name="connsiteY0" fmla="*/ 0 h 1704975"/>
              <a:gd name="connsiteX1" fmla="*/ 2990849 w 2990849"/>
              <a:gd name="connsiteY1" fmla="*/ 923925 h 1704975"/>
              <a:gd name="connsiteX2" fmla="*/ 2676525 w 2990849"/>
              <a:gd name="connsiteY2" fmla="*/ 1704975 h 1704975"/>
              <a:gd name="connsiteX3" fmla="*/ -1 w 2990849"/>
              <a:gd name="connsiteY3" fmla="*/ 0 h 1704975"/>
              <a:gd name="connsiteX0" fmla="*/ 0 w 2990850"/>
              <a:gd name="connsiteY0" fmla="*/ 0 h 1704975"/>
              <a:gd name="connsiteX1" fmla="*/ 2990850 w 2990850"/>
              <a:gd name="connsiteY1" fmla="*/ 923925 h 1704975"/>
              <a:gd name="connsiteX2" fmla="*/ 2676526 w 2990850"/>
              <a:gd name="connsiteY2" fmla="*/ 1704975 h 1704975"/>
              <a:gd name="connsiteX3" fmla="*/ 0 w 2990850"/>
              <a:gd name="connsiteY3" fmla="*/ 0 h 1704975"/>
              <a:gd name="connsiteX0" fmla="*/ 0 w 2990850"/>
              <a:gd name="connsiteY0" fmla="*/ 0 h 1704975"/>
              <a:gd name="connsiteX1" fmla="*/ 1336814 w 2990850"/>
              <a:gd name="connsiteY1" fmla="*/ 416852 h 1704975"/>
              <a:gd name="connsiteX2" fmla="*/ 2990850 w 2990850"/>
              <a:gd name="connsiteY2" fmla="*/ 923925 h 1704975"/>
              <a:gd name="connsiteX3" fmla="*/ 2676526 w 2990850"/>
              <a:gd name="connsiteY3" fmla="*/ 1704975 h 1704975"/>
              <a:gd name="connsiteX4" fmla="*/ 0 w 2990850"/>
              <a:gd name="connsiteY4" fmla="*/ 0 h 1704975"/>
              <a:gd name="connsiteX0" fmla="*/ 1392099 w 1706423"/>
              <a:gd name="connsiteY0" fmla="*/ 1288123 h 1288123"/>
              <a:gd name="connsiteX1" fmla="*/ 52387 w 1706423"/>
              <a:gd name="connsiteY1" fmla="*/ 0 h 1288123"/>
              <a:gd name="connsiteX2" fmla="*/ 1706423 w 1706423"/>
              <a:gd name="connsiteY2" fmla="*/ 507073 h 1288123"/>
              <a:gd name="connsiteX3" fmla="*/ 1392099 w 1706423"/>
              <a:gd name="connsiteY3" fmla="*/ 1288123 h 1288123"/>
              <a:gd name="connsiteX0" fmla="*/ 1339712 w 1654036"/>
              <a:gd name="connsiteY0" fmla="*/ 1288123 h 1288123"/>
              <a:gd name="connsiteX1" fmla="*/ 0 w 1654036"/>
              <a:gd name="connsiteY1" fmla="*/ 0 h 1288123"/>
              <a:gd name="connsiteX2" fmla="*/ 1654036 w 1654036"/>
              <a:gd name="connsiteY2" fmla="*/ 507073 h 1288123"/>
              <a:gd name="connsiteX3" fmla="*/ 1339712 w 1654036"/>
              <a:gd name="connsiteY3" fmla="*/ 1288123 h 1288123"/>
              <a:gd name="connsiteX0" fmla="*/ 1339712 w 1654036"/>
              <a:gd name="connsiteY0" fmla="*/ 1288123 h 1288123"/>
              <a:gd name="connsiteX1" fmla="*/ 0 w 1654036"/>
              <a:gd name="connsiteY1" fmla="*/ 0 h 1288123"/>
              <a:gd name="connsiteX2" fmla="*/ 1654036 w 1654036"/>
              <a:gd name="connsiteY2" fmla="*/ 507073 h 1288123"/>
              <a:gd name="connsiteX3" fmla="*/ 1339712 w 1654036"/>
              <a:gd name="connsiteY3" fmla="*/ 1288123 h 1288123"/>
              <a:gd name="connsiteX0" fmla="*/ 1339712 w 1654036"/>
              <a:gd name="connsiteY0" fmla="*/ 1288123 h 1288123"/>
              <a:gd name="connsiteX1" fmla="*/ 0 w 1654036"/>
              <a:gd name="connsiteY1" fmla="*/ 0 h 1288123"/>
              <a:gd name="connsiteX2" fmla="*/ 1654036 w 1654036"/>
              <a:gd name="connsiteY2" fmla="*/ 507073 h 1288123"/>
              <a:gd name="connsiteX3" fmla="*/ 1339712 w 1654036"/>
              <a:gd name="connsiteY3" fmla="*/ 1288123 h 1288123"/>
              <a:gd name="connsiteX0" fmla="*/ 1339712 w 1654036"/>
              <a:gd name="connsiteY0" fmla="*/ 1288123 h 1288123"/>
              <a:gd name="connsiteX1" fmla="*/ 0 w 1654036"/>
              <a:gd name="connsiteY1" fmla="*/ 0 h 1288123"/>
              <a:gd name="connsiteX2" fmla="*/ 1654036 w 1654036"/>
              <a:gd name="connsiteY2" fmla="*/ 507073 h 1288123"/>
              <a:gd name="connsiteX3" fmla="*/ 1339712 w 1654036"/>
              <a:gd name="connsiteY3" fmla="*/ 1288123 h 128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4036" h="1288123">
                <a:moveTo>
                  <a:pt x="1339712" y="1288123"/>
                </a:moveTo>
                <a:cubicBezTo>
                  <a:pt x="1211266" y="503810"/>
                  <a:pt x="1096523" y="498616"/>
                  <a:pt x="0" y="0"/>
                </a:cubicBezTo>
                <a:lnTo>
                  <a:pt x="1654036" y="507073"/>
                </a:lnTo>
                <a:lnTo>
                  <a:pt x="1339712" y="1288123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자유형 32"/>
          <p:cNvSpPr/>
          <p:nvPr/>
        </p:nvSpPr>
        <p:spPr bwMode="auto">
          <a:xfrm>
            <a:off x="5773288" y="4026944"/>
            <a:ext cx="896342" cy="698049"/>
          </a:xfrm>
          <a:custGeom>
            <a:avLst/>
            <a:gdLst>
              <a:gd name="connsiteX0" fmla="*/ 0 w 2925325"/>
              <a:gd name="connsiteY0" fmla="*/ 0 h 945105"/>
              <a:gd name="connsiteX1" fmla="*/ 2925325 w 2925325"/>
              <a:gd name="connsiteY1" fmla="*/ 0 h 945105"/>
              <a:gd name="connsiteX2" fmla="*/ 2925325 w 2925325"/>
              <a:gd name="connsiteY2" fmla="*/ 945105 h 945105"/>
              <a:gd name="connsiteX3" fmla="*/ 0 w 2925325"/>
              <a:gd name="connsiteY3" fmla="*/ 945105 h 945105"/>
              <a:gd name="connsiteX4" fmla="*/ 0 w 2925325"/>
              <a:gd name="connsiteY4" fmla="*/ 0 h 945105"/>
              <a:gd name="connsiteX0" fmla="*/ 0 w 3048930"/>
              <a:gd name="connsiteY0" fmla="*/ 0 h 1531473"/>
              <a:gd name="connsiteX1" fmla="*/ 2925325 w 3048930"/>
              <a:gd name="connsiteY1" fmla="*/ 0 h 1531473"/>
              <a:gd name="connsiteX2" fmla="*/ 3048930 w 3048930"/>
              <a:gd name="connsiteY2" fmla="*/ 1531473 h 1531473"/>
              <a:gd name="connsiteX3" fmla="*/ 0 w 3048930"/>
              <a:gd name="connsiteY3" fmla="*/ 945105 h 1531473"/>
              <a:gd name="connsiteX4" fmla="*/ 0 w 3048930"/>
              <a:gd name="connsiteY4" fmla="*/ 0 h 1531473"/>
              <a:gd name="connsiteX0" fmla="*/ 0 w 3363254"/>
              <a:gd name="connsiteY0" fmla="*/ 0 h 1531473"/>
              <a:gd name="connsiteX1" fmla="*/ 3363254 w 3363254"/>
              <a:gd name="connsiteY1" fmla="*/ 750423 h 1531473"/>
              <a:gd name="connsiteX2" fmla="*/ 3048930 w 3363254"/>
              <a:gd name="connsiteY2" fmla="*/ 1531473 h 1531473"/>
              <a:gd name="connsiteX3" fmla="*/ 0 w 3363254"/>
              <a:gd name="connsiteY3" fmla="*/ 945105 h 1531473"/>
              <a:gd name="connsiteX4" fmla="*/ 0 w 3363254"/>
              <a:gd name="connsiteY4" fmla="*/ 0 h 1531473"/>
              <a:gd name="connsiteX0" fmla="*/ 372404 w 3363254"/>
              <a:gd name="connsiteY0" fmla="*/ 0 h 1704975"/>
              <a:gd name="connsiteX1" fmla="*/ 3363254 w 3363254"/>
              <a:gd name="connsiteY1" fmla="*/ 923925 h 1704975"/>
              <a:gd name="connsiteX2" fmla="*/ 3048930 w 3363254"/>
              <a:gd name="connsiteY2" fmla="*/ 1704975 h 1704975"/>
              <a:gd name="connsiteX3" fmla="*/ 0 w 3363254"/>
              <a:gd name="connsiteY3" fmla="*/ 1118607 h 1704975"/>
              <a:gd name="connsiteX4" fmla="*/ 372404 w 3363254"/>
              <a:gd name="connsiteY4" fmla="*/ 0 h 1704975"/>
              <a:gd name="connsiteX0" fmla="*/ 238125 w 3228975"/>
              <a:gd name="connsiteY0" fmla="*/ 0 h 1704975"/>
              <a:gd name="connsiteX1" fmla="*/ 3228975 w 3228975"/>
              <a:gd name="connsiteY1" fmla="*/ 923925 h 1704975"/>
              <a:gd name="connsiteX2" fmla="*/ 2914651 w 3228975"/>
              <a:gd name="connsiteY2" fmla="*/ 1704975 h 1704975"/>
              <a:gd name="connsiteX3" fmla="*/ 0 w 3228975"/>
              <a:gd name="connsiteY3" fmla="*/ 762000 h 1704975"/>
              <a:gd name="connsiteX4" fmla="*/ 238125 w 3228975"/>
              <a:gd name="connsiteY4" fmla="*/ 0 h 1704975"/>
              <a:gd name="connsiteX0" fmla="*/ -1 w 2990849"/>
              <a:gd name="connsiteY0" fmla="*/ 0 h 1704975"/>
              <a:gd name="connsiteX1" fmla="*/ 2990849 w 2990849"/>
              <a:gd name="connsiteY1" fmla="*/ 923925 h 1704975"/>
              <a:gd name="connsiteX2" fmla="*/ 2676525 w 2990849"/>
              <a:gd name="connsiteY2" fmla="*/ 1704975 h 1704975"/>
              <a:gd name="connsiteX3" fmla="*/ -1 w 2990849"/>
              <a:gd name="connsiteY3" fmla="*/ 0 h 1704975"/>
              <a:gd name="connsiteX0" fmla="*/ 0 w 2990850"/>
              <a:gd name="connsiteY0" fmla="*/ 0 h 1704975"/>
              <a:gd name="connsiteX1" fmla="*/ 2990850 w 2990850"/>
              <a:gd name="connsiteY1" fmla="*/ 923925 h 1704975"/>
              <a:gd name="connsiteX2" fmla="*/ 2676526 w 2990850"/>
              <a:gd name="connsiteY2" fmla="*/ 1704975 h 1704975"/>
              <a:gd name="connsiteX3" fmla="*/ 0 w 2990850"/>
              <a:gd name="connsiteY3" fmla="*/ 0 h 1704975"/>
              <a:gd name="connsiteX0" fmla="*/ 0 w 2990850"/>
              <a:gd name="connsiteY0" fmla="*/ 0 h 1704975"/>
              <a:gd name="connsiteX1" fmla="*/ 1336814 w 2990850"/>
              <a:gd name="connsiteY1" fmla="*/ 416852 h 1704975"/>
              <a:gd name="connsiteX2" fmla="*/ 2990850 w 2990850"/>
              <a:gd name="connsiteY2" fmla="*/ 923925 h 1704975"/>
              <a:gd name="connsiteX3" fmla="*/ 2676526 w 2990850"/>
              <a:gd name="connsiteY3" fmla="*/ 1704975 h 1704975"/>
              <a:gd name="connsiteX4" fmla="*/ 0 w 2990850"/>
              <a:gd name="connsiteY4" fmla="*/ 0 h 1704975"/>
              <a:gd name="connsiteX0" fmla="*/ 1392099 w 1706423"/>
              <a:gd name="connsiteY0" fmla="*/ 1288123 h 1288123"/>
              <a:gd name="connsiteX1" fmla="*/ 52387 w 1706423"/>
              <a:gd name="connsiteY1" fmla="*/ 0 h 1288123"/>
              <a:gd name="connsiteX2" fmla="*/ 1706423 w 1706423"/>
              <a:gd name="connsiteY2" fmla="*/ 507073 h 1288123"/>
              <a:gd name="connsiteX3" fmla="*/ 1392099 w 1706423"/>
              <a:gd name="connsiteY3" fmla="*/ 1288123 h 1288123"/>
              <a:gd name="connsiteX0" fmla="*/ 1339712 w 1654036"/>
              <a:gd name="connsiteY0" fmla="*/ 1288123 h 1288123"/>
              <a:gd name="connsiteX1" fmla="*/ 0 w 1654036"/>
              <a:gd name="connsiteY1" fmla="*/ 0 h 1288123"/>
              <a:gd name="connsiteX2" fmla="*/ 1654036 w 1654036"/>
              <a:gd name="connsiteY2" fmla="*/ 507073 h 1288123"/>
              <a:gd name="connsiteX3" fmla="*/ 1339712 w 1654036"/>
              <a:gd name="connsiteY3" fmla="*/ 1288123 h 1288123"/>
              <a:gd name="connsiteX0" fmla="*/ 1339712 w 1654036"/>
              <a:gd name="connsiteY0" fmla="*/ 1288123 h 1288123"/>
              <a:gd name="connsiteX1" fmla="*/ 0 w 1654036"/>
              <a:gd name="connsiteY1" fmla="*/ 0 h 1288123"/>
              <a:gd name="connsiteX2" fmla="*/ 1654036 w 1654036"/>
              <a:gd name="connsiteY2" fmla="*/ 507073 h 1288123"/>
              <a:gd name="connsiteX3" fmla="*/ 1339712 w 1654036"/>
              <a:gd name="connsiteY3" fmla="*/ 1288123 h 1288123"/>
              <a:gd name="connsiteX0" fmla="*/ 1339712 w 1654036"/>
              <a:gd name="connsiteY0" fmla="*/ 1288123 h 1288123"/>
              <a:gd name="connsiteX1" fmla="*/ 0 w 1654036"/>
              <a:gd name="connsiteY1" fmla="*/ 0 h 1288123"/>
              <a:gd name="connsiteX2" fmla="*/ 1654036 w 1654036"/>
              <a:gd name="connsiteY2" fmla="*/ 507073 h 1288123"/>
              <a:gd name="connsiteX3" fmla="*/ 1339712 w 1654036"/>
              <a:gd name="connsiteY3" fmla="*/ 1288123 h 1288123"/>
              <a:gd name="connsiteX0" fmla="*/ 1339712 w 1654036"/>
              <a:gd name="connsiteY0" fmla="*/ 1288123 h 1288123"/>
              <a:gd name="connsiteX1" fmla="*/ 0 w 1654036"/>
              <a:gd name="connsiteY1" fmla="*/ 0 h 1288123"/>
              <a:gd name="connsiteX2" fmla="*/ 1654036 w 1654036"/>
              <a:gd name="connsiteY2" fmla="*/ 507073 h 1288123"/>
              <a:gd name="connsiteX3" fmla="*/ 1339712 w 1654036"/>
              <a:gd name="connsiteY3" fmla="*/ 1288123 h 128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4036" h="1288123">
                <a:moveTo>
                  <a:pt x="1339712" y="1288123"/>
                </a:moveTo>
                <a:cubicBezTo>
                  <a:pt x="1211266" y="503810"/>
                  <a:pt x="1096523" y="498616"/>
                  <a:pt x="0" y="0"/>
                </a:cubicBezTo>
                <a:lnTo>
                  <a:pt x="1654036" y="507073"/>
                </a:lnTo>
                <a:lnTo>
                  <a:pt x="1339712" y="1288123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자유형 33"/>
          <p:cNvSpPr/>
          <p:nvPr/>
        </p:nvSpPr>
        <p:spPr bwMode="auto">
          <a:xfrm>
            <a:off x="6661243" y="3332819"/>
            <a:ext cx="896342" cy="698049"/>
          </a:xfrm>
          <a:custGeom>
            <a:avLst/>
            <a:gdLst>
              <a:gd name="connsiteX0" fmla="*/ 0 w 2925325"/>
              <a:gd name="connsiteY0" fmla="*/ 0 h 945105"/>
              <a:gd name="connsiteX1" fmla="*/ 2925325 w 2925325"/>
              <a:gd name="connsiteY1" fmla="*/ 0 h 945105"/>
              <a:gd name="connsiteX2" fmla="*/ 2925325 w 2925325"/>
              <a:gd name="connsiteY2" fmla="*/ 945105 h 945105"/>
              <a:gd name="connsiteX3" fmla="*/ 0 w 2925325"/>
              <a:gd name="connsiteY3" fmla="*/ 945105 h 945105"/>
              <a:gd name="connsiteX4" fmla="*/ 0 w 2925325"/>
              <a:gd name="connsiteY4" fmla="*/ 0 h 945105"/>
              <a:gd name="connsiteX0" fmla="*/ 0 w 3048930"/>
              <a:gd name="connsiteY0" fmla="*/ 0 h 1531473"/>
              <a:gd name="connsiteX1" fmla="*/ 2925325 w 3048930"/>
              <a:gd name="connsiteY1" fmla="*/ 0 h 1531473"/>
              <a:gd name="connsiteX2" fmla="*/ 3048930 w 3048930"/>
              <a:gd name="connsiteY2" fmla="*/ 1531473 h 1531473"/>
              <a:gd name="connsiteX3" fmla="*/ 0 w 3048930"/>
              <a:gd name="connsiteY3" fmla="*/ 945105 h 1531473"/>
              <a:gd name="connsiteX4" fmla="*/ 0 w 3048930"/>
              <a:gd name="connsiteY4" fmla="*/ 0 h 1531473"/>
              <a:gd name="connsiteX0" fmla="*/ 0 w 3363254"/>
              <a:gd name="connsiteY0" fmla="*/ 0 h 1531473"/>
              <a:gd name="connsiteX1" fmla="*/ 3363254 w 3363254"/>
              <a:gd name="connsiteY1" fmla="*/ 750423 h 1531473"/>
              <a:gd name="connsiteX2" fmla="*/ 3048930 w 3363254"/>
              <a:gd name="connsiteY2" fmla="*/ 1531473 h 1531473"/>
              <a:gd name="connsiteX3" fmla="*/ 0 w 3363254"/>
              <a:gd name="connsiteY3" fmla="*/ 945105 h 1531473"/>
              <a:gd name="connsiteX4" fmla="*/ 0 w 3363254"/>
              <a:gd name="connsiteY4" fmla="*/ 0 h 1531473"/>
              <a:gd name="connsiteX0" fmla="*/ 372404 w 3363254"/>
              <a:gd name="connsiteY0" fmla="*/ 0 h 1704975"/>
              <a:gd name="connsiteX1" fmla="*/ 3363254 w 3363254"/>
              <a:gd name="connsiteY1" fmla="*/ 923925 h 1704975"/>
              <a:gd name="connsiteX2" fmla="*/ 3048930 w 3363254"/>
              <a:gd name="connsiteY2" fmla="*/ 1704975 h 1704975"/>
              <a:gd name="connsiteX3" fmla="*/ 0 w 3363254"/>
              <a:gd name="connsiteY3" fmla="*/ 1118607 h 1704975"/>
              <a:gd name="connsiteX4" fmla="*/ 372404 w 3363254"/>
              <a:gd name="connsiteY4" fmla="*/ 0 h 1704975"/>
              <a:gd name="connsiteX0" fmla="*/ 238125 w 3228975"/>
              <a:gd name="connsiteY0" fmla="*/ 0 h 1704975"/>
              <a:gd name="connsiteX1" fmla="*/ 3228975 w 3228975"/>
              <a:gd name="connsiteY1" fmla="*/ 923925 h 1704975"/>
              <a:gd name="connsiteX2" fmla="*/ 2914651 w 3228975"/>
              <a:gd name="connsiteY2" fmla="*/ 1704975 h 1704975"/>
              <a:gd name="connsiteX3" fmla="*/ 0 w 3228975"/>
              <a:gd name="connsiteY3" fmla="*/ 762000 h 1704975"/>
              <a:gd name="connsiteX4" fmla="*/ 238125 w 3228975"/>
              <a:gd name="connsiteY4" fmla="*/ 0 h 1704975"/>
              <a:gd name="connsiteX0" fmla="*/ -1 w 2990849"/>
              <a:gd name="connsiteY0" fmla="*/ 0 h 1704975"/>
              <a:gd name="connsiteX1" fmla="*/ 2990849 w 2990849"/>
              <a:gd name="connsiteY1" fmla="*/ 923925 h 1704975"/>
              <a:gd name="connsiteX2" fmla="*/ 2676525 w 2990849"/>
              <a:gd name="connsiteY2" fmla="*/ 1704975 h 1704975"/>
              <a:gd name="connsiteX3" fmla="*/ -1 w 2990849"/>
              <a:gd name="connsiteY3" fmla="*/ 0 h 1704975"/>
              <a:gd name="connsiteX0" fmla="*/ 0 w 2990850"/>
              <a:gd name="connsiteY0" fmla="*/ 0 h 1704975"/>
              <a:gd name="connsiteX1" fmla="*/ 2990850 w 2990850"/>
              <a:gd name="connsiteY1" fmla="*/ 923925 h 1704975"/>
              <a:gd name="connsiteX2" fmla="*/ 2676526 w 2990850"/>
              <a:gd name="connsiteY2" fmla="*/ 1704975 h 1704975"/>
              <a:gd name="connsiteX3" fmla="*/ 0 w 2990850"/>
              <a:gd name="connsiteY3" fmla="*/ 0 h 1704975"/>
              <a:gd name="connsiteX0" fmla="*/ 0 w 2990850"/>
              <a:gd name="connsiteY0" fmla="*/ 0 h 1704975"/>
              <a:gd name="connsiteX1" fmla="*/ 1336814 w 2990850"/>
              <a:gd name="connsiteY1" fmla="*/ 416852 h 1704975"/>
              <a:gd name="connsiteX2" fmla="*/ 2990850 w 2990850"/>
              <a:gd name="connsiteY2" fmla="*/ 923925 h 1704975"/>
              <a:gd name="connsiteX3" fmla="*/ 2676526 w 2990850"/>
              <a:gd name="connsiteY3" fmla="*/ 1704975 h 1704975"/>
              <a:gd name="connsiteX4" fmla="*/ 0 w 2990850"/>
              <a:gd name="connsiteY4" fmla="*/ 0 h 1704975"/>
              <a:gd name="connsiteX0" fmla="*/ 1392099 w 1706423"/>
              <a:gd name="connsiteY0" fmla="*/ 1288123 h 1288123"/>
              <a:gd name="connsiteX1" fmla="*/ 52387 w 1706423"/>
              <a:gd name="connsiteY1" fmla="*/ 0 h 1288123"/>
              <a:gd name="connsiteX2" fmla="*/ 1706423 w 1706423"/>
              <a:gd name="connsiteY2" fmla="*/ 507073 h 1288123"/>
              <a:gd name="connsiteX3" fmla="*/ 1392099 w 1706423"/>
              <a:gd name="connsiteY3" fmla="*/ 1288123 h 1288123"/>
              <a:gd name="connsiteX0" fmla="*/ 1339712 w 1654036"/>
              <a:gd name="connsiteY0" fmla="*/ 1288123 h 1288123"/>
              <a:gd name="connsiteX1" fmla="*/ 0 w 1654036"/>
              <a:gd name="connsiteY1" fmla="*/ 0 h 1288123"/>
              <a:gd name="connsiteX2" fmla="*/ 1654036 w 1654036"/>
              <a:gd name="connsiteY2" fmla="*/ 507073 h 1288123"/>
              <a:gd name="connsiteX3" fmla="*/ 1339712 w 1654036"/>
              <a:gd name="connsiteY3" fmla="*/ 1288123 h 1288123"/>
              <a:gd name="connsiteX0" fmla="*/ 1339712 w 1654036"/>
              <a:gd name="connsiteY0" fmla="*/ 1288123 h 1288123"/>
              <a:gd name="connsiteX1" fmla="*/ 0 w 1654036"/>
              <a:gd name="connsiteY1" fmla="*/ 0 h 1288123"/>
              <a:gd name="connsiteX2" fmla="*/ 1654036 w 1654036"/>
              <a:gd name="connsiteY2" fmla="*/ 507073 h 1288123"/>
              <a:gd name="connsiteX3" fmla="*/ 1339712 w 1654036"/>
              <a:gd name="connsiteY3" fmla="*/ 1288123 h 1288123"/>
              <a:gd name="connsiteX0" fmla="*/ 1339712 w 1654036"/>
              <a:gd name="connsiteY0" fmla="*/ 1288123 h 1288123"/>
              <a:gd name="connsiteX1" fmla="*/ 0 w 1654036"/>
              <a:gd name="connsiteY1" fmla="*/ 0 h 1288123"/>
              <a:gd name="connsiteX2" fmla="*/ 1654036 w 1654036"/>
              <a:gd name="connsiteY2" fmla="*/ 507073 h 1288123"/>
              <a:gd name="connsiteX3" fmla="*/ 1339712 w 1654036"/>
              <a:gd name="connsiteY3" fmla="*/ 1288123 h 1288123"/>
              <a:gd name="connsiteX0" fmla="*/ 1339712 w 1654036"/>
              <a:gd name="connsiteY0" fmla="*/ 1288123 h 1288123"/>
              <a:gd name="connsiteX1" fmla="*/ 0 w 1654036"/>
              <a:gd name="connsiteY1" fmla="*/ 0 h 1288123"/>
              <a:gd name="connsiteX2" fmla="*/ 1654036 w 1654036"/>
              <a:gd name="connsiteY2" fmla="*/ 507073 h 1288123"/>
              <a:gd name="connsiteX3" fmla="*/ 1339712 w 1654036"/>
              <a:gd name="connsiteY3" fmla="*/ 1288123 h 128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4036" h="1288123">
                <a:moveTo>
                  <a:pt x="1339712" y="1288123"/>
                </a:moveTo>
                <a:cubicBezTo>
                  <a:pt x="1211266" y="503810"/>
                  <a:pt x="1096523" y="498616"/>
                  <a:pt x="0" y="0"/>
                </a:cubicBezTo>
                <a:lnTo>
                  <a:pt x="1654036" y="507073"/>
                </a:lnTo>
                <a:lnTo>
                  <a:pt x="1339712" y="1288123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513857" y="371882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661511" y="3209941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671356" y="261182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543377" y="1934215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4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25207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شوکا چیست؟</a:t>
            </a:r>
            <a:endParaRPr lang="en-US" dirty="0">
              <a:cs typeface="B Jalal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74520"/>
            <a:ext cx="8229600" cy="4525963"/>
          </a:xfrm>
        </p:spPr>
        <p:txBody>
          <a:bodyPr>
            <a:normAutofit/>
          </a:bodyPr>
          <a:lstStyle/>
          <a:p>
            <a:pPr algn="r" rtl="1"/>
            <a:r>
              <a:rPr lang="fa-IR" dirty="0" smtClean="0">
                <a:cs typeface="B Jalal" panose="00000400000000000000" pitchFamily="2" charset="-78"/>
              </a:rPr>
              <a:t>شرکت دانش بنیان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بیش </a:t>
            </a:r>
            <a:r>
              <a:rPr lang="fa-IR" dirty="0">
                <a:cs typeface="B Jalal" panose="00000400000000000000" pitchFamily="2" charset="-78"/>
              </a:rPr>
              <a:t>از 7000 مشترک </a:t>
            </a:r>
            <a:r>
              <a:rPr lang="en-US" dirty="0">
                <a:cs typeface="B Jalal" panose="00000400000000000000" pitchFamily="2" charset="-78"/>
              </a:rPr>
              <a:t>B2B</a:t>
            </a:r>
          </a:p>
          <a:p>
            <a:pPr algn="r" rtl="1"/>
            <a:r>
              <a:rPr lang="fa-IR" dirty="0">
                <a:cs typeface="B Jalal" panose="00000400000000000000" pitchFamily="2" charset="-78"/>
              </a:rPr>
              <a:t>بیش از 40 قرارداد ارائه خدمات با سازمانهای </a:t>
            </a:r>
            <a:r>
              <a:rPr lang="fa-IR" dirty="0" smtClean="0">
                <a:cs typeface="B Jalal" panose="00000400000000000000" pitchFamily="2" charset="-78"/>
              </a:rPr>
              <a:t>بزرگ</a:t>
            </a:r>
          </a:p>
          <a:p>
            <a:pPr algn="r" rtl="1"/>
            <a:r>
              <a:rPr lang="fa-IR" dirty="0" smtClean="0">
                <a:cs typeface="B Jalal" panose="00000400000000000000" pitchFamily="2" charset="-78"/>
              </a:rPr>
              <a:t>دارای </a:t>
            </a:r>
            <a:r>
              <a:rPr lang="fa-IR" dirty="0">
                <a:cs typeface="B Jalal" panose="00000400000000000000" pitchFamily="2" charset="-78"/>
              </a:rPr>
              <a:t>مجوز از سازمان پدافند غیر عامل</a:t>
            </a:r>
          </a:p>
          <a:p>
            <a:pPr algn="r" rtl="1"/>
            <a:r>
              <a:rPr lang="fa-IR" dirty="0">
                <a:cs typeface="B Jalal" panose="00000400000000000000" pitchFamily="2" charset="-78"/>
              </a:rPr>
              <a:t>رتبه اول جستجوی </a:t>
            </a:r>
            <a:r>
              <a:rPr lang="fa-IR" dirty="0" smtClean="0">
                <a:cs typeface="B Jalal" panose="00000400000000000000" pitchFamily="2" charset="-78"/>
              </a:rPr>
              <a:t>گوگل در حوزه "ویدئوکنفرانس"</a:t>
            </a:r>
            <a:endParaRPr lang="fa-IR" dirty="0">
              <a:cs typeface="B Jalal" panose="00000400000000000000" pitchFamily="2" charset="-78"/>
            </a:endParaRPr>
          </a:p>
          <a:p>
            <a:pPr algn="r" rtl="1"/>
            <a:r>
              <a:rPr lang="fa-IR" dirty="0">
                <a:cs typeface="B Jalal" panose="00000400000000000000" pitchFamily="2" charset="-78"/>
              </a:rPr>
              <a:t>تیم کارآفرینان با تجربه بیش از 15 سال سابقه در حوزه </a:t>
            </a:r>
            <a:r>
              <a:rPr lang="en-US" dirty="0">
                <a:cs typeface="B Jalal" panose="00000400000000000000" pitchFamily="2" charset="-78"/>
              </a:rPr>
              <a:t>IT </a:t>
            </a:r>
            <a:r>
              <a:rPr lang="fa-IR" dirty="0">
                <a:cs typeface="B Jalal" panose="00000400000000000000" pitchFamily="2" charset="-78"/>
              </a:rPr>
              <a:t>و ارتباطات </a:t>
            </a:r>
            <a:r>
              <a:rPr lang="fa-IR" dirty="0" smtClean="0">
                <a:cs typeface="B Jalal" panose="00000400000000000000" pitchFamily="2" charset="-78"/>
              </a:rPr>
              <a:t>تصویری</a:t>
            </a:r>
            <a:endParaRPr lang="fa-IR" dirty="0">
              <a:cs typeface="B Jalal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73522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83834" y="180235"/>
            <a:ext cx="7886700" cy="994172"/>
          </a:xfr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en-US" sz="495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cs typeface="B Titr" panose="00000700000000000000" pitchFamily="2" charset="-78"/>
              </a:rPr>
              <a:t>Service Delivery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1794386" y="5609850"/>
            <a:ext cx="6380018" cy="2286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Core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789191" y="5266950"/>
            <a:ext cx="6380018" cy="228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Shooka’s Security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1799581" y="4584568"/>
            <a:ext cx="6380018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Virtual Business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778799" y="3436372"/>
            <a:ext cx="2021033" cy="45378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B Titr" panose="00000700000000000000" pitchFamily="2" charset="-78"/>
              </a:rPr>
              <a:t>Internal Video 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3986866" y="3441568"/>
            <a:ext cx="2021033" cy="45378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B Titr" panose="00000700000000000000" pitchFamily="2" charset="-78"/>
              </a:rPr>
              <a:t>Virtual Meeting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8566" y="3441568"/>
            <a:ext cx="2021033" cy="45378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B Titr" panose="00000700000000000000" pitchFamily="2" charset="-78"/>
              </a:rPr>
              <a:t>Video Call Center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799" y="4009650"/>
            <a:ext cx="989735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50499" y="4009650"/>
            <a:ext cx="989735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Windows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64649" y="4009650"/>
            <a:ext cx="989735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Android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6349" y="4009650"/>
            <a:ext cx="989735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Web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2199" y="4009650"/>
            <a:ext cx="989735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Mac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95059" y="4009650"/>
            <a:ext cx="989735" cy="457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Legacy Systems</a:t>
            </a:r>
          </a:p>
        </p:txBody>
      </p:sp>
      <p:pic>
        <p:nvPicPr>
          <p:cNvPr id="16" name="Picture 2" descr="C:\Users\Rahimpour\AppData\Local\Microsoft\Windows\Temporary Internet Files\Content.IE5\HNSQAUG5\users[1]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174" y="2125131"/>
            <a:ext cx="975316" cy="975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Rahimpour\AppData\Local\Microsoft\Windows\Temporary Internet Files\Content.IE5\HNSQAUG5\users[1]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529" y="2139288"/>
            <a:ext cx="975316" cy="975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C:\Users\Rahimpour\AppData\Local\Microsoft\Windows\Temporary Internet Files\Content.IE5\HNSQAUG5\users[1]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726" y="2139288"/>
            <a:ext cx="975316" cy="975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:\Users\Rahimpour\AppData\Local\Microsoft\Windows\Temporary Internet Files\Content.IE5\HNSQAUG5\users[1]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684" y="2123700"/>
            <a:ext cx="975316" cy="975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C:\Users\Rahimpour\AppData\Local\Microsoft\Windows\Temporary Internet Files\Content.IE5\HNSQAUG5\users[1]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1096" y="2139288"/>
            <a:ext cx="975316" cy="975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1885950" y="3098668"/>
            <a:ext cx="108664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50" b="1" dirty="0">
                <a:cs typeface="B Titr" panose="00000700000000000000" pitchFamily="2" charset="-78"/>
              </a:rPr>
              <a:t>Government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04628" y="3095250"/>
            <a:ext cx="96237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US" sz="1350" b="1" dirty="0">
                <a:cs typeface="B Titr" panose="00000700000000000000" pitchFamily="2" charset="-78"/>
              </a:rPr>
              <a:t>Healthcare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2499" y="3116032"/>
            <a:ext cx="89601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US" sz="1350" b="1" dirty="0">
                <a:cs typeface="B Titr" panose="00000700000000000000" pitchFamily="2" charset="-78"/>
              </a:rPr>
              <a:t>Education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1952" y="3116032"/>
            <a:ext cx="7617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US" sz="1350" b="1" dirty="0">
                <a:cs typeface="B Titr" panose="00000700000000000000" pitchFamily="2" charset="-78"/>
              </a:rPr>
              <a:t>Banking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8610" y="3116032"/>
            <a:ext cx="85151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cs typeface="B Titr" panose="00000700000000000000" pitchFamily="2" charset="-78"/>
              </a:rPr>
              <a:t>Oil &amp; Gas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78800" y="4924050"/>
            <a:ext cx="6380018" cy="2286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Shooka’s OBSS Platform</a:t>
            </a:r>
          </a:p>
        </p:txBody>
      </p:sp>
      <p:sp>
        <p:nvSpPr>
          <p:cNvPr id="28" name="Up Arrow 27"/>
          <p:cNvSpPr/>
          <p:nvPr/>
        </p:nvSpPr>
        <p:spPr>
          <a:xfrm>
            <a:off x="909257" y="2269286"/>
            <a:ext cx="574570" cy="361202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619714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14" y="131522"/>
            <a:ext cx="7634613" cy="655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902505"/>
      </p:ext>
    </p:extLst>
  </p:cSld>
  <p:clrMapOvr>
    <a:masterClrMapping/>
  </p:clrMapOvr>
</p:sld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A4507F3-83A1-4E49-90A8-6B1B73C7F3A9}" vid="{03C8023D-A30C-4B4B-9D12-2C551CACC86B}"/>
    </a:ext>
  </a:extLst>
</a:theme>
</file>

<file path=ppt/theme/theme4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F56617"/>
      </a:dk2>
      <a:lt2>
        <a:srgbClr val="DDDDDD"/>
      </a:lt2>
      <a:accent1>
        <a:srgbClr val="FFC000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0"/>
      </a:accent6>
      <a:hlink>
        <a:srgbClr val="FF9933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B7CF026C-957E-4F4E-893C-D02C23AB6317}"/>
    </a:ext>
  </a:extLst>
</a:theme>
</file>

<file path=ppt/theme/theme5.xml><?xml version="1.0" encoding="utf-8"?>
<a:theme xmlns:a="http://schemas.openxmlformats.org/drawingml/2006/main" name="1_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6.xml><?xml version="1.0" encoding="utf-8"?>
<a:theme xmlns:a="http://schemas.openxmlformats.org/drawingml/2006/main" name="Shooka_Theme_v 1.0 - ne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8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950402-Shooka General Presentation V3.0</Template>
  <TotalTime>369</TotalTime>
  <Words>1003</Words>
  <Application>Microsoft Office PowerPoint</Application>
  <PresentationFormat>On-screen Show (4:3)</PresentationFormat>
  <Paragraphs>234</Paragraphs>
  <Slides>40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40</vt:i4>
      </vt:variant>
    </vt:vector>
  </HeadingPairs>
  <TitlesOfParts>
    <vt:vector size="56" baseType="lpstr">
      <vt:lpstr>맑은 고딕</vt:lpstr>
      <vt:lpstr>Arial</vt:lpstr>
      <vt:lpstr>B Jalal</vt:lpstr>
      <vt:lpstr>B Mitra</vt:lpstr>
      <vt:lpstr>B Titr</vt:lpstr>
      <vt:lpstr>Calibri</vt:lpstr>
      <vt:lpstr>Calibri Light</vt:lpstr>
      <vt:lpstr>Corbel</vt:lpstr>
      <vt:lpstr>Tahoma</vt:lpstr>
      <vt:lpstr>Wingdings</vt:lpstr>
      <vt:lpstr>Office Theme</vt:lpstr>
      <vt:lpstr>1_Office Theme</vt:lpstr>
      <vt:lpstr>Theme1</vt:lpstr>
      <vt:lpstr>Banded</vt:lpstr>
      <vt:lpstr>1_Banded</vt:lpstr>
      <vt:lpstr>Shooka_Theme_v 1.0 - new</vt:lpstr>
      <vt:lpstr>شبکه ویدئوکنفرانس ایران (شوکا)</vt:lpstr>
      <vt:lpstr>مباحث امروز</vt:lpstr>
      <vt:lpstr>ویدئوکنفرانس</vt:lpstr>
      <vt:lpstr>ارتباطات انسانی</vt:lpstr>
      <vt:lpstr>قانون ارتباطات پرفسور آلبرت مهرابیان</vt:lpstr>
      <vt:lpstr>ویدئوکنفرانس چیست؟</vt:lpstr>
      <vt:lpstr>ویدئوکنفران چه چیزی نیست!</vt:lpstr>
      <vt:lpstr>مزایای ویدئوکنفرانس</vt:lpstr>
      <vt:lpstr>ویدئوکنفرنس از دیروز تا امروز</vt:lpstr>
      <vt:lpstr>ویدئوکنفرنس از دیروز تا امروز</vt:lpstr>
      <vt:lpstr>از سخت افزار تا نرم افزار</vt:lpstr>
      <vt:lpstr>ویدئوکنفرنس از دیروز تا امروز</vt:lpstr>
      <vt:lpstr>از معماری متمرکز تا معماری ابری</vt:lpstr>
      <vt:lpstr>ساختار معماری متمرکز (گذشته)</vt:lpstr>
      <vt:lpstr>ساختار معماری ابری (امروز)</vt:lpstr>
      <vt:lpstr>ساختار معماری ابری (امروز)</vt:lpstr>
      <vt:lpstr>از محصول تا سرویس</vt:lpstr>
      <vt:lpstr>خرید محصول</vt:lpstr>
      <vt:lpstr>هزینه پیاده سازی شبکه 40 نقطه ای ویدئوکنفرانس مبتنی بر MCU</vt:lpstr>
      <vt:lpstr>  استفاده از سرویس</vt:lpstr>
      <vt:lpstr>از کاربردهای عمومی تا تخصصی</vt:lpstr>
      <vt:lpstr>کاربردهای ویدئوکنفرانس مبتنی بر کسب وکار</vt:lpstr>
      <vt:lpstr>تهیه طرح توجیهی استفاده از ویدئوکنفرانس</vt:lpstr>
      <vt:lpstr>شناسایی کاربردهای اصلی</vt:lpstr>
      <vt:lpstr>جلسات مجازی</vt:lpstr>
      <vt:lpstr>PowerPoint Presentation</vt:lpstr>
      <vt:lpstr>تماس تصویری داخلی</vt:lpstr>
      <vt:lpstr>PowerPoint Presentation</vt:lpstr>
      <vt:lpstr>مرکز تماس تصویری</vt:lpstr>
      <vt:lpstr>PowerPoint Presentation</vt:lpstr>
      <vt:lpstr>نیازمندی های فنی</vt:lpstr>
      <vt:lpstr>نیازمندی های فنی – پهنای باند</vt:lpstr>
      <vt:lpstr>نیازمندی های فنی – سخت افزار</vt:lpstr>
      <vt:lpstr>عملی کردن طرح توجیهی</vt:lpstr>
      <vt:lpstr>برگزاری پایلوت</vt:lpstr>
      <vt:lpstr>آماده سازی فرهنگی</vt:lpstr>
      <vt:lpstr>شوکا چیست؟</vt:lpstr>
      <vt:lpstr>شوکا چیست؟</vt:lpstr>
      <vt:lpstr>Service Delivery Platform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شبکه ویدئوکنفرانس ایران (شوکا)</dc:title>
  <dc:creator>Reza</dc:creator>
  <cp:lastModifiedBy>Zahra Maleki</cp:lastModifiedBy>
  <cp:revision>170</cp:revision>
  <dcterms:created xsi:type="dcterms:W3CDTF">2016-11-05T21:48:12Z</dcterms:created>
  <dcterms:modified xsi:type="dcterms:W3CDTF">2016-12-06T07:19:28Z</dcterms:modified>
</cp:coreProperties>
</file>