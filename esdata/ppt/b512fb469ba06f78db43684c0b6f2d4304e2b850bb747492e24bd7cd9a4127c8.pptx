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D9783-CE2E-442F-8CCE-EB27E5F49C0A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99ECA-C4BD-47AF-8D41-C3C3880639B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anual Operation 3"/>
          <p:cNvSpPr/>
          <p:nvPr/>
        </p:nvSpPr>
        <p:spPr>
          <a:xfrm rot="10800000">
            <a:off x="762000" y="3048000"/>
            <a:ext cx="1752600" cy="1219200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Manual Operation 4"/>
          <p:cNvSpPr/>
          <p:nvPr/>
        </p:nvSpPr>
        <p:spPr>
          <a:xfrm rot="10800000">
            <a:off x="1295400" y="609600"/>
            <a:ext cx="685800" cy="2438400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1028700" y="2400300"/>
            <a:ext cx="3733800" cy="1588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24200" y="2590800"/>
            <a:ext cx="725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 feet</a:t>
            </a:r>
            <a:endParaRPr lang="en-US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3853807" y="1004766"/>
            <a:ext cx="4451993" cy="4024434"/>
            <a:chOff x="3853807" y="1004766"/>
            <a:chExt cx="4451993" cy="4024434"/>
          </a:xfrm>
        </p:grpSpPr>
        <p:cxnSp>
          <p:nvCxnSpPr>
            <p:cNvPr id="18" name="Straight Connector 17"/>
            <p:cNvCxnSpPr/>
            <p:nvPr/>
          </p:nvCxnSpPr>
          <p:spPr>
            <a:xfrm rot="16200000" flipV="1">
              <a:off x="4142919" y="3858081"/>
              <a:ext cx="752674" cy="3517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4343400" y="1004767"/>
              <a:ext cx="3310442" cy="620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16200000" flipH="1">
              <a:off x="3047998" y="2362200"/>
              <a:ext cx="2590802" cy="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0800000" flipV="1">
              <a:off x="4114800" y="1066798"/>
              <a:ext cx="228600" cy="15240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2896391" y="2438397"/>
              <a:ext cx="2437612" cy="79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3595773" y="3915637"/>
              <a:ext cx="777065" cy="26099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3853807" y="4410275"/>
              <a:ext cx="841304" cy="2439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4695110" y="4371793"/>
              <a:ext cx="613138" cy="3848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V="1">
              <a:off x="5125155" y="4188701"/>
              <a:ext cx="308918" cy="572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5769276" y="4251653"/>
              <a:ext cx="1302330" cy="722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V="1">
              <a:off x="5586182" y="4140826"/>
              <a:ext cx="308918" cy="572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5250980" y="4015002"/>
              <a:ext cx="461028" cy="478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16200000" flipV="1">
              <a:off x="6888513" y="4068561"/>
              <a:ext cx="308918" cy="572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16200000" flipV="1">
              <a:off x="7349540" y="4020686"/>
              <a:ext cx="308918" cy="5726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7014338" y="3894862"/>
              <a:ext cx="461028" cy="478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V="1">
              <a:off x="7532634" y="4169994"/>
              <a:ext cx="689192" cy="3378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6424805" y="2233804"/>
              <a:ext cx="2500433" cy="4235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7577706" y="3525874"/>
              <a:ext cx="722070" cy="56617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4343400" y="3505200"/>
              <a:ext cx="335280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/>
            <p:nvPr/>
          </p:nvCxnSpPr>
          <p:spPr>
            <a:xfrm flipV="1">
              <a:off x="3886200" y="4953000"/>
              <a:ext cx="4419600" cy="762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0" name="TextBox 189"/>
          <p:cNvSpPr txBox="1"/>
          <p:nvPr/>
        </p:nvSpPr>
        <p:spPr>
          <a:xfrm>
            <a:off x="6019800" y="5562600"/>
            <a:ext cx="783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 feet.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Sweet 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Ahsen</dc:creator>
  <cp:lastModifiedBy>Ahsen</cp:lastModifiedBy>
  <cp:revision>3</cp:revision>
  <dcterms:created xsi:type="dcterms:W3CDTF">2014-12-30T09:18:27Z</dcterms:created>
  <dcterms:modified xsi:type="dcterms:W3CDTF">2014-12-30T09:38:52Z</dcterms:modified>
</cp:coreProperties>
</file>