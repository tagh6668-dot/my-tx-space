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2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3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7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08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60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3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3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6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53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9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0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7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98338-311B-4304-986A-0430DCDA61B0}" type="datetimeFigureOut">
              <a:rPr lang="en-US" smtClean="0"/>
              <a:t>17/11/11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D5FD2-4620-4EE0-A962-4D874C8E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5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55891" y="3301484"/>
            <a:ext cx="76322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【</a:t>
            </a:r>
            <a:r>
              <a:rPr lang="ja-JP" altLang="en-US" sz="3600" dirty="0"/>
              <a:t>イランのアーシューラとの出会</a:t>
            </a:r>
            <a:r>
              <a:rPr lang="ja-JP" altLang="en-US" sz="3600" dirty="0" smtClean="0"/>
              <a:t>い　２ </a:t>
            </a:r>
            <a:r>
              <a:rPr lang="en-US" altLang="ja-JP" sz="36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】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0779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sz="4000" b="1" dirty="0">
                <a:solidFill>
                  <a:srgbClr val="222222"/>
                </a:solidFill>
                <a:latin typeface="Arial" panose="020B0604020202020204" pitchFamily="34" charset="0"/>
              </a:rPr>
              <a:t>イランのアーシューラとの出会い </a:t>
            </a:r>
            <a:r>
              <a:rPr lang="en-US" altLang="ja-JP" sz="40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/>
            </a:r>
            <a:br>
              <a:rPr lang="en-US" altLang="ja-JP" sz="4000" b="1" dirty="0" smtClean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altLang="ja-JP" sz="40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/>
            </a:r>
            <a:br>
              <a:rPr lang="en-US" altLang="ja-JP" sz="4000" b="1" dirty="0" smtClean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ja-JP" altLang="en-US" sz="3600" dirty="0"/>
              <a:t>２０１７年のアーシューラーを見て</a:t>
            </a:r>
            <a:r>
              <a:rPr lang="en-US" altLang="ja-JP" sz="4000" b="1" dirty="0">
                <a:solidFill>
                  <a:srgbClr val="222222"/>
                </a:solidFill>
                <a:latin typeface="Arial" panose="020B0604020202020204" pitchFamily="34" charset="0"/>
              </a:rPr>
              <a:t/>
            </a:r>
            <a:br>
              <a:rPr lang="en-US" altLang="ja-JP" sz="4000" b="1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ja-JP" altLang="en-US" sz="4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片</a:t>
            </a:r>
            <a:r>
              <a:rPr lang="ja-JP" altLang="en-US" sz="4000" b="1" dirty="0">
                <a:solidFill>
                  <a:srgbClr val="000000"/>
                </a:solidFill>
                <a:latin typeface="Arial" panose="020B0604020202020204" pitchFamily="34" charset="0"/>
              </a:rPr>
              <a:t>桐早</a:t>
            </a:r>
            <a:r>
              <a:rPr lang="ja-JP" altLang="en-US" sz="4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織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943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自己紹介 </a:t>
            </a:r>
            <a:endParaRPr kumimoji="1" lang="ja-JP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4456386" y="1776248"/>
            <a:ext cx="4393324" cy="44879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 smtClean="0"/>
              <a:t>あ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pic>
        <p:nvPicPr>
          <p:cNvPr id="9" name="図 3" descr="人, ポーズをとっている, 屋外, 写真 が含まれている画像&#10;&#10;非常に高い精度で生成された説明">
            <a:extLst>
              <a:ext uri="{FF2B5EF4-FFF2-40B4-BE49-F238E27FC236}">
                <a16:creationId xmlns="" xmlns:a16="http://schemas.microsoft.com/office/drawing/2014/main" id="{3DF292D8-D5B7-45AC-914E-BB82E311BD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17" t="27408" r="27638" b="22407"/>
          <a:stretch/>
        </p:blipFill>
        <p:spPr>
          <a:xfrm>
            <a:off x="333084" y="1776248"/>
            <a:ext cx="3808934" cy="448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1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95"/>
            <a:ext cx="9144000" cy="6834009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049E034C-867F-46B5-905A-2058CA4987B3}"/>
              </a:ext>
            </a:extLst>
          </p:cNvPr>
          <p:cNvSpPr/>
          <p:nvPr/>
        </p:nvSpPr>
        <p:spPr>
          <a:xfrm>
            <a:off x="0" y="11995"/>
            <a:ext cx="9144000" cy="1487731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000" b="1" dirty="0"/>
              <a:t>カルバラーに行く決意のきっかけ</a:t>
            </a:r>
            <a:endParaRPr lang="en-GB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4103441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空, 屋外, 建物, 地面 が含まれている画像&#10;&#10;非常に高い精度で生成された説明">
            <a:extLst>
              <a:ext uri="{FF2B5EF4-FFF2-40B4-BE49-F238E27FC236}">
                <a16:creationId xmlns="" xmlns:a16="http://schemas.microsoft.com/office/drawing/2014/main" id="{43348DBC-AB66-46EF-BB0C-F93F53967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049E034C-867F-46B5-905A-2058CA4987B3}"/>
              </a:ext>
            </a:extLst>
          </p:cNvPr>
          <p:cNvSpPr/>
          <p:nvPr/>
        </p:nvSpPr>
        <p:spPr>
          <a:xfrm>
            <a:off x="0" y="5067299"/>
            <a:ext cx="9144000" cy="1487731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000" b="1" dirty="0"/>
              <a:t>巡礼者に食事を供給する人々</a:t>
            </a:r>
            <a:endParaRPr lang="en-GB" altLang="ja-JP" sz="4000" b="1" dirty="0"/>
          </a:p>
          <a:p>
            <a:pPr algn="ctr"/>
            <a:r>
              <a:rPr lang="ja-JP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イラク・クーファ</a:t>
            </a:r>
            <a:endParaRPr lang="en-GB" altLang="ja-JP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r"/>
            <a:r>
              <a:rPr lang="ja-JP" altLang="en-US" sz="1600" b="1" dirty="0"/>
              <a:t>早織　片桐　　　</a:t>
            </a:r>
            <a:endParaRPr lang="en-GB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1753773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 が含まれている画像&#10;&#10;高い精度で生成された説明">
            <a:extLst>
              <a:ext uri="{FF2B5EF4-FFF2-40B4-BE49-F238E27FC236}">
                <a16:creationId xmlns="" xmlns:a16="http://schemas.microsoft.com/office/drawing/2014/main" id="{1BDCCF16-FA93-4BB0-847E-5F5D984BE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444" y="292100"/>
            <a:ext cx="2721939" cy="399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9475">
            <a:off x="8610599" y="4103156"/>
            <a:ext cx="7306733" cy="5480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19" y="381000"/>
            <a:ext cx="84074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17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人, ポーズをとっている, 屋外, 写真 が含まれている画像&#10;&#10;非常に高い精度で生成された説明">
            <a:extLst>
              <a:ext uri="{FF2B5EF4-FFF2-40B4-BE49-F238E27FC236}">
                <a16:creationId xmlns="" xmlns:a16="http://schemas.microsoft.com/office/drawing/2014/main" id="{3DF292D8-D5B7-45AC-914E-BB82E311BD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EC901883-B959-485B-B4F3-CEC66FA54DBC}"/>
              </a:ext>
            </a:extLst>
          </p:cNvPr>
          <p:cNvSpPr/>
          <p:nvPr/>
        </p:nvSpPr>
        <p:spPr>
          <a:xfrm>
            <a:off x="0" y="4985657"/>
            <a:ext cx="9144000" cy="1387931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000" b="1" dirty="0"/>
              <a:t>タァズィーエを見に来た家族</a:t>
            </a:r>
            <a:endParaRPr lang="en-GB" altLang="ja-JP" sz="4000" b="1" dirty="0"/>
          </a:p>
          <a:p>
            <a:pPr algn="ctr"/>
            <a:r>
              <a:rPr lang="ja-JP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イラン・ヤズド</a:t>
            </a:r>
            <a:endParaRPr lang="en-GB" altLang="ja-JP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ja-JP" altLang="en-US" sz="1600" b="1" dirty="0"/>
              <a:t>早織　片桐</a:t>
            </a:r>
            <a:endParaRPr lang="en-GB" altLang="ja-JP" sz="1600" b="1" dirty="0"/>
          </a:p>
        </p:txBody>
      </p:sp>
    </p:spTree>
    <p:extLst>
      <p:ext uri="{BB962C8B-B14F-4D97-AF65-F5344CB8AC3E}">
        <p14:creationId xmlns:p14="http://schemas.microsoft.com/office/powerpoint/2010/main" val="1367707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建物, 屋外, 空, 人 が含まれている画像&#10;&#10;非常に高い精度で生成された説明">
            <a:extLst>
              <a:ext uri="{FF2B5EF4-FFF2-40B4-BE49-F238E27FC236}">
                <a16:creationId xmlns="" xmlns:a16="http://schemas.microsoft.com/office/drawing/2014/main" id="{FA34E00C-8FC3-4764-BDDC-2163DC40C0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1D395C35-A767-4DE7-9DBD-85EC8500CB55}"/>
              </a:ext>
            </a:extLst>
          </p:cNvPr>
          <p:cNvSpPr/>
          <p:nvPr/>
        </p:nvSpPr>
        <p:spPr>
          <a:xfrm>
            <a:off x="0" y="5192487"/>
            <a:ext cx="9144000" cy="1502185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000" b="1" dirty="0"/>
              <a:t>トラックで場面の再現</a:t>
            </a:r>
            <a:endParaRPr lang="en-GB" altLang="ja-JP" sz="4000" b="1" dirty="0"/>
          </a:p>
          <a:p>
            <a:pPr algn="ctr"/>
            <a:r>
              <a:rPr lang="ja-JP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イラン・タフト</a:t>
            </a:r>
            <a:endParaRPr lang="en-GB" altLang="ja-JP" sz="4800" b="1" dirty="0"/>
          </a:p>
          <a:p>
            <a:pPr algn="r"/>
            <a:r>
              <a:rPr lang="ja-JP" altLang="en-US" sz="1600" b="1" dirty="0"/>
              <a:t>早織　片桐</a:t>
            </a:r>
            <a:endParaRPr lang="en-GB" altLang="ja-JP" sz="1600" b="1" dirty="0"/>
          </a:p>
        </p:txBody>
      </p:sp>
    </p:spTree>
    <p:extLst>
      <p:ext uri="{BB962C8B-B14F-4D97-AF65-F5344CB8AC3E}">
        <p14:creationId xmlns:p14="http://schemas.microsoft.com/office/powerpoint/2010/main" val="107849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地面, 建物, 屋外, 人 が含まれている画像&#10;&#10;非常に高い精度で生成された説明">
            <a:extLst>
              <a:ext uri="{FF2B5EF4-FFF2-40B4-BE49-F238E27FC236}">
                <a16:creationId xmlns="" xmlns:a16="http://schemas.microsoft.com/office/drawing/2014/main" id="{1043085F-1748-44DA-A9A2-F148570A8D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E6AAA981-8C3F-4DEE-A2D7-E16EE7B0B2EB}"/>
              </a:ext>
            </a:extLst>
          </p:cNvPr>
          <p:cNvSpPr/>
          <p:nvPr/>
        </p:nvSpPr>
        <p:spPr>
          <a:xfrm>
            <a:off x="0" y="353785"/>
            <a:ext cx="9144000" cy="1502230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000" b="1" dirty="0"/>
              <a:t>特徴的な民族衣装</a:t>
            </a:r>
            <a:endParaRPr lang="en-GB" altLang="ja-JP" sz="4000" b="1" dirty="0"/>
          </a:p>
          <a:p>
            <a:pPr algn="ctr"/>
            <a:r>
              <a:rPr lang="ja-JP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イラン・アブヤーネ村</a:t>
            </a:r>
            <a:endParaRPr lang="en-GB" altLang="ja-JP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algn="r"/>
            <a:r>
              <a:rPr lang="ja-JP" altLang="en-US" sz="1600" b="1" dirty="0"/>
              <a:t>早織　片桐</a:t>
            </a:r>
            <a:endParaRPr lang="en-GB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2571969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建物, 屋外, 道路, 緑色 が含まれている画像&#10;&#10;非常に高い精度で生成された説明">
            <a:extLst>
              <a:ext uri="{FF2B5EF4-FFF2-40B4-BE49-F238E27FC236}">
                <a16:creationId xmlns="" xmlns:a16="http://schemas.microsoft.com/office/drawing/2014/main" id="{D9CA231E-0304-45D9-A99F-B0239E7DAB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0591F7A4-55AB-46F0-A5F0-EAE2209CA645}"/>
              </a:ext>
            </a:extLst>
          </p:cNvPr>
          <p:cNvSpPr/>
          <p:nvPr/>
        </p:nvSpPr>
        <p:spPr>
          <a:xfrm>
            <a:off x="0" y="5094514"/>
            <a:ext cx="9144000" cy="1496787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000" b="1" dirty="0"/>
              <a:t>宗教劇の準備と展示</a:t>
            </a:r>
            <a:endParaRPr lang="en-GB" altLang="ja-JP" sz="4000" b="1" dirty="0"/>
          </a:p>
          <a:p>
            <a:pPr lvl="1" algn="ctr"/>
            <a:r>
              <a:rPr lang="ja-JP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イラン・テヘラン　メッラト公園</a:t>
            </a:r>
          </a:p>
          <a:p>
            <a:pPr lvl="1" algn="r"/>
            <a:r>
              <a:rPr lang="ja-JP" altLang="en-US" sz="1600" b="1" dirty="0"/>
              <a:t>早織　片桐</a:t>
            </a:r>
            <a:endParaRPr lang="en-GB" altLang="ja-JP" sz="1600" b="1" dirty="0"/>
          </a:p>
        </p:txBody>
      </p:sp>
    </p:spTree>
    <p:extLst>
      <p:ext uri="{BB962C8B-B14F-4D97-AF65-F5344CB8AC3E}">
        <p14:creationId xmlns:p14="http://schemas.microsoft.com/office/powerpoint/2010/main" val="216631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建物, 屋外, 空, 人 が含まれている画像&#10;&#10;非常に高い精度で生成された説明">
            <a:extLst>
              <a:ext uri="{FF2B5EF4-FFF2-40B4-BE49-F238E27FC236}">
                <a16:creationId xmlns="" xmlns:a16="http://schemas.microsoft.com/office/drawing/2014/main" id="{FA34E00C-8FC3-4764-BDDC-2163DC40C0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1D395C35-A767-4DE7-9DBD-85EC8500CB55}"/>
              </a:ext>
            </a:extLst>
          </p:cNvPr>
          <p:cNvSpPr/>
          <p:nvPr/>
        </p:nvSpPr>
        <p:spPr>
          <a:xfrm>
            <a:off x="0" y="5192487"/>
            <a:ext cx="9144000" cy="1502185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000" b="1" dirty="0"/>
              <a:t>トラックで場面の再現</a:t>
            </a:r>
            <a:endParaRPr lang="en-GB" altLang="ja-JP" sz="4000" b="1" dirty="0"/>
          </a:p>
          <a:p>
            <a:pPr algn="ctr"/>
            <a:r>
              <a:rPr lang="ja-JP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イラン・タフト</a:t>
            </a:r>
            <a:endParaRPr lang="en-GB" altLang="ja-JP" sz="4800" b="1" dirty="0"/>
          </a:p>
          <a:p>
            <a:pPr algn="r"/>
            <a:r>
              <a:rPr lang="ja-JP" altLang="en-US" sz="1600" b="1" dirty="0"/>
              <a:t>早織　片桐</a:t>
            </a:r>
            <a:endParaRPr lang="en-GB" altLang="ja-JP" sz="1600" b="1" dirty="0"/>
          </a:p>
        </p:txBody>
      </p:sp>
    </p:spTree>
    <p:extLst>
      <p:ext uri="{BB962C8B-B14F-4D97-AF65-F5344CB8AC3E}">
        <p14:creationId xmlns:p14="http://schemas.microsoft.com/office/powerpoint/2010/main" val="283968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eo_2017-11-10_13-53-4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18566" b="9816"/>
          <a:stretch/>
        </p:blipFill>
        <p:spPr>
          <a:xfrm>
            <a:off x="0" y="-30244"/>
            <a:ext cx="5410200" cy="6888244"/>
          </a:xfrm>
          <a:prstGeom prst="rect">
            <a:avLst/>
          </a:prstGeom>
        </p:spPr>
      </p:pic>
      <p:pic>
        <p:nvPicPr>
          <p:cNvPr id="1026" name="Picture 2" descr="https://mw2.google.com/mw-panoramio/photos/medium/54298232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7"/>
          <a:stretch/>
        </p:blipFill>
        <p:spPr bwMode="auto">
          <a:xfrm>
            <a:off x="5410200" y="2132093"/>
            <a:ext cx="3733800" cy="2490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「‫مسجد حضرت فاطمه الزهرا شیراز‬‎」の画像検索結果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1" b="11517"/>
          <a:stretch/>
        </p:blipFill>
        <p:spPr bwMode="auto">
          <a:xfrm>
            <a:off x="5410200" y="4622800"/>
            <a:ext cx="3731792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0200" y="0"/>
            <a:ext cx="3731792" cy="2387600"/>
          </a:xfrm>
        </p:spPr>
        <p:txBody>
          <a:bodyPr>
            <a:normAutofit/>
          </a:bodyPr>
          <a:lstStyle/>
          <a:p>
            <a:pPr algn="ctr"/>
            <a:r>
              <a:rPr lang="ja-JP" altLang="en-US" b="1" dirty="0">
                <a:latin typeface="+mn-lt"/>
                <a:ea typeface="+mn-ea"/>
                <a:cs typeface="+mn-cs"/>
              </a:rPr>
              <a:t>シラーズでの</a:t>
            </a:r>
            <a:r>
              <a:rPr lang="en-US" altLang="ja-JP" b="1" dirty="0">
                <a:latin typeface="+mn-lt"/>
                <a:ea typeface="+mn-ea"/>
                <a:cs typeface="+mn-cs"/>
              </a:rPr>
              <a:t/>
            </a:r>
            <a:br>
              <a:rPr lang="en-US" altLang="ja-JP" b="1" dirty="0">
                <a:latin typeface="+mn-lt"/>
                <a:ea typeface="+mn-ea"/>
                <a:cs typeface="+mn-cs"/>
              </a:rPr>
            </a:br>
            <a:r>
              <a:rPr lang="ja-JP" altLang="en-US" b="1" dirty="0">
                <a:latin typeface="+mn-lt"/>
                <a:ea typeface="+mn-ea"/>
                <a:cs typeface="+mn-cs"/>
              </a:rPr>
              <a:t>シーネザニ</a:t>
            </a:r>
          </a:p>
        </p:txBody>
      </p:sp>
      <p:sp>
        <p:nvSpPr>
          <p:cNvPr id="4" name="Rectangle 3"/>
          <p:cNvSpPr/>
          <p:nvPr/>
        </p:nvSpPr>
        <p:spPr>
          <a:xfrm>
            <a:off x="139548" y="6341627"/>
            <a:ext cx="12682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ja-JP" altLang="en-US" b="1" dirty="0"/>
              <a:t>早織　片桐</a:t>
            </a:r>
            <a:endParaRPr lang="en-GB" altLang="ja-JP" b="1" dirty="0"/>
          </a:p>
        </p:txBody>
      </p:sp>
      <p:sp>
        <p:nvSpPr>
          <p:cNvPr id="5" name="Rectangle 4"/>
          <p:cNvSpPr/>
          <p:nvPr/>
        </p:nvSpPr>
        <p:spPr>
          <a:xfrm>
            <a:off x="5826821" y="2001288"/>
            <a:ext cx="31037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err="1"/>
              <a:t>ファーテメ・アル・</a:t>
            </a:r>
            <a:r>
              <a:rPr lang="en-US" sz="1100" dirty="0" err="1" smtClean="0"/>
              <a:t>ザフラ</a:t>
            </a:r>
            <a:r>
              <a:rPr lang="en-US" sz="1100" dirty="0" smtClean="0"/>
              <a:t>ー </a:t>
            </a:r>
            <a:r>
              <a:rPr lang="ja-JP" altLang="en-US" sz="1100" dirty="0" smtClean="0"/>
              <a:t>モスク </a:t>
            </a:r>
            <a:r>
              <a:rPr lang="ja-JP" altLang="en-US" sz="1100" dirty="0"/>
              <a:t>（</a:t>
            </a:r>
            <a:r>
              <a:rPr lang="ja-JP" altLang="en-US" sz="1100" dirty="0" smtClean="0"/>
              <a:t>シラーズ）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6902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71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1D395C35-A767-4DE7-9DBD-85EC8500CB55}"/>
              </a:ext>
            </a:extLst>
          </p:cNvPr>
          <p:cNvSpPr/>
          <p:nvPr/>
        </p:nvSpPr>
        <p:spPr>
          <a:xfrm>
            <a:off x="0" y="5903728"/>
            <a:ext cx="9144000" cy="954272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000" b="1" dirty="0" smtClean="0"/>
              <a:t>来年のムハラムはまたイランで。。。</a:t>
            </a:r>
            <a:endParaRPr lang="en-GB" altLang="ja-JP" sz="1600" b="1" dirty="0"/>
          </a:p>
        </p:txBody>
      </p:sp>
    </p:spTree>
    <p:extLst>
      <p:ext uri="{BB962C8B-B14F-4D97-AF65-F5344CB8AC3E}">
        <p14:creationId xmlns:p14="http://schemas.microsoft.com/office/powerpoint/2010/main" val="367034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On-screen Show (4:3)</PresentationFormat>
  <Paragraphs>27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ＭＳ Ｐゴシック</vt:lpstr>
      <vt:lpstr>Arial</vt:lpstr>
      <vt:lpstr>Calibri</vt:lpstr>
      <vt:lpstr>Calibri Light</vt:lpstr>
      <vt:lpstr>Office Theme</vt:lpstr>
      <vt:lpstr>PowerPoint Presentation</vt:lpstr>
      <vt:lpstr>イランのアーシューラとの出会い   ２０１７年のアーシューラーを見て 片桐早織</vt:lpstr>
      <vt:lpstr>自己紹介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シラーズでの シーネザニ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Mahdi Javanmardi</dc:creator>
  <cp:lastModifiedBy>Mahdi Javanmardi</cp:lastModifiedBy>
  <cp:revision>1</cp:revision>
  <dcterms:created xsi:type="dcterms:W3CDTF">2017-11-11T03:49:31Z</dcterms:created>
  <dcterms:modified xsi:type="dcterms:W3CDTF">2017-11-11T03:49:56Z</dcterms:modified>
</cp:coreProperties>
</file>