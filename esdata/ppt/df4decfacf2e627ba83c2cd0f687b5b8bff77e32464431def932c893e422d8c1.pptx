
<file path=[Content_Types].xml><?xml version="1.0" encoding="utf-8"?>
<Types xmlns="http://schemas.openxmlformats.org/package/2006/content-types">
  <Override PartName="/ppt/diagrams/data17.xml" ContentType="application/vnd.openxmlformats-officedocument.drawingml.diagramData+xml"/>
  <Override PartName="/ppt/diagrams/colors22.xml" ContentType="application/vnd.openxmlformats-officedocument.drawingml.diagramColor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colors11.xml" ContentType="application/vnd.openxmlformats-officedocument.drawingml.diagramColors+xml"/>
  <Override PartName="/ppt/diagrams/data24.xml" ContentType="application/vnd.openxmlformats-officedocument.drawingml.diagramData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Override PartName="/ppt/diagrams/data13.xml" ContentType="application/vnd.openxmlformats-officedocument.drawingml.diagramData+xml"/>
  <Default Extension="xml" ContentType="application/xml"/>
  <Override PartName="/ppt/slides/slide14.xml" ContentType="application/vnd.openxmlformats-officedocument.presentationml.slide+xml"/>
  <Override PartName="/ppt/diagrams/quickStyle17.xml" ContentType="application/vnd.openxmlformats-officedocument.drawingml.diagramStyle+xml"/>
  <Override PartName="/ppt/diagrams/data20.xml" ContentType="application/vnd.openxmlformats-officedocument.drawingml.diagramData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8.xml" ContentType="application/vnd.openxmlformats-officedocument.drawingml.diagramColors+xml"/>
  <Override PartName="/ppt/diagrams/quickStyle13.xml" ContentType="application/vnd.openxmlformats-officedocument.drawingml.diagramStyl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20.xml" ContentType="application/vnd.openxmlformats-officedocument.drawingml.diagramStyle+xml"/>
  <Override PartName="/ppt/diagrams/layout24.xml" ContentType="application/vnd.openxmlformats-officedocument.drawingml.diagramLayout+xml"/>
  <Override PartName="/ppt/diagrams/colors27.xml" ContentType="application/vnd.openxmlformats-officedocument.drawingml.diagramColor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colors16.xml" ContentType="application/vnd.openxmlformats-officedocument.drawingml.diagramColors+xml"/>
  <Override PartName="/ppt/diagrams/data18.xml" ContentType="application/vnd.openxmlformats-officedocument.drawingml.diagramData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12.xml" ContentType="application/vnd.openxmlformats-officedocument.drawingml.diagramColors+xml"/>
  <Override PartName="/ppt/diagrams/layout20.xml" ContentType="application/vnd.openxmlformats-officedocument.drawingml.diagramLayout+xml"/>
  <Override PartName="/ppt/diagrams/colors23.xml" ContentType="application/vnd.openxmlformats-officedocument.drawingml.diagramColors+xml"/>
  <Override PartName="/ppt/diagrams/data25.xml" ContentType="application/vnd.openxmlformats-officedocument.drawingml.diagramData+xml"/>
  <Override PartName="/ppt/presProps.xml" ContentType="application/vnd.openxmlformats-officedocument.presentationml.presProps+xml"/>
  <Override PartName="/ppt/diagrams/quickStyle3.xml" ContentType="application/vnd.openxmlformats-officedocument.drawingml.diagramStyle+xml"/>
  <Override PartName="/ppt/diagrams/data14.xml" ContentType="application/vnd.openxmlformats-officedocument.drawingml.diagramData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Override PartName="/ppt/diagrams/data21.xml" ContentType="application/vnd.openxmlformats-officedocument.drawingml.diagramData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layout6.xml" ContentType="application/vnd.openxmlformats-officedocument.drawingml.diagramLayout+xml"/>
  <Override PartName="/ppt/diagrams/data9.xml" ContentType="application/vnd.openxmlformats-officedocument.drawingml.diagramData+xml"/>
  <Override PartName="/ppt/diagrams/data10.xml" ContentType="application/vnd.openxmlformats-officedocument.drawingml.diagramData+xml"/>
  <Override PartName="/ppt/diagrams/quickStyle16.xml" ContentType="application/vnd.openxmlformats-officedocument.drawingml.diagramStyle+xml"/>
  <Override PartName="/ppt/diagrams/quickStyle18.xml" ContentType="application/vnd.openxmlformats-officedocument.drawingml.diagramStyle+xml"/>
  <Override PartName="/ppt/diagrams/quickStyle27.xml" ContentType="application/vnd.openxmlformats-officedocument.drawingml.diagramStyl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diagrams/layout4.xml" ContentType="application/vnd.openxmlformats-officedocument.drawingml.diagramLayout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diagrams/layout18.xml" ContentType="application/vnd.openxmlformats-officedocument.drawingml.diagramLayout+xml"/>
  <Override PartName="/ppt/diagrams/quickStyle25.xml" ContentType="application/vnd.openxmlformats-officedocument.drawingml.diagramStyle+xml"/>
  <Override PartName="/ppt/diagrams/layout27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quickStyle12.xml" ContentType="application/vnd.openxmlformats-officedocument.drawingml.diagramStyle+xml"/>
  <Override PartName="/ppt/diagrams/layout16.xml" ContentType="application/vnd.openxmlformats-officedocument.drawingml.diagramLayout+xml"/>
  <Override PartName="/ppt/diagrams/colors19.xml" ContentType="application/vnd.openxmlformats-officedocument.drawingml.diagramColors+xml"/>
  <Override PartName="/ppt/diagrams/quickStyle23.xml" ContentType="application/vnd.openxmlformats-officedocument.drawingml.diagramStyle+xml"/>
  <Override PartName="/ppt/diagrams/layout25.xml" ContentType="application/vnd.openxmlformats-officedocument.drawingml.diagramLayout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layout14.xml" ContentType="application/vnd.openxmlformats-officedocument.drawingml.diagramLayout+xml"/>
  <Override PartName="/ppt/diagrams/colors17.xml" ContentType="application/vnd.openxmlformats-officedocument.drawingml.diagramColors+xml"/>
  <Override PartName="/ppt/diagrams/quickStyle21.xml" ContentType="application/vnd.openxmlformats-officedocument.drawingml.diagramStyle+xml"/>
  <Override PartName="/ppt/diagrams/layout23.xml" ContentType="application/vnd.openxmlformats-officedocument.drawingml.diagramLayout+xml"/>
  <Override PartName="/ppt/diagrams/colors26.xml" ContentType="application/vnd.openxmlformats-officedocument.drawingml.diagramColors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diagrams/colors15.xml" ContentType="application/vnd.openxmlformats-officedocument.drawingml.diagramColors+xml"/>
  <Override PartName="/ppt/diagrams/data19.xml" ContentType="application/vnd.openxmlformats-officedocument.drawingml.diagramData+xml"/>
  <Override PartName="/ppt/diagrams/layout21.xml" ContentType="application/vnd.openxmlformats-officedocument.drawingml.diagramLayout+xml"/>
  <Override PartName="/ppt/diagrams/colors24.xml" ContentType="application/vnd.openxmlformats-officedocument.drawingml.diagramColor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diagrams/data26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diagrams/data15.xml" ContentType="application/vnd.openxmlformats-officedocument.drawingml.diagramData+xml"/>
  <Override PartName="/ppt/diagrams/colors20.xml" ContentType="application/vnd.openxmlformats-officedocument.drawingml.diagramColor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diagrams/data11.xml" ContentType="application/vnd.openxmlformats-officedocument.drawingml.diagramData+xml"/>
  <Override PartName="/ppt/diagrams/quickStyle19.xml" ContentType="application/vnd.openxmlformats-officedocument.drawingml.diagramStyle+xml"/>
  <Override PartName="/ppt/diagrams/data22.xml" ContentType="application/vnd.openxmlformats-officedocument.drawingml.diagramData+xml"/>
  <Default Extension="rels" ContentType="application/vnd.openxmlformats-package.relationships+xml"/>
  <Override PartName="/ppt/slides/slide23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diagrams/quickStyle26.xml" ContentType="application/vnd.openxmlformats-officedocument.drawingml.diagramStyle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diagrams/quickStyle15.xml" ContentType="application/vnd.openxmlformats-officedocument.drawingml.diagramStyle+xml"/>
  <Override PartName="/ppt/diagrams/layout19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22.xml" ContentType="application/vnd.openxmlformats-officedocument.drawingml.diagramStyle+xml"/>
  <Override PartName="/ppt/diagrams/layout26.xml" ContentType="application/vnd.openxmlformats-officedocument.drawingml.diagramLayout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diagrams/colors18.xml" ContentType="application/vnd.openxmlformats-officedocument.drawingml.diagramColor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diagrams/layout11.xml" ContentType="application/vnd.openxmlformats-officedocument.drawingml.diagramLayout+xml"/>
  <Override PartName="/ppt/diagrams/colors14.xml" ContentType="application/vnd.openxmlformats-officedocument.drawingml.diagramColors+xml"/>
  <Override PartName="/ppt/diagrams/layout22.xml" ContentType="application/vnd.openxmlformats-officedocument.drawingml.diagramLayout+xml"/>
  <Override PartName="/ppt/diagrams/colors25.xml" ContentType="application/vnd.openxmlformats-officedocument.drawingml.diagramColors+xml"/>
  <Override PartName="/ppt/diagrams/data27.xml" ContentType="application/vnd.openxmlformats-officedocument.drawingml.diagramData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ata16.xml" ContentType="application/vnd.openxmlformats-officedocument.drawingml.diagramData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colors10.xml" ContentType="application/vnd.openxmlformats-officedocument.drawingml.diagramColors+xml"/>
  <Override PartName="/ppt/diagrams/colors21.xml" ContentType="application/vnd.openxmlformats-officedocument.drawingml.diagramColors+xml"/>
  <Override PartName="/ppt/diagrams/data23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844" r:id="rId1"/>
  </p:sldMasterIdLst>
  <p:sldIdLst>
    <p:sldId id="539" r:id="rId2"/>
    <p:sldId id="294" r:id="rId3"/>
    <p:sldId id="516" r:id="rId4"/>
    <p:sldId id="517" r:id="rId5"/>
    <p:sldId id="518" r:id="rId6"/>
    <p:sldId id="519" r:id="rId7"/>
    <p:sldId id="520" r:id="rId8"/>
    <p:sldId id="521" r:id="rId9"/>
    <p:sldId id="535" r:id="rId10"/>
    <p:sldId id="523" r:id="rId11"/>
    <p:sldId id="524" r:id="rId12"/>
    <p:sldId id="525" r:id="rId13"/>
    <p:sldId id="526" r:id="rId14"/>
    <p:sldId id="527" r:id="rId15"/>
    <p:sldId id="528" r:id="rId16"/>
    <p:sldId id="529" r:id="rId17"/>
    <p:sldId id="530" r:id="rId18"/>
    <p:sldId id="536" r:id="rId19"/>
    <p:sldId id="531" r:id="rId20"/>
    <p:sldId id="532" r:id="rId21"/>
    <p:sldId id="533" r:id="rId22"/>
    <p:sldId id="534" r:id="rId23"/>
    <p:sldId id="538" r:id="rId24"/>
  </p:sldIdLst>
  <p:sldSz cx="9144000" cy="6858000" type="screen4x3"/>
  <p:notesSz cx="6858000" cy="9144000"/>
  <p:defaultTextStyle>
    <a:defPPr>
      <a:defRPr lang="ar-SA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84380"/>
    <p:restoredTop sz="86070" autoAdjust="0"/>
  </p:normalViewPr>
  <p:slideViewPr>
    <p:cSldViewPr>
      <p:cViewPr>
        <p:scale>
          <a:sx n="69" d="100"/>
          <a:sy n="69" d="100"/>
        </p:scale>
        <p:origin x="-1194" y="-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-9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_rels/data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diagrams/_rels/data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F09A75-9FC8-49C9-A3C0-BB05583F91E1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C34B9DC-632D-413E-84C5-4125602C2986}">
      <dgm:prSet/>
      <dgm:spPr/>
      <dgm:t>
        <a:bodyPr/>
        <a:lstStyle/>
        <a:p>
          <a:pPr algn="ctr" rtl="0"/>
          <a:r>
            <a:rPr lang="fa-IR" dirty="0" smtClean="0"/>
            <a:t>تئوری سازمان</a:t>
          </a:r>
          <a:endParaRPr lang="en-US" dirty="0"/>
        </a:p>
      </dgm:t>
    </dgm:pt>
    <dgm:pt modelId="{5F11CBAB-3E87-4C3F-BF8D-3C72FD281CD9}" type="parTrans" cxnId="{48143CCB-49E5-4D1C-9FD5-E12943BA9EB1}">
      <dgm:prSet/>
      <dgm:spPr/>
      <dgm:t>
        <a:bodyPr/>
        <a:lstStyle/>
        <a:p>
          <a:endParaRPr lang="en-US"/>
        </a:p>
      </dgm:t>
    </dgm:pt>
    <dgm:pt modelId="{19E46B94-05C4-4EF4-9739-842CCD11C69F}" type="sibTrans" cxnId="{48143CCB-49E5-4D1C-9FD5-E12943BA9EB1}">
      <dgm:prSet/>
      <dgm:spPr/>
      <dgm:t>
        <a:bodyPr/>
        <a:lstStyle/>
        <a:p>
          <a:endParaRPr lang="en-US"/>
        </a:p>
      </dgm:t>
    </dgm:pt>
    <dgm:pt modelId="{5EA10C95-3E92-4C7E-B69E-A014CBA5F2B7}" type="pres">
      <dgm:prSet presAssocID="{25F09A75-9FC8-49C9-A3C0-BB05583F91E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2854BE-FC19-4DFE-8E6C-4D3B807B7A08}" type="pres">
      <dgm:prSet presAssocID="{3C34B9DC-632D-413E-84C5-4125602C2986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8143CCB-49E5-4D1C-9FD5-E12943BA9EB1}" srcId="{25F09A75-9FC8-49C9-A3C0-BB05583F91E1}" destId="{3C34B9DC-632D-413E-84C5-4125602C2986}" srcOrd="0" destOrd="0" parTransId="{5F11CBAB-3E87-4C3F-BF8D-3C72FD281CD9}" sibTransId="{19E46B94-05C4-4EF4-9739-842CCD11C69F}"/>
    <dgm:cxn modelId="{1EE9FA6E-DB05-49A0-84FD-BF7B07C9563C}" type="presOf" srcId="{3C34B9DC-632D-413E-84C5-4125602C2986}" destId="{662854BE-FC19-4DFE-8E6C-4D3B807B7A08}" srcOrd="0" destOrd="0" presId="urn:microsoft.com/office/officeart/2005/8/layout/vList2"/>
    <dgm:cxn modelId="{ED4DF758-E5D2-4E2B-A7DB-D066BAB1C5BD}" type="presOf" srcId="{25F09A75-9FC8-49C9-A3C0-BB05583F91E1}" destId="{5EA10C95-3E92-4C7E-B69E-A014CBA5F2B7}" srcOrd="0" destOrd="0" presId="urn:microsoft.com/office/officeart/2005/8/layout/vList2"/>
    <dgm:cxn modelId="{478BCAB6-B173-4866-9DD5-23958296B885}" type="presParOf" srcId="{5EA10C95-3E92-4C7E-B69E-A014CBA5F2B7}" destId="{662854BE-FC19-4DFE-8E6C-4D3B807B7A08}" srcOrd="0" destOrd="0" presId="urn:microsoft.com/office/officeart/2005/8/layout/vList2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D538FD-A065-4375-932A-AE405613DA8F}" type="doc">
      <dgm:prSet loTypeId="urn:microsoft.com/office/officeart/2005/8/layout/vProcess5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E41B75D5-4D93-4794-AA2C-827171F0CBBD}">
      <dgm:prSet/>
      <dgm:spPr/>
      <dgm:t>
        <a:bodyPr/>
        <a:lstStyle/>
        <a:p>
          <a:pPr rtl="1"/>
          <a:r>
            <a:rPr lang="fa-IR" dirty="0" smtClean="0"/>
            <a:t>استاد راهنما: خانم دکتر منیره عسگری نژاد</a:t>
          </a:r>
          <a:endParaRPr lang="en-US" dirty="0"/>
        </a:p>
      </dgm:t>
    </dgm:pt>
    <dgm:pt modelId="{F91929B1-40E4-49E8-9AF2-67AD000D3506}" type="parTrans" cxnId="{2F7C6AD0-EA58-4E01-8FF2-687AD1D9F513}">
      <dgm:prSet/>
      <dgm:spPr/>
      <dgm:t>
        <a:bodyPr/>
        <a:lstStyle/>
        <a:p>
          <a:endParaRPr lang="en-US"/>
        </a:p>
      </dgm:t>
    </dgm:pt>
    <dgm:pt modelId="{7BB67595-BAB3-46E3-94F4-FDD07EDCD6A0}" type="sibTrans" cxnId="{2F7C6AD0-EA58-4E01-8FF2-687AD1D9F513}">
      <dgm:prSet/>
      <dgm:spPr/>
      <dgm:t>
        <a:bodyPr/>
        <a:lstStyle/>
        <a:p>
          <a:endParaRPr lang="en-US"/>
        </a:p>
      </dgm:t>
    </dgm:pt>
    <dgm:pt modelId="{8CCEBBBF-40B3-443A-97F5-CF58B6CBA12E}">
      <dgm:prSet/>
      <dgm:spPr/>
      <dgm:t>
        <a:bodyPr/>
        <a:lstStyle/>
        <a:p>
          <a:pPr rtl="1"/>
          <a:r>
            <a:rPr lang="fa-IR" dirty="0" smtClean="0"/>
            <a:t>با همکاری دانشجویان</a:t>
          </a:r>
        </a:p>
        <a:p>
          <a:pPr rtl="1"/>
          <a:r>
            <a:rPr lang="fa-IR" dirty="0" smtClean="0"/>
            <a:t> سرکار آقای رحیمی</a:t>
          </a:r>
          <a:endParaRPr lang="en-US" dirty="0"/>
        </a:p>
      </dgm:t>
    </dgm:pt>
    <dgm:pt modelId="{1C1FAD73-7380-4CD6-9904-A7F8C481F8DD}" type="parTrans" cxnId="{94CC68FC-697C-4ED7-949D-3B632A875D9B}">
      <dgm:prSet/>
      <dgm:spPr/>
      <dgm:t>
        <a:bodyPr/>
        <a:lstStyle/>
        <a:p>
          <a:endParaRPr lang="en-US"/>
        </a:p>
      </dgm:t>
    </dgm:pt>
    <dgm:pt modelId="{4DF14C2F-A9F0-4DE3-8217-3A1A81B434F8}" type="sibTrans" cxnId="{94CC68FC-697C-4ED7-949D-3B632A875D9B}">
      <dgm:prSet/>
      <dgm:spPr/>
      <dgm:t>
        <a:bodyPr/>
        <a:lstStyle/>
        <a:p>
          <a:endParaRPr lang="en-US"/>
        </a:p>
      </dgm:t>
    </dgm:pt>
    <dgm:pt modelId="{A5EEEFAC-F6EF-4373-944D-245A0B233B63}">
      <dgm:prSet/>
      <dgm:spPr/>
      <dgm:t>
        <a:bodyPr/>
        <a:lstStyle/>
        <a:p>
          <a:pPr rtl="1"/>
          <a:r>
            <a:rPr lang="fa-IR" dirty="0" smtClean="0"/>
            <a:t>خانم امانی</a:t>
          </a:r>
          <a:endParaRPr lang="en-US" dirty="0"/>
        </a:p>
      </dgm:t>
    </dgm:pt>
    <dgm:pt modelId="{A608459E-BD01-4D30-B046-0C5013A55235}" type="parTrans" cxnId="{146BC0EC-B7D6-4B35-96B9-3C57C38B762D}">
      <dgm:prSet/>
      <dgm:spPr/>
      <dgm:t>
        <a:bodyPr/>
        <a:lstStyle/>
        <a:p>
          <a:endParaRPr lang="en-US"/>
        </a:p>
      </dgm:t>
    </dgm:pt>
    <dgm:pt modelId="{1CA04F6D-FDB7-4A5F-BB3E-65B52FCFEFCF}" type="sibTrans" cxnId="{146BC0EC-B7D6-4B35-96B9-3C57C38B762D}">
      <dgm:prSet/>
      <dgm:spPr/>
      <dgm:t>
        <a:bodyPr/>
        <a:lstStyle/>
        <a:p>
          <a:endParaRPr lang="en-US"/>
        </a:p>
      </dgm:t>
    </dgm:pt>
    <dgm:pt modelId="{C4E5BA26-B520-4D4E-90E3-20A6E53FA6F6}" type="pres">
      <dgm:prSet presAssocID="{1ED538FD-A065-4375-932A-AE405613DA8F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B2CF448-8338-4D6F-8A08-4FD4211904C9}" type="pres">
      <dgm:prSet presAssocID="{1ED538FD-A065-4375-932A-AE405613DA8F}" presName="dummyMaxCanvas" presStyleCnt="0">
        <dgm:presLayoutVars/>
      </dgm:prSet>
      <dgm:spPr/>
    </dgm:pt>
    <dgm:pt modelId="{DF8F7FF1-9B64-4094-A436-B02F11B32FE8}" type="pres">
      <dgm:prSet presAssocID="{1ED538FD-A065-4375-932A-AE405613DA8F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2CBAA7-9EEF-4986-842C-286AAD9E4521}" type="pres">
      <dgm:prSet presAssocID="{1ED538FD-A065-4375-932A-AE405613DA8F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54C9C2-1D8C-4F4E-A404-6505D6A2C7F2}" type="pres">
      <dgm:prSet presAssocID="{1ED538FD-A065-4375-932A-AE405613DA8F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E5D5EC-94F2-4E60-BAEE-62B4A3B8DAE2}" type="pres">
      <dgm:prSet presAssocID="{1ED538FD-A065-4375-932A-AE405613DA8F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CE8B32-0EDB-443A-8676-2EA476584968}" type="pres">
      <dgm:prSet presAssocID="{1ED538FD-A065-4375-932A-AE405613DA8F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152D1F-1FB3-4806-92ED-62178FE4C566}" type="pres">
      <dgm:prSet presAssocID="{1ED538FD-A065-4375-932A-AE405613DA8F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B75CAE-00C0-4C8B-BD85-2B874401A9C5}" type="pres">
      <dgm:prSet presAssocID="{1ED538FD-A065-4375-932A-AE405613DA8F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B680A4-AE7E-420E-8F50-A658F1CDBAE7}" type="pres">
      <dgm:prSet presAssocID="{1ED538FD-A065-4375-932A-AE405613DA8F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4CC68FC-697C-4ED7-949D-3B632A875D9B}" srcId="{1ED538FD-A065-4375-932A-AE405613DA8F}" destId="{8CCEBBBF-40B3-443A-97F5-CF58B6CBA12E}" srcOrd="1" destOrd="0" parTransId="{1C1FAD73-7380-4CD6-9904-A7F8C481F8DD}" sibTransId="{4DF14C2F-A9F0-4DE3-8217-3A1A81B434F8}"/>
    <dgm:cxn modelId="{518922BD-53C9-4E5B-8A4E-F96156FE5C3D}" type="presOf" srcId="{1ED538FD-A065-4375-932A-AE405613DA8F}" destId="{C4E5BA26-B520-4D4E-90E3-20A6E53FA6F6}" srcOrd="0" destOrd="0" presId="urn:microsoft.com/office/officeart/2005/8/layout/vProcess5"/>
    <dgm:cxn modelId="{B4D2A5D8-EEAB-41FE-9CD1-04B509DACBB5}" type="presOf" srcId="{E41B75D5-4D93-4794-AA2C-827171F0CBBD}" destId="{DF8F7FF1-9B64-4094-A436-B02F11B32FE8}" srcOrd="0" destOrd="0" presId="urn:microsoft.com/office/officeart/2005/8/layout/vProcess5"/>
    <dgm:cxn modelId="{0C63A337-389E-46E1-8719-D69D3C7ABB23}" type="presOf" srcId="{8CCEBBBF-40B3-443A-97F5-CF58B6CBA12E}" destId="{5B2CBAA7-9EEF-4986-842C-286AAD9E4521}" srcOrd="0" destOrd="0" presId="urn:microsoft.com/office/officeart/2005/8/layout/vProcess5"/>
    <dgm:cxn modelId="{6F3228AA-1A8B-4539-842D-F54D61F20396}" type="presOf" srcId="{7BB67595-BAB3-46E3-94F4-FDD07EDCD6A0}" destId="{5FE5D5EC-94F2-4E60-BAEE-62B4A3B8DAE2}" srcOrd="0" destOrd="0" presId="urn:microsoft.com/office/officeart/2005/8/layout/vProcess5"/>
    <dgm:cxn modelId="{906871E7-41A3-4334-8E0B-1D8BC101358A}" type="presOf" srcId="{A5EEEFAC-F6EF-4373-944D-245A0B233B63}" destId="{8A54C9C2-1D8C-4F4E-A404-6505D6A2C7F2}" srcOrd="0" destOrd="0" presId="urn:microsoft.com/office/officeart/2005/8/layout/vProcess5"/>
    <dgm:cxn modelId="{C8DC89E2-B51C-409F-ADE0-1943F7AB083E}" type="presOf" srcId="{A5EEEFAC-F6EF-4373-944D-245A0B233B63}" destId="{7CB680A4-AE7E-420E-8F50-A658F1CDBAE7}" srcOrd="1" destOrd="0" presId="urn:microsoft.com/office/officeart/2005/8/layout/vProcess5"/>
    <dgm:cxn modelId="{2F7C6AD0-EA58-4E01-8FF2-687AD1D9F513}" srcId="{1ED538FD-A065-4375-932A-AE405613DA8F}" destId="{E41B75D5-4D93-4794-AA2C-827171F0CBBD}" srcOrd="0" destOrd="0" parTransId="{F91929B1-40E4-49E8-9AF2-67AD000D3506}" sibTransId="{7BB67595-BAB3-46E3-94F4-FDD07EDCD6A0}"/>
    <dgm:cxn modelId="{146BC0EC-B7D6-4B35-96B9-3C57C38B762D}" srcId="{1ED538FD-A065-4375-932A-AE405613DA8F}" destId="{A5EEEFAC-F6EF-4373-944D-245A0B233B63}" srcOrd="2" destOrd="0" parTransId="{A608459E-BD01-4D30-B046-0C5013A55235}" sibTransId="{1CA04F6D-FDB7-4A5F-BB3E-65B52FCFEFCF}"/>
    <dgm:cxn modelId="{C49F21A4-9783-4516-B998-96FC07F2272E}" type="presOf" srcId="{4DF14C2F-A9F0-4DE3-8217-3A1A81B434F8}" destId="{96CE8B32-0EDB-443A-8676-2EA476584968}" srcOrd="0" destOrd="0" presId="urn:microsoft.com/office/officeart/2005/8/layout/vProcess5"/>
    <dgm:cxn modelId="{D88236C1-8776-4469-9EF7-FE96CC472669}" type="presOf" srcId="{8CCEBBBF-40B3-443A-97F5-CF58B6CBA12E}" destId="{8BB75CAE-00C0-4C8B-BD85-2B874401A9C5}" srcOrd="1" destOrd="0" presId="urn:microsoft.com/office/officeart/2005/8/layout/vProcess5"/>
    <dgm:cxn modelId="{C31D38A9-A398-4A13-92DC-750D5A5F4DC5}" type="presOf" srcId="{E41B75D5-4D93-4794-AA2C-827171F0CBBD}" destId="{45152D1F-1FB3-4806-92ED-62178FE4C566}" srcOrd="1" destOrd="0" presId="urn:microsoft.com/office/officeart/2005/8/layout/vProcess5"/>
    <dgm:cxn modelId="{CC76F9F5-B966-41C9-9509-D4F2AE4EFD0B}" type="presParOf" srcId="{C4E5BA26-B520-4D4E-90E3-20A6E53FA6F6}" destId="{2B2CF448-8338-4D6F-8A08-4FD4211904C9}" srcOrd="0" destOrd="0" presId="urn:microsoft.com/office/officeart/2005/8/layout/vProcess5"/>
    <dgm:cxn modelId="{762875C2-F4E8-4392-BD33-B5FCA2175AB9}" type="presParOf" srcId="{C4E5BA26-B520-4D4E-90E3-20A6E53FA6F6}" destId="{DF8F7FF1-9B64-4094-A436-B02F11B32FE8}" srcOrd="1" destOrd="0" presId="urn:microsoft.com/office/officeart/2005/8/layout/vProcess5"/>
    <dgm:cxn modelId="{B477BA22-FC8D-432A-9F47-B1BCBF8F3201}" type="presParOf" srcId="{C4E5BA26-B520-4D4E-90E3-20A6E53FA6F6}" destId="{5B2CBAA7-9EEF-4986-842C-286AAD9E4521}" srcOrd="2" destOrd="0" presId="urn:microsoft.com/office/officeart/2005/8/layout/vProcess5"/>
    <dgm:cxn modelId="{5AA17FA1-6FD9-4A11-9810-BF46F60C0C8C}" type="presParOf" srcId="{C4E5BA26-B520-4D4E-90E3-20A6E53FA6F6}" destId="{8A54C9C2-1D8C-4F4E-A404-6505D6A2C7F2}" srcOrd="3" destOrd="0" presId="urn:microsoft.com/office/officeart/2005/8/layout/vProcess5"/>
    <dgm:cxn modelId="{35C12539-77CC-4AFA-9F0D-C51369EB9314}" type="presParOf" srcId="{C4E5BA26-B520-4D4E-90E3-20A6E53FA6F6}" destId="{5FE5D5EC-94F2-4E60-BAEE-62B4A3B8DAE2}" srcOrd="4" destOrd="0" presId="urn:microsoft.com/office/officeart/2005/8/layout/vProcess5"/>
    <dgm:cxn modelId="{19F969EA-A64B-4F05-B3DF-942EDE9534CF}" type="presParOf" srcId="{C4E5BA26-B520-4D4E-90E3-20A6E53FA6F6}" destId="{96CE8B32-0EDB-443A-8676-2EA476584968}" srcOrd="5" destOrd="0" presId="urn:microsoft.com/office/officeart/2005/8/layout/vProcess5"/>
    <dgm:cxn modelId="{578CD476-B4E2-4CF7-83CA-8212F6FAA1D5}" type="presParOf" srcId="{C4E5BA26-B520-4D4E-90E3-20A6E53FA6F6}" destId="{45152D1F-1FB3-4806-92ED-62178FE4C566}" srcOrd="6" destOrd="0" presId="urn:microsoft.com/office/officeart/2005/8/layout/vProcess5"/>
    <dgm:cxn modelId="{00CAED47-811C-4199-85D1-2348B5817425}" type="presParOf" srcId="{C4E5BA26-B520-4D4E-90E3-20A6E53FA6F6}" destId="{8BB75CAE-00C0-4C8B-BD85-2B874401A9C5}" srcOrd="7" destOrd="0" presId="urn:microsoft.com/office/officeart/2005/8/layout/vProcess5"/>
    <dgm:cxn modelId="{AFADDCE9-D506-4DE9-8177-81A33BB6AC41}" type="presParOf" srcId="{C4E5BA26-B520-4D4E-90E3-20A6E53FA6F6}" destId="{7CB680A4-AE7E-420E-8F50-A658F1CDBAE7}" srcOrd="8" destOrd="0" presId="urn:microsoft.com/office/officeart/2005/8/layout/vProcess5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82A5501-20E3-40D4-AADE-6FA80E25454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9851DDA-135E-4FDF-BDF7-ECA3A7FF7C43}">
      <dgm:prSet/>
      <dgm:spPr/>
      <dgm:t>
        <a:bodyPr/>
        <a:lstStyle/>
        <a:p>
          <a:pPr rtl="0"/>
          <a:r>
            <a:rPr lang="fa-IR" b="1" baseline="0" dirty="0" smtClean="0"/>
            <a:t>نام درس : تئوری های مدیریت  پیشرفته</a:t>
          </a:r>
          <a:r>
            <a:rPr lang="fa-IR" baseline="0" dirty="0" smtClean="0"/>
            <a:t> </a:t>
          </a:r>
          <a:endParaRPr lang="en-US" baseline="0" dirty="0"/>
        </a:p>
      </dgm:t>
    </dgm:pt>
    <dgm:pt modelId="{BAEC0864-0898-4D83-902A-01AE798DDE45}" type="parTrans" cxnId="{514C93AA-2551-4876-B2BB-70F1400EA65A}">
      <dgm:prSet/>
      <dgm:spPr/>
      <dgm:t>
        <a:bodyPr/>
        <a:lstStyle/>
        <a:p>
          <a:endParaRPr lang="en-US"/>
        </a:p>
      </dgm:t>
    </dgm:pt>
    <dgm:pt modelId="{902760A2-715F-4239-AB6E-CD8819361B01}" type="sibTrans" cxnId="{514C93AA-2551-4876-B2BB-70F1400EA65A}">
      <dgm:prSet/>
      <dgm:spPr/>
      <dgm:t>
        <a:bodyPr/>
        <a:lstStyle/>
        <a:p>
          <a:endParaRPr lang="en-US"/>
        </a:p>
      </dgm:t>
    </dgm:pt>
    <dgm:pt modelId="{B644EDFA-2A95-4007-8962-21692AF7A165}" type="pres">
      <dgm:prSet presAssocID="{282A5501-20E3-40D4-AADE-6FA80E25454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3B72B27-0A16-4660-8B8D-7723A62DCF9A}" type="pres">
      <dgm:prSet presAssocID="{F9851DDA-135E-4FDF-BDF7-ECA3A7FF7C43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14C93AA-2551-4876-B2BB-70F1400EA65A}" srcId="{282A5501-20E3-40D4-AADE-6FA80E25454F}" destId="{F9851DDA-135E-4FDF-BDF7-ECA3A7FF7C43}" srcOrd="0" destOrd="0" parTransId="{BAEC0864-0898-4D83-902A-01AE798DDE45}" sibTransId="{902760A2-715F-4239-AB6E-CD8819361B01}"/>
    <dgm:cxn modelId="{CAB9ACF2-E58D-4852-A82D-3C65D29A8198}" type="presOf" srcId="{F9851DDA-135E-4FDF-BDF7-ECA3A7FF7C43}" destId="{23B72B27-0A16-4660-8B8D-7723A62DCF9A}" srcOrd="0" destOrd="0" presId="urn:microsoft.com/office/officeart/2005/8/layout/vList2"/>
    <dgm:cxn modelId="{2D0F2E05-C9C9-4219-B897-8598C25C2A36}" type="presOf" srcId="{282A5501-20E3-40D4-AADE-6FA80E25454F}" destId="{B644EDFA-2A95-4007-8962-21692AF7A165}" srcOrd="0" destOrd="0" presId="urn:microsoft.com/office/officeart/2005/8/layout/vList2"/>
    <dgm:cxn modelId="{D2C5C30A-CE52-40D3-A17A-A4EB8135F58B}" type="presParOf" srcId="{B644EDFA-2A95-4007-8962-21692AF7A165}" destId="{23B72B27-0A16-4660-8B8D-7723A62DCF9A}" srcOrd="0" destOrd="0" presId="urn:microsoft.com/office/officeart/2005/8/layout/vList2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5B407FB-E28F-4382-BDBA-5CE780F0BEE5}" type="doc">
      <dgm:prSet loTypeId="urn:microsoft.com/office/officeart/2005/8/layout/pyramid2" loCatId="pyramid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7347D76B-BF95-4B53-9CDF-2B614450CE2A}">
      <dgm:prSet custT="1"/>
      <dgm:spPr/>
      <dgm:t>
        <a:bodyPr/>
        <a:lstStyle/>
        <a:p>
          <a:pPr rtl="0"/>
          <a:r>
            <a:rPr lang="fa-IR" sz="3200" b="1" dirty="0" smtClean="0">
              <a:solidFill>
                <a:schemeClr val="bg1"/>
              </a:solidFill>
            </a:rPr>
            <a:t>نام منبع :‌</a:t>
          </a:r>
          <a:endParaRPr lang="en-US" sz="3200" b="1" dirty="0" smtClean="0">
            <a:solidFill>
              <a:schemeClr val="bg1"/>
            </a:solidFill>
          </a:endParaRPr>
        </a:p>
        <a:p>
          <a:pPr rtl="0"/>
          <a:r>
            <a:rPr lang="fa-IR" sz="3200" b="1" dirty="0" smtClean="0">
              <a:solidFill>
                <a:schemeClr val="bg1"/>
              </a:solidFill>
            </a:rPr>
            <a:t>تئوری سازمان </a:t>
          </a:r>
          <a:endParaRPr lang="en-US" sz="3200" dirty="0">
            <a:solidFill>
              <a:schemeClr val="bg1"/>
            </a:solidFill>
          </a:endParaRPr>
        </a:p>
      </dgm:t>
    </dgm:pt>
    <dgm:pt modelId="{AC155C1E-9B30-4285-9CAD-31EB38012C24}" type="parTrans" cxnId="{CD2FE79F-D37F-463A-B956-F973D0D2CB80}">
      <dgm:prSet/>
      <dgm:spPr/>
      <dgm:t>
        <a:bodyPr/>
        <a:lstStyle/>
        <a:p>
          <a:endParaRPr lang="en-US"/>
        </a:p>
      </dgm:t>
    </dgm:pt>
    <dgm:pt modelId="{BC0AF420-1026-48CE-928C-A563530F74B4}" type="sibTrans" cxnId="{CD2FE79F-D37F-463A-B956-F973D0D2CB80}">
      <dgm:prSet/>
      <dgm:spPr/>
      <dgm:t>
        <a:bodyPr/>
        <a:lstStyle/>
        <a:p>
          <a:endParaRPr lang="en-US"/>
        </a:p>
      </dgm:t>
    </dgm:pt>
    <dgm:pt modelId="{56660E6E-7091-46FF-925A-A11293CFB7AD}">
      <dgm:prSet custT="1"/>
      <dgm:spPr/>
      <dgm:t>
        <a:bodyPr/>
        <a:lstStyle/>
        <a:p>
          <a:pPr rtl="0"/>
          <a:r>
            <a:rPr lang="fa-IR" sz="2800" b="1" dirty="0" smtClean="0">
              <a:solidFill>
                <a:schemeClr val="bg1"/>
              </a:solidFill>
            </a:rPr>
            <a:t>تالیف : استیفن رابینز </a:t>
          </a:r>
          <a:endParaRPr lang="en-US" sz="2800" dirty="0">
            <a:solidFill>
              <a:schemeClr val="bg1"/>
            </a:solidFill>
          </a:endParaRPr>
        </a:p>
      </dgm:t>
    </dgm:pt>
    <dgm:pt modelId="{F23F8ED3-4E82-469C-A281-6278F6B94CA8}" type="parTrans" cxnId="{6D99313F-BCB3-4668-8613-D5885CC407C7}">
      <dgm:prSet/>
      <dgm:spPr/>
      <dgm:t>
        <a:bodyPr/>
        <a:lstStyle/>
        <a:p>
          <a:endParaRPr lang="en-US"/>
        </a:p>
      </dgm:t>
    </dgm:pt>
    <dgm:pt modelId="{D93C5383-A821-4A12-BD12-EC3F1B1A0D78}" type="sibTrans" cxnId="{6D99313F-BCB3-4668-8613-D5885CC407C7}">
      <dgm:prSet/>
      <dgm:spPr/>
      <dgm:t>
        <a:bodyPr/>
        <a:lstStyle/>
        <a:p>
          <a:endParaRPr lang="en-US"/>
        </a:p>
      </dgm:t>
    </dgm:pt>
    <dgm:pt modelId="{6BD9F528-4B0E-4A2F-A246-71109DC931D7}">
      <dgm:prSet custT="1"/>
      <dgm:spPr/>
      <dgm:t>
        <a:bodyPr/>
        <a:lstStyle/>
        <a:p>
          <a:pPr rtl="0"/>
          <a:r>
            <a:rPr lang="fa-IR" sz="2800" b="1" dirty="0" smtClean="0">
              <a:solidFill>
                <a:schemeClr val="bg1"/>
              </a:solidFill>
            </a:rPr>
            <a:t>ترجمه : دكتر سید مهدی الوانی و حسن دانایی فرد </a:t>
          </a:r>
          <a:endParaRPr lang="en-US" sz="2800" dirty="0">
            <a:solidFill>
              <a:schemeClr val="bg1"/>
            </a:solidFill>
          </a:endParaRPr>
        </a:p>
      </dgm:t>
    </dgm:pt>
    <dgm:pt modelId="{08452C7B-FD5A-4A57-BC86-2707D6D867E9}" type="parTrans" cxnId="{172A83F8-D9FB-499D-9F77-BEBA74406962}">
      <dgm:prSet/>
      <dgm:spPr/>
      <dgm:t>
        <a:bodyPr/>
        <a:lstStyle/>
        <a:p>
          <a:endParaRPr lang="en-US"/>
        </a:p>
      </dgm:t>
    </dgm:pt>
    <dgm:pt modelId="{7BB79422-E51E-4115-A091-809B3929A23E}" type="sibTrans" cxnId="{172A83F8-D9FB-499D-9F77-BEBA74406962}">
      <dgm:prSet/>
      <dgm:spPr/>
      <dgm:t>
        <a:bodyPr/>
        <a:lstStyle/>
        <a:p>
          <a:endParaRPr lang="en-US"/>
        </a:p>
      </dgm:t>
    </dgm:pt>
    <dgm:pt modelId="{7E6B8FF2-7446-45DD-AC3B-9FB179F46DF4}" type="pres">
      <dgm:prSet presAssocID="{F5B407FB-E28F-4382-BDBA-5CE780F0BEE5}" presName="compositeShape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00EC34E2-D423-4135-9508-52F02C2D1295}" type="pres">
      <dgm:prSet presAssocID="{F5B407FB-E28F-4382-BDBA-5CE780F0BEE5}" presName="pyramid" presStyleLbl="node1" presStyleIdx="0" presStyleCnt="1"/>
      <dgm:spPr/>
      <dgm:t>
        <a:bodyPr/>
        <a:lstStyle/>
        <a:p>
          <a:endParaRPr lang="en-US"/>
        </a:p>
      </dgm:t>
    </dgm:pt>
    <dgm:pt modelId="{B38684E9-9F40-4255-AC0F-6910D609D138}" type="pres">
      <dgm:prSet presAssocID="{F5B407FB-E28F-4382-BDBA-5CE780F0BEE5}" presName="theList" presStyleCnt="0"/>
      <dgm:spPr/>
      <dgm:t>
        <a:bodyPr/>
        <a:lstStyle/>
        <a:p>
          <a:endParaRPr lang="en-US"/>
        </a:p>
      </dgm:t>
    </dgm:pt>
    <dgm:pt modelId="{49F92D52-9A4A-43B0-93DB-DAE25C0C97BD}" type="pres">
      <dgm:prSet presAssocID="{7347D76B-BF95-4B53-9CDF-2B614450CE2A}" presName="aNode" presStyleLbl="fgAcc1" presStyleIdx="0" presStyleCnt="3" custScaleX="15080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5E2597-AA37-4713-960A-C0DAA5ADB758}" type="pres">
      <dgm:prSet presAssocID="{7347D76B-BF95-4B53-9CDF-2B614450CE2A}" presName="aSpace" presStyleCnt="0"/>
      <dgm:spPr/>
      <dgm:t>
        <a:bodyPr/>
        <a:lstStyle/>
        <a:p>
          <a:endParaRPr lang="en-US"/>
        </a:p>
      </dgm:t>
    </dgm:pt>
    <dgm:pt modelId="{EF17A4D9-5E0E-4881-B3AC-807BE5DFE75E}" type="pres">
      <dgm:prSet presAssocID="{56660E6E-7091-46FF-925A-A11293CFB7AD}" presName="aNode" presStyleLbl="fgAcc1" presStyleIdx="1" presStyleCnt="3" custScaleX="151498" custLinFactNeighborX="2045" custLinFactNeighborY="-1962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7D52F6-B7CA-4E27-B932-25563A85D684}" type="pres">
      <dgm:prSet presAssocID="{56660E6E-7091-46FF-925A-A11293CFB7AD}" presName="aSpace" presStyleCnt="0"/>
      <dgm:spPr/>
      <dgm:t>
        <a:bodyPr/>
        <a:lstStyle/>
        <a:p>
          <a:endParaRPr lang="en-US"/>
        </a:p>
      </dgm:t>
    </dgm:pt>
    <dgm:pt modelId="{71906A0A-8330-4290-BCCA-48D7D287E082}" type="pres">
      <dgm:prSet presAssocID="{6BD9F528-4B0E-4A2F-A246-71109DC931D7}" presName="aNode" presStyleLbl="fgAcc1" presStyleIdx="2" presStyleCnt="3" custScaleX="1539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4D9AD3-F6A5-4251-A7B8-7532937B7CEC}" type="pres">
      <dgm:prSet presAssocID="{6BD9F528-4B0E-4A2F-A246-71109DC931D7}" presName="aSpace" presStyleCnt="0"/>
      <dgm:spPr/>
      <dgm:t>
        <a:bodyPr/>
        <a:lstStyle/>
        <a:p>
          <a:endParaRPr lang="en-US"/>
        </a:p>
      </dgm:t>
    </dgm:pt>
  </dgm:ptLst>
  <dgm:cxnLst>
    <dgm:cxn modelId="{CD2FE79F-D37F-463A-B956-F973D0D2CB80}" srcId="{F5B407FB-E28F-4382-BDBA-5CE780F0BEE5}" destId="{7347D76B-BF95-4B53-9CDF-2B614450CE2A}" srcOrd="0" destOrd="0" parTransId="{AC155C1E-9B30-4285-9CAD-31EB38012C24}" sibTransId="{BC0AF420-1026-48CE-928C-A563530F74B4}"/>
    <dgm:cxn modelId="{FC835A08-ED95-437B-BFFF-10FC616F3A46}" type="presOf" srcId="{6BD9F528-4B0E-4A2F-A246-71109DC931D7}" destId="{71906A0A-8330-4290-BCCA-48D7D287E082}" srcOrd="0" destOrd="0" presId="urn:microsoft.com/office/officeart/2005/8/layout/pyramid2"/>
    <dgm:cxn modelId="{172A83F8-D9FB-499D-9F77-BEBA74406962}" srcId="{F5B407FB-E28F-4382-BDBA-5CE780F0BEE5}" destId="{6BD9F528-4B0E-4A2F-A246-71109DC931D7}" srcOrd="2" destOrd="0" parTransId="{08452C7B-FD5A-4A57-BC86-2707D6D867E9}" sibTransId="{7BB79422-E51E-4115-A091-809B3929A23E}"/>
    <dgm:cxn modelId="{C44679AD-89BB-4BB3-9491-450812626A46}" type="presOf" srcId="{56660E6E-7091-46FF-925A-A11293CFB7AD}" destId="{EF17A4D9-5E0E-4881-B3AC-807BE5DFE75E}" srcOrd="0" destOrd="0" presId="urn:microsoft.com/office/officeart/2005/8/layout/pyramid2"/>
    <dgm:cxn modelId="{D2C516EE-560F-4964-9B68-F399575EF1BE}" type="presOf" srcId="{F5B407FB-E28F-4382-BDBA-5CE780F0BEE5}" destId="{7E6B8FF2-7446-45DD-AC3B-9FB179F46DF4}" srcOrd="0" destOrd="0" presId="urn:microsoft.com/office/officeart/2005/8/layout/pyramid2"/>
    <dgm:cxn modelId="{923D266B-DC00-4E28-9DAD-97615BBF47FA}" type="presOf" srcId="{7347D76B-BF95-4B53-9CDF-2B614450CE2A}" destId="{49F92D52-9A4A-43B0-93DB-DAE25C0C97BD}" srcOrd="0" destOrd="0" presId="urn:microsoft.com/office/officeart/2005/8/layout/pyramid2"/>
    <dgm:cxn modelId="{6D99313F-BCB3-4668-8613-D5885CC407C7}" srcId="{F5B407FB-E28F-4382-BDBA-5CE780F0BEE5}" destId="{56660E6E-7091-46FF-925A-A11293CFB7AD}" srcOrd="1" destOrd="0" parTransId="{F23F8ED3-4E82-469C-A281-6278F6B94CA8}" sibTransId="{D93C5383-A821-4A12-BD12-EC3F1B1A0D78}"/>
    <dgm:cxn modelId="{91FF1252-6FB7-43F1-A701-2ECF3FEAB7E1}" type="presParOf" srcId="{7E6B8FF2-7446-45DD-AC3B-9FB179F46DF4}" destId="{00EC34E2-D423-4135-9508-52F02C2D1295}" srcOrd="0" destOrd="0" presId="urn:microsoft.com/office/officeart/2005/8/layout/pyramid2"/>
    <dgm:cxn modelId="{F6B97978-C828-4748-BAE1-C98E2053CDFF}" type="presParOf" srcId="{7E6B8FF2-7446-45DD-AC3B-9FB179F46DF4}" destId="{B38684E9-9F40-4255-AC0F-6910D609D138}" srcOrd="1" destOrd="0" presId="urn:microsoft.com/office/officeart/2005/8/layout/pyramid2"/>
    <dgm:cxn modelId="{DABC9A20-94F6-47DF-8F92-AD095870DE9C}" type="presParOf" srcId="{B38684E9-9F40-4255-AC0F-6910D609D138}" destId="{49F92D52-9A4A-43B0-93DB-DAE25C0C97BD}" srcOrd="0" destOrd="0" presId="urn:microsoft.com/office/officeart/2005/8/layout/pyramid2"/>
    <dgm:cxn modelId="{129C1A98-E658-45DC-A87D-B52D37EDBD2A}" type="presParOf" srcId="{B38684E9-9F40-4255-AC0F-6910D609D138}" destId="{775E2597-AA37-4713-960A-C0DAA5ADB758}" srcOrd="1" destOrd="0" presId="urn:microsoft.com/office/officeart/2005/8/layout/pyramid2"/>
    <dgm:cxn modelId="{576A3735-37FC-476E-B09C-0A6090BD4084}" type="presParOf" srcId="{B38684E9-9F40-4255-AC0F-6910D609D138}" destId="{EF17A4D9-5E0E-4881-B3AC-807BE5DFE75E}" srcOrd="2" destOrd="0" presId="urn:microsoft.com/office/officeart/2005/8/layout/pyramid2"/>
    <dgm:cxn modelId="{0628C6A8-087F-4FC0-A5FD-CA1E646A86A0}" type="presParOf" srcId="{B38684E9-9F40-4255-AC0F-6910D609D138}" destId="{7A7D52F6-B7CA-4E27-B932-25563A85D684}" srcOrd="3" destOrd="0" presId="urn:microsoft.com/office/officeart/2005/8/layout/pyramid2"/>
    <dgm:cxn modelId="{CD7B1868-4230-47E6-B5FD-82D21B81CAC5}" type="presParOf" srcId="{B38684E9-9F40-4255-AC0F-6910D609D138}" destId="{71906A0A-8330-4290-BCCA-48D7D287E082}" srcOrd="4" destOrd="0" presId="urn:microsoft.com/office/officeart/2005/8/layout/pyramid2"/>
    <dgm:cxn modelId="{E3AB72A9-5271-4BC2-9217-AD62C54723AF}" type="presParOf" srcId="{B38684E9-9F40-4255-AC0F-6910D609D138}" destId="{174D9AD3-F6A5-4251-A7B8-7532937B7CEC}" srcOrd="5" destOrd="0" presId="urn:microsoft.com/office/officeart/2005/8/layout/pyramid2"/>
  </dgm:cxnLst>
  <dgm:bg/>
  <dgm:whole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1D6C053-E489-4011-8BEC-C3177D3C666F}" type="doc">
      <dgm:prSet loTypeId="urn:microsoft.com/office/officeart/2005/8/layout/arrow3" loCatId="relationship" qsTypeId="urn:microsoft.com/office/officeart/2005/8/quickstyle/3d4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1AEAB5A-30FA-4C5E-A8BA-A0778C248978}">
      <dgm:prSet/>
      <dgm:spPr/>
      <dgm:t>
        <a:bodyPr/>
        <a:lstStyle/>
        <a:p>
          <a:pPr algn="ctr" rtl="0"/>
          <a:r>
            <a:rPr lang="fa-IR" i="1" baseline="0" dirty="0" smtClean="0">
              <a:solidFill>
                <a:schemeClr val="accent1">
                  <a:lumMod val="60000"/>
                  <a:lumOff val="40000"/>
                </a:schemeClr>
              </a:solidFill>
            </a:rPr>
            <a:t>فصل18            مدیریت تکامل سازمانی</a:t>
          </a:r>
          <a:endParaRPr lang="en-US" i="1" baseline="0" dirty="0">
            <a:solidFill>
              <a:schemeClr val="accent1">
                <a:lumMod val="60000"/>
                <a:lumOff val="40000"/>
              </a:schemeClr>
            </a:solidFill>
          </a:endParaRPr>
        </a:p>
      </dgm:t>
    </dgm:pt>
    <dgm:pt modelId="{2B22C113-3113-4862-BED2-30B54E01733E}" type="parTrans" cxnId="{4BE0F1D6-37C1-4A02-977D-87FBC8C02460}">
      <dgm:prSet/>
      <dgm:spPr/>
      <dgm:t>
        <a:bodyPr/>
        <a:lstStyle/>
        <a:p>
          <a:endParaRPr lang="en-US"/>
        </a:p>
      </dgm:t>
    </dgm:pt>
    <dgm:pt modelId="{A815BEBB-9357-4E21-BE3C-D9BABAF27A24}" type="sibTrans" cxnId="{4BE0F1D6-37C1-4A02-977D-87FBC8C02460}">
      <dgm:prSet/>
      <dgm:spPr/>
      <dgm:t>
        <a:bodyPr/>
        <a:lstStyle/>
        <a:p>
          <a:endParaRPr lang="en-US"/>
        </a:p>
      </dgm:t>
    </dgm:pt>
    <dgm:pt modelId="{D40D3473-A3D9-46F8-ADB2-191111657B09}" type="pres">
      <dgm:prSet presAssocID="{91D6C053-E489-4011-8BEC-C3177D3C666F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AAC51E6-183A-4F41-8DDE-37DBEDBF1EAE}" type="pres">
      <dgm:prSet presAssocID="{A1AEAB5A-30FA-4C5E-A8BA-A0778C248978}" presName="downArrow" presStyleLbl="node1" presStyleIdx="0" presStyleCnt="1" custScaleX="67500" custScaleY="111184" custLinFactNeighborX="536" custLinFactNeighborY="22368"/>
      <dgm:spPr/>
      <dgm:t>
        <a:bodyPr/>
        <a:lstStyle/>
        <a:p>
          <a:endParaRPr lang="en-US"/>
        </a:p>
      </dgm:t>
    </dgm:pt>
    <dgm:pt modelId="{D4B76CDB-1438-46D2-B6B3-DC93B431CB2D}" type="pres">
      <dgm:prSet presAssocID="{A1AEAB5A-30FA-4C5E-A8BA-A0778C248978}" presName="downArrow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BE0F1D6-37C1-4A02-977D-87FBC8C02460}" srcId="{91D6C053-E489-4011-8BEC-C3177D3C666F}" destId="{A1AEAB5A-30FA-4C5E-A8BA-A0778C248978}" srcOrd="0" destOrd="0" parTransId="{2B22C113-3113-4862-BED2-30B54E01733E}" sibTransId="{A815BEBB-9357-4E21-BE3C-D9BABAF27A24}"/>
    <dgm:cxn modelId="{27706A03-C03F-4C48-959F-0006C056FA0F}" type="presOf" srcId="{91D6C053-E489-4011-8BEC-C3177D3C666F}" destId="{D40D3473-A3D9-46F8-ADB2-191111657B09}" srcOrd="0" destOrd="0" presId="urn:microsoft.com/office/officeart/2005/8/layout/arrow3"/>
    <dgm:cxn modelId="{79A82C01-4ADD-49FC-AED0-5DE603FF2224}" type="presOf" srcId="{A1AEAB5A-30FA-4C5E-A8BA-A0778C248978}" destId="{D4B76CDB-1438-46D2-B6B3-DC93B431CB2D}" srcOrd="0" destOrd="0" presId="urn:microsoft.com/office/officeart/2005/8/layout/arrow3"/>
    <dgm:cxn modelId="{7A83AE65-3CCD-4149-9C59-1BA15C59D3B9}" type="presParOf" srcId="{D40D3473-A3D9-46F8-ADB2-191111657B09}" destId="{1AAC51E6-183A-4F41-8DDE-37DBEDBF1EAE}" srcOrd="0" destOrd="0" presId="urn:microsoft.com/office/officeart/2005/8/layout/arrow3"/>
    <dgm:cxn modelId="{0F5A9B44-D268-4B69-B121-35F42BECED28}" type="presParOf" srcId="{D40D3473-A3D9-46F8-ADB2-191111657B09}" destId="{D4B76CDB-1438-46D2-B6B3-DC93B431CB2D}" srcOrd="1" destOrd="0" presId="urn:microsoft.com/office/officeart/2005/8/layout/arrow3"/>
  </dgm:cxnLst>
  <dgm:bg/>
  <dgm:whole/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6DBA001-BF94-417A-9E3A-1619CBA7E9DA}" type="doc">
      <dgm:prSet loTypeId="urn:microsoft.com/office/officeart/2005/8/layout/hList6" loCatId="list" qsTypeId="urn:microsoft.com/office/officeart/2005/8/quickstyle/simple4" qsCatId="simple" csTypeId="urn:microsoft.com/office/officeart/2005/8/colors/accent5_4" csCatId="accent5"/>
      <dgm:spPr/>
      <dgm:t>
        <a:bodyPr/>
        <a:lstStyle/>
        <a:p>
          <a:endParaRPr lang="en-US"/>
        </a:p>
      </dgm:t>
    </dgm:pt>
    <dgm:pt modelId="{F0882FA0-CA2C-445B-AF09-91392AA170CB}">
      <dgm:prSet custT="1"/>
      <dgm:spPr/>
      <dgm:t>
        <a:bodyPr/>
        <a:lstStyle/>
        <a:p>
          <a:pPr rtl="0"/>
          <a:r>
            <a:rPr lang="fa-IR" sz="3200" b="1" dirty="0" smtClean="0"/>
            <a:t>هدف : آشنایی با مدیریت رشد و مدل رشد سازمانی و افول سازمانی و مشكلات آن و ارائه راه حل</a:t>
          </a:r>
          <a:r>
            <a:rPr lang="fa-IR" sz="3200" dirty="0" smtClean="0"/>
            <a:t> </a:t>
          </a:r>
          <a:endParaRPr lang="en-US" sz="3200" dirty="0"/>
        </a:p>
      </dgm:t>
    </dgm:pt>
    <dgm:pt modelId="{953FC138-0340-431B-B029-39A736EF9072}" type="parTrans" cxnId="{231A3CC8-3B1B-4475-99BD-5503DE989DD2}">
      <dgm:prSet/>
      <dgm:spPr/>
      <dgm:t>
        <a:bodyPr/>
        <a:lstStyle/>
        <a:p>
          <a:endParaRPr lang="en-US"/>
        </a:p>
      </dgm:t>
    </dgm:pt>
    <dgm:pt modelId="{1CB9F20B-D569-4D5A-902E-839F5DEE55BD}" type="sibTrans" cxnId="{231A3CC8-3B1B-4475-99BD-5503DE989DD2}">
      <dgm:prSet/>
      <dgm:spPr/>
      <dgm:t>
        <a:bodyPr/>
        <a:lstStyle/>
        <a:p>
          <a:endParaRPr lang="en-US"/>
        </a:p>
      </dgm:t>
    </dgm:pt>
    <dgm:pt modelId="{8AF29BD7-AFDF-4913-A4FB-0661395281D6}" type="pres">
      <dgm:prSet presAssocID="{76DBA001-BF94-417A-9E3A-1619CBA7E9D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CD7A8CC-2FEA-4E27-9E2A-799CEB293602}" type="pres">
      <dgm:prSet presAssocID="{F0882FA0-CA2C-445B-AF09-91392AA170CB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31A3CC8-3B1B-4475-99BD-5503DE989DD2}" srcId="{76DBA001-BF94-417A-9E3A-1619CBA7E9DA}" destId="{F0882FA0-CA2C-445B-AF09-91392AA170CB}" srcOrd="0" destOrd="0" parTransId="{953FC138-0340-431B-B029-39A736EF9072}" sibTransId="{1CB9F20B-D569-4D5A-902E-839F5DEE55BD}"/>
    <dgm:cxn modelId="{48669EFA-22F0-4C22-9B71-6D0011A02849}" type="presOf" srcId="{76DBA001-BF94-417A-9E3A-1619CBA7E9DA}" destId="{8AF29BD7-AFDF-4913-A4FB-0661395281D6}" srcOrd="0" destOrd="0" presId="urn:microsoft.com/office/officeart/2005/8/layout/hList6"/>
    <dgm:cxn modelId="{0546B60E-4324-4821-902A-95026F9DDCC5}" type="presOf" srcId="{F0882FA0-CA2C-445B-AF09-91392AA170CB}" destId="{1CD7A8CC-2FEA-4E27-9E2A-799CEB293602}" srcOrd="0" destOrd="0" presId="urn:microsoft.com/office/officeart/2005/8/layout/hList6"/>
    <dgm:cxn modelId="{F78092DA-D094-43F5-9EE3-0612D88E017D}" type="presParOf" srcId="{8AF29BD7-AFDF-4913-A4FB-0661395281D6}" destId="{1CD7A8CC-2FEA-4E27-9E2A-799CEB293602}" srcOrd="0" destOrd="0" presId="urn:microsoft.com/office/officeart/2005/8/layout/hList6"/>
  </dgm:cxnLst>
  <dgm:bg/>
  <dgm:whole/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96E93E6-B4D9-44C1-9040-923B764731C5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AFAA5F1-9BFB-4F05-9A8E-0324D4B1D950}">
      <dgm:prSet/>
      <dgm:spPr/>
      <dgm:t>
        <a:bodyPr/>
        <a:lstStyle/>
        <a:p>
          <a:pPr rtl="1"/>
          <a:r>
            <a:rPr lang="fa-IR" dirty="0" smtClean="0"/>
            <a:t>مدیریت رشد ‹‹ ارزشهای اجتماعی به رشد اهمیت می دهند ››</a:t>
          </a:r>
          <a:endParaRPr lang="en-US" dirty="0"/>
        </a:p>
      </dgm:t>
    </dgm:pt>
    <dgm:pt modelId="{C3FB74BF-9B72-4E40-AEEF-31A871836FF3}" type="parTrans" cxnId="{229B314B-4B24-4A05-8C9A-73A1FF4E407D}">
      <dgm:prSet/>
      <dgm:spPr/>
      <dgm:t>
        <a:bodyPr/>
        <a:lstStyle/>
        <a:p>
          <a:endParaRPr lang="en-US"/>
        </a:p>
      </dgm:t>
    </dgm:pt>
    <dgm:pt modelId="{D93BA4E5-CC72-4D44-B9DB-EE6DDDF115BE}" type="sibTrans" cxnId="{229B314B-4B24-4A05-8C9A-73A1FF4E407D}">
      <dgm:prSet/>
      <dgm:spPr/>
      <dgm:t>
        <a:bodyPr/>
        <a:lstStyle/>
        <a:p>
          <a:endParaRPr lang="en-US"/>
        </a:p>
      </dgm:t>
    </dgm:pt>
    <dgm:pt modelId="{2D88BDEE-8647-47BD-BFE0-9EFEEBB0B9C7}">
      <dgm:prSet/>
      <dgm:spPr/>
      <dgm:t>
        <a:bodyPr/>
        <a:lstStyle/>
        <a:p>
          <a:pPr rtl="1"/>
          <a:r>
            <a:rPr lang="fa-IR" i="1" dirty="0" smtClean="0"/>
            <a:t>معیارهای ارزشی در زمینه رشد بدین </a:t>
          </a:r>
          <a:r>
            <a:rPr lang="fa-IR" i="1" dirty="0" smtClean="0"/>
            <a:t>شرح</a:t>
          </a:r>
          <a:r>
            <a:rPr lang="en-US" i="1" dirty="0" smtClean="0"/>
            <a:t> </a:t>
          </a:r>
          <a:r>
            <a:rPr lang="fa-IR" i="1" dirty="0" smtClean="0"/>
            <a:t>اند </a:t>
          </a:r>
          <a:endParaRPr lang="en-US" dirty="0"/>
        </a:p>
      </dgm:t>
    </dgm:pt>
    <dgm:pt modelId="{AD4FF867-BAD1-4AE1-ACA5-10FC2423B2FD}" type="parTrans" cxnId="{096E1B30-B403-4F5F-B93D-41823C0C39FD}">
      <dgm:prSet/>
      <dgm:spPr/>
      <dgm:t>
        <a:bodyPr/>
        <a:lstStyle/>
        <a:p>
          <a:endParaRPr lang="en-US"/>
        </a:p>
      </dgm:t>
    </dgm:pt>
    <dgm:pt modelId="{D94ADEF6-07E8-48CD-AFD0-3FA36A4EE08C}" type="sibTrans" cxnId="{096E1B30-B403-4F5F-B93D-41823C0C39FD}">
      <dgm:prSet/>
      <dgm:spPr/>
      <dgm:t>
        <a:bodyPr/>
        <a:lstStyle/>
        <a:p>
          <a:endParaRPr lang="en-US"/>
        </a:p>
      </dgm:t>
    </dgm:pt>
    <dgm:pt modelId="{63C16086-2608-4827-AE0E-339831A7FAAF}">
      <dgm:prSet/>
      <dgm:spPr/>
      <dgm:t>
        <a:bodyPr/>
        <a:lstStyle/>
        <a:p>
          <a:pPr rtl="1"/>
          <a:r>
            <a:rPr lang="fa-IR" dirty="0" smtClean="0"/>
            <a:t>بزرگتر بهتر است . هر چه سازمان به مرور زمان وسعت بیشتری پیدا كند تصوربهتری ازآینده خود در اذهان ایجاد می كند .</a:t>
          </a:r>
          <a:endParaRPr lang="en-US" dirty="0"/>
        </a:p>
      </dgm:t>
    </dgm:pt>
    <dgm:pt modelId="{E772CDC5-275E-4A78-80C6-C2B1843E9702}" type="parTrans" cxnId="{9D2D3E39-C8EF-4D8C-BC8B-171DCFB89DE9}">
      <dgm:prSet/>
      <dgm:spPr/>
      <dgm:t>
        <a:bodyPr/>
        <a:lstStyle/>
        <a:p>
          <a:endParaRPr lang="en-US"/>
        </a:p>
      </dgm:t>
    </dgm:pt>
    <dgm:pt modelId="{80E36FD3-AFA1-4B94-9FD9-131B0F457A02}" type="sibTrans" cxnId="{9D2D3E39-C8EF-4D8C-BC8B-171DCFB89DE9}">
      <dgm:prSet/>
      <dgm:spPr/>
      <dgm:t>
        <a:bodyPr/>
        <a:lstStyle/>
        <a:p>
          <a:endParaRPr lang="en-US"/>
        </a:p>
      </dgm:t>
    </dgm:pt>
    <dgm:pt modelId="{595420C4-DAF9-4622-81F6-94B5152CC840}" type="pres">
      <dgm:prSet presAssocID="{496E93E6-B4D9-44C1-9040-923B764731C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7369743-F2C4-418F-8C6D-D9229B28E5AA}" type="pres">
      <dgm:prSet presAssocID="{AAFAA5F1-9BFB-4F05-9A8E-0324D4B1D950}" presName="parentText" presStyleLbl="node1" presStyleIdx="0" presStyleCnt="3" custScaleY="15945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2D5113-9C39-4E05-A1F6-9AEE55ECE3C1}" type="pres">
      <dgm:prSet presAssocID="{D93BA4E5-CC72-4D44-B9DB-EE6DDDF115BE}" presName="spacer" presStyleCnt="0"/>
      <dgm:spPr/>
    </dgm:pt>
    <dgm:pt modelId="{EA6345C4-5EB6-4CDC-85EA-63A2708A225F}" type="pres">
      <dgm:prSet presAssocID="{2D88BDEE-8647-47BD-BFE0-9EFEEBB0B9C7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74E671-3769-4A43-AAD2-0A3059B16115}" type="pres">
      <dgm:prSet presAssocID="{D94ADEF6-07E8-48CD-AFD0-3FA36A4EE08C}" presName="spacer" presStyleCnt="0"/>
      <dgm:spPr/>
    </dgm:pt>
    <dgm:pt modelId="{76C041F0-001E-407E-84C2-BA9BFC0D838C}" type="pres">
      <dgm:prSet presAssocID="{63C16086-2608-4827-AE0E-339831A7FAAF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73D8CF4-F8FC-444E-9C22-D839AF138843}" type="presOf" srcId="{AAFAA5F1-9BFB-4F05-9A8E-0324D4B1D950}" destId="{A7369743-F2C4-418F-8C6D-D9229B28E5AA}" srcOrd="0" destOrd="0" presId="urn:microsoft.com/office/officeart/2005/8/layout/vList2"/>
    <dgm:cxn modelId="{096E1B30-B403-4F5F-B93D-41823C0C39FD}" srcId="{496E93E6-B4D9-44C1-9040-923B764731C5}" destId="{2D88BDEE-8647-47BD-BFE0-9EFEEBB0B9C7}" srcOrd="1" destOrd="0" parTransId="{AD4FF867-BAD1-4AE1-ACA5-10FC2423B2FD}" sibTransId="{D94ADEF6-07E8-48CD-AFD0-3FA36A4EE08C}"/>
    <dgm:cxn modelId="{229B314B-4B24-4A05-8C9A-73A1FF4E407D}" srcId="{496E93E6-B4D9-44C1-9040-923B764731C5}" destId="{AAFAA5F1-9BFB-4F05-9A8E-0324D4B1D950}" srcOrd="0" destOrd="0" parTransId="{C3FB74BF-9B72-4E40-AEEF-31A871836FF3}" sibTransId="{D93BA4E5-CC72-4D44-B9DB-EE6DDDF115BE}"/>
    <dgm:cxn modelId="{47BF261C-E0F7-40A1-AE6B-1C7620DB5D7E}" type="presOf" srcId="{63C16086-2608-4827-AE0E-339831A7FAAF}" destId="{76C041F0-001E-407E-84C2-BA9BFC0D838C}" srcOrd="0" destOrd="0" presId="urn:microsoft.com/office/officeart/2005/8/layout/vList2"/>
    <dgm:cxn modelId="{860E6E4C-2DB6-4CDD-96BB-B56BD416F835}" type="presOf" srcId="{496E93E6-B4D9-44C1-9040-923B764731C5}" destId="{595420C4-DAF9-4622-81F6-94B5152CC840}" srcOrd="0" destOrd="0" presId="urn:microsoft.com/office/officeart/2005/8/layout/vList2"/>
    <dgm:cxn modelId="{9D2D3E39-C8EF-4D8C-BC8B-171DCFB89DE9}" srcId="{496E93E6-B4D9-44C1-9040-923B764731C5}" destId="{63C16086-2608-4827-AE0E-339831A7FAAF}" srcOrd="2" destOrd="0" parTransId="{E772CDC5-275E-4A78-80C6-C2B1843E9702}" sibTransId="{80E36FD3-AFA1-4B94-9FD9-131B0F457A02}"/>
    <dgm:cxn modelId="{DE655B44-5D8C-4364-8D3A-9F03F7A92050}" type="presOf" srcId="{2D88BDEE-8647-47BD-BFE0-9EFEEBB0B9C7}" destId="{EA6345C4-5EB6-4CDC-85EA-63A2708A225F}" srcOrd="0" destOrd="0" presId="urn:microsoft.com/office/officeart/2005/8/layout/vList2"/>
    <dgm:cxn modelId="{8E5419DC-ED10-434F-A488-28CB34DA7168}" type="presParOf" srcId="{595420C4-DAF9-4622-81F6-94B5152CC840}" destId="{A7369743-F2C4-418F-8C6D-D9229B28E5AA}" srcOrd="0" destOrd="0" presId="urn:microsoft.com/office/officeart/2005/8/layout/vList2"/>
    <dgm:cxn modelId="{45748F8E-22D5-4A90-A4E1-A6A82A74A2B8}" type="presParOf" srcId="{595420C4-DAF9-4622-81F6-94B5152CC840}" destId="{482D5113-9C39-4E05-A1F6-9AEE55ECE3C1}" srcOrd="1" destOrd="0" presId="urn:microsoft.com/office/officeart/2005/8/layout/vList2"/>
    <dgm:cxn modelId="{4CFFC208-A243-4A6E-83B8-343924DA25B7}" type="presParOf" srcId="{595420C4-DAF9-4622-81F6-94B5152CC840}" destId="{EA6345C4-5EB6-4CDC-85EA-63A2708A225F}" srcOrd="2" destOrd="0" presId="urn:microsoft.com/office/officeart/2005/8/layout/vList2"/>
    <dgm:cxn modelId="{BA08D8FE-E918-46A5-A575-021308730ADC}" type="presParOf" srcId="{595420C4-DAF9-4622-81F6-94B5152CC840}" destId="{7774E671-3769-4A43-AAD2-0A3059B16115}" srcOrd="3" destOrd="0" presId="urn:microsoft.com/office/officeart/2005/8/layout/vList2"/>
    <dgm:cxn modelId="{8FAF834A-B72B-4F1D-A421-45F987FC099B}" type="presParOf" srcId="{595420C4-DAF9-4622-81F6-94B5152CC840}" destId="{76C041F0-001E-407E-84C2-BA9BFC0D838C}" srcOrd="4" destOrd="0" presId="urn:microsoft.com/office/officeart/2005/8/layout/vList2"/>
  </dgm:cxnLst>
  <dgm:bg/>
  <dgm:whole/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500A211-6250-45AC-9271-BDAC99426F85}" type="doc">
      <dgm:prSet loTypeId="urn:microsoft.com/office/officeart/2005/8/layout/hList6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AED3091-841F-4D08-A8CA-0121459B9164}">
      <dgm:prSet/>
      <dgm:spPr/>
      <dgm:t>
        <a:bodyPr/>
        <a:lstStyle/>
        <a:p>
          <a:pPr rtl="1"/>
          <a:r>
            <a:rPr lang="fa-IR" dirty="0" smtClean="0"/>
            <a:t>رشد احتمال بقاء را افزایش می دهد:رشد سازمان موجب افزایش منابع و تسهیلات بیشتر شده و در نتیجه احتمال بقاء سازمان را افزایش می دهد . </a:t>
          </a:r>
          <a:endParaRPr lang="en-US" dirty="0"/>
        </a:p>
      </dgm:t>
    </dgm:pt>
    <dgm:pt modelId="{4E8663FD-3E63-4A66-A517-82524B2AAAAA}" type="parTrans" cxnId="{52ECD9C1-BDAA-43F3-A634-2E181C15CD5F}">
      <dgm:prSet/>
      <dgm:spPr/>
      <dgm:t>
        <a:bodyPr/>
        <a:lstStyle/>
        <a:p>
          <a:endParaRPr lang="en-US"/>
        </a:p>
      </dgm:t>
    </dgm:pt>
    <dgm:pt modelId="{B79D5B03-1905-4269-98A7-3F8657251113}" type="sibTrans" cxnId="{52ECD9C1-BDAA-43F3-A634-2E181C15CD5F}">
      <dgm:prSet/>
      <dgm:spPr/>
      <dgm:t>
        <a:bodyPr/>
        <a:lstStyle/>
        <a:p>
          <a:endParaRPr lang="en-US"/>
        </a:p>
      </dgm:t>
    </dgm:pt>
    <dgm:pt modelId="{CF2E9B83-6C8D-4A8A-8598-C7B212418156}">
      <dgm:prSet/>
      <dgm:spPr/>
      <dgm:t>
        <a:bodyPr/>
        <a:lstStyle/>
        <a:p>
          <a:pPr rtl="1"/>
          <a:r>
            <a:rPr lang="fa-IR" dirty="0" smtClean="0"/>
            <a:t>رشد مترادف با اثر بخشی قلمداد می شود .</a:t>
          </a:r>
          <a:endParaRPr lang="en-US" dirty="0"/>
        </a:p>
      </dgm:t>
    </dgm:pt>
    <dgm:pt modelId="{DE674D32-EA25-4CB2-BBB9-B06DDF1F12BE}" type="parTrans" cxnId="{24CBE2AC-3177-485D-AF8E-463B37536658}">
      <dgm:prSet/>
      <dgm:spPr/>
      <dgm:t>
        <a:bodyPr/>
        <a:lstStyle/>
        <a:p>
          <a:endParaRPr lang="en-US"/>
        </a:p>
      </dgm:t>
    </dgm:pt>
    <dgm:pt modelId="{F742840C-DD85-4FB8-9301-A71719A5D065}" type="sibTrans" cxnId="{24CBE2AC-3177-485D-AF8E-463B37536658}">
      <dgm:prSet/>
      <dgm:spPr/>
      <dgm:t>
        <a:bodyPr/>
        <a:lstStyle/>
        <a:p>
          <a:endParaRPr lang="en-US"/>
        </a:p>
      </dgm:t>
    </dgm:pt>
    <dgm:pt modelId="{F1CAAF61-42DB-4E28-99AF-225755AEBE4A}" type="pres">
      <dgm:prSet presAssocID="{1500A211-6250-45AC-9271-BDAC99426F85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FD1FE29-E241-4F1A-9605-E7C4514E130E}" type="pres">
      <dgm:prSet presAssocID="{FAED3091-841F-4D08-A8CA-0121459B9164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4BE7D1-4D9E-4C5F-9BF0-68EB36183402}" type="pres">
      <dgm:prSet presAssocID="{B79D5B03-1905-4269-98A7-3F8657251113}" presName="sibTrans" presStyleCnt="0"/>
      <dgm:spPr/>
    </dgm:pt>
    <dgm:pt modelId="{B5EB3A7E-40C5-42D9-BE1F-2F318EEF1014}" type="pres">
      <dgm:prSet presAssocID="{CF2E9B83-6C8D-4A8A-8598-C7B212418156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26F0CE0-1D5E-4839-AAC9-70CCCA6E2A6C}" type="presOf" srcId="{CF2E9B83-6C8D-4A8A-8598-C7B212418156}" destId="{B5EB3A7E-40C5-42D9-BE1F-2F318EEF1014}" srcOrd="0" destOrd="0" presId="urn:microsoft.com/office/officeart/2005/8/layout/hList6"/>
    <dgm:cxn modelId="{4A3DA6E0-668E-4470-9FC6-FAE98BDB244D}" type="presOf" srcId="{FAED3091-841F-4D08-A8CA-0121459B9164}" destId="{0FD1FE29-E241-4F1A-9605-E7C4514E130E}" srcOrd="0" destOrd="0" presId="urn:microsoft.com/office/officeart/2005/8/layout/hList6"/>
    <dgm:cxn modelId="{7E498C38-B84F-48A0-BFC2-37284722182D}" type="presOf" srcId="{1500A211-6250-45AC-9271-BDAC99426F85}" destId="{F1CAAF61-42DB-4E28-99AF-225755AEBE4A}" srcOrd="0" destOrd="0" presId="urn:microsoft.com/office/officeart/2005/8/layout/hList6"/>
    <dgm:cxn modelId="{52ECD9C1-BDAA-43F3-A634-2E181C15CD5F}" srcId="{1500A211-6250-45AC-9271-BDAC99426F85}" destId="{FAED3091-841F-4D08-A8CA-0121459B9164}" srcOrd="0" destOrd="0" parTransId="{4E8663FD-3E63-4A66-A517-82524B2AAAAA}" sibTransId="{B79D5B03-1905-4269-98A7-3F8657251113}"/>
    <dgm:cxn modelId="{24CBE2AC-3177-485D-AF8E-463B37536658}" srcId="{1500A211-6250-45AC-9271-BDAC99426F85}" destId="{CF2E9B83-6C8D-4A8A-8598-C7B212418156}" srcOrd="1" destOrd="0" parTransId="{DE674D32-EA25-4CB2-BBB9-B06DDF1F12BE}" sibTransId="{F742840C-DD85-4FB8-9301-A71719A5D065}"/>
    <dgm:cxn modelId="{BAD87FD9-BF79-41F8-9B33-FEB5BCDD730D}" type="presParOf" srcId="{F1CAAF61-42DB-4E28-99AF-225755AEBE4A}" destId="{0FD1FE29-E241-4F1A-9605-E7C4514E130E}" srcOrd="0" destOrd="0" presId="urn:microsoft.com/office/officeart/2005/8/layout/hList6"/>
    <dgm:cxn modelId="{36D32A24-C41D-4925-B30D-10D2C6419EA7}" type="presParOf" srcId="{F1CAAF61-42DB-4E28-99AF-225755AEBE4A}" destId="{B64BE7D1-4D9E-4C5F-9BF0-68EB36183402}" srcOrd="1" destOrd="0" presId="urn:microsoft.com/office/officeart/2005/8/layout/hList6"/>
    <dgm:cxn modelId="{BBAF9C2D-06DA-4F96-8CD6-E42485127BEF}" type="presParOf" srcId="{F1CAAF61-42DB-4E28-99AF-225755AEBE4A}" destId="{B5EB3A7E-40C5-42D9-BE1F-2F318EEF1014}" srcOrd="2" destOrd="0" presId="urn:microsoft.com/office/officeart/2005/8/layout/hList6"/>
  </dgm:cxnLst>
  <dgm:bg/>
  <dgm:whole/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227F0DA-3B47-43AE-907E-1F12322007C5}" type="doc">
      <dgm:prSet loTypeId="urn:microsoft.com/office/officeart/2005/8/layout/vList6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C8A511-684D-4082-9D92-F6759430182C}">
      <dgm:prSet/>
      <dgm:spPr/>
      <dgm:t>
        <a:bodyPr/>
        <a:lstStyle/>
        <a:p>
          <a:pPr rtl="1"/>
          <a:r>
            <a:rPr lang="fa-IR" b="1" dirty="0" smtClean="0"/>
            <a:t>رشد قدرت است .</a:t>
          </a:r>
          <a:r>
            <a:rPr lang="fa-IR" dirty="0" smtClean="0"/>
            <a:t> رشد سازمان ، شخصیت ، قدرت و امنیت شغلی مدیریت عالی را بالا می برد همچنین سازمان را در محیط ، نسبت به سایرین دارای قدرت بیشتر می نماید . سازمانهای بزرگ نفوذ بیشتری بر عرضه كنند گان مواد اولیه ، اتحادیه ها ، مشتریان عمده ، دولت و غیره دارند . </a:t>
          </a:r>
          <a:endParaRPr lang="en-US" dirty="0"/>
        </a:p>
      </dgm:t>
    </dgm:pt>
    <dgm:pt modelId="{92775492-A3AF-4C3C-B070-92A1751638B7}" type="parTrans" cxnId="{04612160-DDA1-4DC1-8524-B2BFCA27BED3}">
      <dgm:prSet/>
      <dgm:spPr/>
      <dgm:t>
        <a:bodyPr/>
        <a:lstStyle/>
        <a:p>
          <a:endParaRPr lang="en-US"/>
        </a:p>
      </dgm:t>
    </dgm:pt>
    <dgm:pt modelId="{57BA9406-72B7-4C3E-9AFB-E941E5D15B0C}" type="sibTrans" cxnId="{04612160-DDA1-4DC1-8524-B2BFCA27BED3}">
      <dgm:prSet/>
      <dgm:spPr/>
      <dgm:t>
        <a:bodyPr/>
        <a:lstStyle/>
        <a:p>
          <a:endParaRPr lang="en-US"/>
        </a:p>
      </dgm:t>
    </dgm:pt>
    <dgm:pt modelId="{1729B076-49D8-4422-9771-0FE8310CA91B}" type="pres">
      <dgm:prSet presAssocID="{3227F0DA-3B47-43AE-907E-1F12322007C5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4F34014-1ADC-4B11-8E4D-37BC81180573}" type="pres">
      <dgm:prSet presAssocID="{91C8A511-684D-4082-9D92-F6759430182C}" presName="linNode" presStyleCnt="0"/>
      <dgm:spPr/>
    </dgm:pt>
    <dgm:pt modelId="{3B0F9AD7-6AB9-4A80-AD93-DF7F1DDD1A0A}" type="pres">
      <dgm:prSet presAssocID="{91C8A511-684D-4082-9D92-F6759430182C}" presName="parentShp" presStyleLbl="node1" presStyleIdx="0" presStyleCnt="1" custScaleX="16829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4A1E9E-B247-4040-A7A8-1CC7BF4AE497}" type="pres">
      <dgm:prSet presAssocID="{91C8A511-684D-4082-9D92-F6759430182C}" presName="childShp" presStyleLbl="bgAccFollowNode1" presStyleIdx="0" presStyleCnt="1" custScaleX="54350">
        <dgm:presLayoutVars>
          <dgm:bulletEnabled val="1"/>
        </dgm:presLayoutVars>
      </dgm:prSet>
      <dgm:spPr/>
    </dgm:pt>
  </dgm:ptLst>
  <dgm:cxnLst>
    <dgm:cxn modelId="{F9A3B72D-2AEB-4CE3-8466-A39C5D85B3FF}" type="presOf" srcId="{3227F0DA-3B47-43AE-907E-1F12322007C5}" destId="{1729B076-49D8-4422-9771-0FE8310CA91B}" srcOrd="0" destOrd="0" presId="urn:microsoft.com/office/officeart/2005/8/layout/vList6"/>
    <dgm:cxn modelId="{CA585CFD-0409-4498-B80E-F7751D04AF9E}" type="presOf" srcId="{91C8A511-684D-4082-9D92-F6759430182C}" destId="{3B0F9AD7-6AB9-4A80-AD93-DF7F1DDD1A0A}" srcOrd="0" destOrd="0" presId="urn:microsoft.com/office/officeart/2005/8/layout/vList6"/>
    <dgm:cxn modelId="{04612160-DDA1-4DC1-8524-B2BFCA27BED3}" srcId="{3227F0DA-3B47-43AE-907E-1F12322007C5}" destId="{91C8A511-684D-4082-9D92-F6759430182C}" srcOrd="0" destOrd="0" parTransId="{92775492-A3AF-4C3C-B070-92A1751638B7}" sibTransId="{57BA9406-72B7-4C3E-9AFB-E941E5D15B0C}"/>
    <dgm:cxn modelId="{CE388163-C510-4031-8E77-D50C0E1A651F}" type="presParOf" srcId="{1729B076-49D8-4422-9771-0FE8310CA91B}" destId="{44F34014-1ADC-4B11-8E4D-37BC81180573}" srcOrd="0" destOrd="0" presId="urn:microsoft.com/office/officeart/2005/8/layout/vList6"/>
    <dgm:cxn modelId="{29DA0F9B-5FE2-4631-8AEC-7E733B1BB3C9}" type="presParOf" srcId="{44F34014-1ADC-4B11-8E4D-37BC81180573}" destId="{3B0F9AD7-6AB9-4A80-AD93-DF7F1DDD1A0A}" srcOrd="0" destOrd="0" presId="urn:microsoft.com/office/officeart/2005/8/layout/vList6"/>
    <dgm:cxn modelId="{DEBC8BA6-2BE9-46DF-AB24-E9C44A6279A4}" type="presParOf" srcId="{44F34014-1ADC-4B11-8E4D-37BC81180573}" destId="{414A1E9E-B247-4040-A7A8-1CC7BF4AE497}" srcOrd="1" destOrd="0" presId="urn:microsoft.com/office/officeart/2005/8/layout/vList6"/>
  </dgm:cxnLst>
  <dgm:bg/>
  <dgm:whole/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EFE51B4-931D-4CFD-AC5A-72730259AEF1}" type="doc">
      <dgm:prSet loTypeId="urn:microsoft.com/office/officeart/2005/8/layout/vList2" loCatId="list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CF393F84-B3F2-4D88-A838-ED3131E38225}">
      <dgm:prSet custT="1"/>
      <dgm:spPr/>
      <dgm:t>
        <a:bodyPr/>
        <a:lstStyle/>
        <a:p>
          <a:pPr rtl="1"/>
          <a:r>
            <a:rPr lang="fa-IR" sz="2900" b="1" dirty="0" smtClean="0"/>
            <a:t>مدلی از رشد </a:t>
          </a:r>
          <a:r>
            <a:rPr lang="fa-IR" sz="3200" b="1" dirty="0" smtClean="0"/>
            <a:t>سازمانی </a:t>
          </a:r>
          <a:endParaRPr lang="fa-IR" sz="3200" dirty="0"/>
        </a:p>
      </dgm:t>
    </dgm:pt>
    <dgm:pt modelId="{6598EE18-8C58-495A-BE27-078F5166E1A0}" type="parTrans" cxnId="{0ABD454A-6E76-4315-8585-5E7B1EB6D986}">
      <dgm:prSet/>
      <dgm:spPr/>
      <dgm:t>
        <a:bodyPr/>
        <a:lstStyle/>
        <a:p>
          <a:endParaRPr lang="en-US"/>
        </a:p>
      </dgm:t>
    </dgm:pt>
    <dgm:pt modelId="{FBD302BA-FC6A-4C7F-B17E-1E0D2DD244D3}" type="sibTrans" cxnId="{0ABD454A-6E76-4315-8585-5E7B1EB6D986}">
      <dgm:prSet/>
      <dgm:spPr/>
      <dgm:t>
        <a:bodyPr/>
        <a:lstStyle/>
        <a:p>
          <a:endParaRPr lang="en-US"/>
        </a:p>
      </dgm:t>
    </dgm:pt>
    <dgm:pt modelId="{3549DE38-85A5-4564-BA85-AC06A9B4C731}">
      <dgm:prSet/>
      <dgm:spPr/>
      <dgm:t>
        <a:bodyPr/>
        <a:lstStyle/>
        <a:p>
          <a:pPr rtl="1"/>
          <a:r>
            <a:rPr lang="fa-IR" dirty="0" smtClean="0"/>
            <a:t>مشهورترین مدل رشد سازمانی در اوائل دهه 1970 بوسیله لاری گرینر ارائه شد وی خطوط صاف در این منحنی را تكامل و خطوط شكسته را بحران (انقلاب) نام نهاد . هر مرحله از تكامل یا رشد ، بحران مخصوص خود را ایجاد می كند . با رفع هر بحران مرحله تكاملی جدیدی آغاز می شود این فرایند تكامل – بحران- تكامل ، مدل پنج مرحله ای شكل زیر را بوجود می آورد . </a:t>
          </a:r>
          <a:endParaRPr lang="en-US" dirty="0"/>
        </a:p>
      </dgm:t>
    </dgm:pt>
    <dgm:pt modelId="{EA8BC9E0-2005-4A05-8464-8AA5412EED7E}" type="parTrans" cxnId="{A2E97E05-6971-4CA9-9F80-BB91C6E5D84D}">
      <dgm:prSet/>
      <dgm:spPr/>
      <dgm:t>
        <a:bodyPr/>
        <a:lstStyle/>
        <a:p>
          <a:endParaRPr lang="en-US"/>
        </a:p>
      </dgm:t>
    </dgm:pt>
    <dgm:pt modelId="{F62D9081-A37C-42C6-8C8A-1A38938AF003}" type="sibTrans" cxnId="{A2E97E05-6971-4CA9-9F80-BB91C6E5D84D}">
      <dgm:prSet/>
      <dgm:spPr/>
      <dgm:t>
        <a:bodyPr/>
        <a:lstStyle/>
        <a:p>
          <a:endParaRPr lang="en-US"/>
        </a:p>
      </dgm:t>
    </dgm:pt>
    <dgm:pt modelId="{F7974D2B-C6BC-4974-B03A-1A85224270AD}" type="pres">
      <dgm:prSet presAssocID="{AEFE51B4-931D-4CFD-AC5A-72730259AEF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67271EC-09C9-4125-9D79-F16D014FA760}" type="pres">
      <dgm:prSet presAssocID="{CF393F84-B3F2-4D88-A838-ED3131E38225}" presName="parentText" presStyleLbl="node1" presStyleIdx="0" presStyleCnt="2" custScaleY="5855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786042-6E77-4F6A-B73D-384AE9125B5F}" type="pres">
      <dgm:prSet presAssocID="{FBD302BA-FC6A-4C7F-B17E-1E0D2DD244D3}" presName="spacer" presStyleCnt="0"/>
      <dgm:spPr/>
    </dgm:pt>
    <dgm:pt modelId="{BE58CBB1-F0D4-4FC2-824E-CF525346BFEF}" type="pres">
      <dgm:prSet presAssocID="{3549DE38-85A5-4564-BA85-AC06A9B4C731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2E97E05-6971-4CA9-9F80-BB91C6E5D84D}" srcId="{AEFE51B4-931D-4CFD-AC5A-72730259AEF1}" destId="{3549DE38-85A5-4564-BA85-AC06A9B4C731}" srcOrd="1" destOrd="0" parTransId="{EA8BC9E0-2005-4A05-8464-8AA5412EED7E}" sibTransId="{F62D9081-A37C-42C6-8C8A-1A38938AF003}"/>
    <dgm:cxn modelId="{F8C39157-981F-412F-8341-C800ECD45531}" type="presOf" srcId="{CF393F84-B3F2-4D88-A838-ED3131E38225}" destId="{E67271EC-09C9-4125-9D79-F16D014FA760}" srcOrd="0" destOrd="0" presId="urn:microsoft.com/office/officeart/2005/8/layout/vList2"/>
    <dgm:cxn modelId="{DA222A87-F5EB-4F82-9C05-88C2E226E256}" type="presOf" srcId="{AEFE51B4-931D-4CFD-AC5A-72730259AEF1}" destId="{F7974D2B-C6BC-4974-B03A-1A85224270AD}" srcOrd="0" destOrd="0" presId="urn:microsoft.com/office/officeart/2005/8/layout/vList2"/>
    <dgm:cxn modelId="{DBB83CB1-B2B2-4B17-B073-0AFD247B29D3}" type="presOf" srcId="{3549DE38-85A5-4564-BA85-AC06A9B4C731}" destId="{BE58CBB1-F0D4-4FC2-824E-CF525346BFEF}" srcOrd="0" destOrd="0" presId="urn:microsoft.com/office/officeart/2005/8/layout/vList2"/>
    <dgm:cxn modelId="{0ABD454A-6E76-4315-8585-5E7B1EB6D986}" srcId="{AEFE51B4-931D-4CFD-AC5A-72730259AEF1}" destId="{CF393F84-B3F2-4D88-A838-ED3131E38225}" srcOrd="0" destOrd="0" parTransId="{6598EE18-8C58-495A-BE27-078F5166E1A0}" sibTransId="{FBD302BA-FC6A-4C7F-B17E-1E0D2DD244D3}"/>
    <dgm:cxn modelId="{7C48798E-16FA-4902-9928-4A5A6DAF82D2}" type="presParOf" srcId="{F7974D2B-C6BC-4974-B03A-1A85224270AD}" destId="{E67271EC-09C9-4125-9D79-F16D014FA760}" srcOrd="0" destOrd="0" presId="urn:microsoft.com/office/officeart/2005/8/layout/vList2"/>
    <dgm:cxn modelId="{06217CE9-E229-4C53-8843-EBBCE9BE91FA}" type="presParOf" srcId="{F7974D2B-C6BC-4974-B03A-1A85224270AD}" destId="{63786042-6E77-4F6A-B73D-384AE9125B5F}" srcOrd="1" destOrd="0" presId="urn:microsoft.com/office/officeart/2005/8/layout/vList2"/>
    <dgm:cxn modelId="{A2752195-7A89-4D3C-BBA2-1A293CCE3A95}" type="presParOf" srcId="{F7974D2B-C6BC-4974-B03A-1A85224270AD}" destId="{BE58CBB1-F0D4-4FC2-824E-CF525346BFEF}" srcOrd="2" destOrd="0" presId="urn:microsoft.com/office/officeart/2005/8/layout/vList2"/>
  </dgm:cxnLst>
  <dgm:bg/>
  <dgm:whole/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E7B8167-000F-4002-AA1C-DDD15916488C}" type="doc">
      <dgm:prSet loTypeId="urn:microsoft.com/office/officeart/2005/8/layout/orgChart1" loCatId="hierarchy" qsTypeId="urn:microsoft.com/office/officeart/2005/8/quickstyle/3d2" qsCatId="3D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F8DE3AE8-8217-450A-AB0D-6F6EAE8B27ED}">
      <dgm:prSet custT="1"/>
      <dgm:spPr/>
      <dgm:t>
        <a:bodyPr/>
        <a:lstStyle/>
        <a:p>
          <a:pPr rtl="0"/>
          <a:r>
            <a:rPr lang="fa-IR" sz="3200" dirty="0" smtClean="0"/>
            <a:t>فرایند تکامل بحران- تکامل،</a:t>
          </a:r>
          <a:br>
            <a:rPr lang="fa-IR" sz="3200" dirty="0" smtClean="0"/>
          </a:br>
          <a:endParaRPr lang="en-US" sz="3200" dirty="0"/>
        </a:p>
      </dgm:t>
    </dgm:pt>
    <dgm:pt modelId="{91F935C0-F908-40BD-A43C-B58B6F2A8196}" type="parTrans" cxnId="{CC1D460C-B8FD-4D8D-8C36-F69D74D36CDD}">
      <dgm:prSet/>
      <dgm:spPr/>
      <dgm:t>
        <a:bodyPr/>
        <a:lstStyle/>
        <a:p>
          <a:endParaRPr lang="en-US"/>
        </a:p>
      </dgm:t>
    </dgm:pt>
    <dgm:pt modelId="{F73BC335-C038-45DF-9D31-1621AD8321EC}" type="sibTrans" cxnId="{CC1D460C-B8FD-4D8D-8C36-F69D74D36CDD}">
      <dgm:prSet/>
      <dgm:spPr/>
      <dgm:t>
        <a:bodyPr/>
        <a:lstStyle/>
        <a:p>
          <a:endParaRPr lang="en-US"/>
        </a:p>
      </dgm:t>
    </dgm:pt>
    <dgm:pt modelId="{C89CA21F-8C16-41A4-B4F1-004FD124F8BD}" type="pres">
      <dgm:prSet presAssocID="{5E7B8167-000F-4002-AA1C-DDD15916488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B1048AD-1A41-4FE9-9323-234971518789}" type="pres">
      <dgm:prSet presAssocID="{F8DE3AE8-8217-450A-AB0D-6F6EAE8B27ED}" presName="hierRoot1" presStyleCnt="0">
        <dgm:presLayoutVars>
          <dgm:hierBranch val="init"/>
        </dgm:presLayoutVars>
      </dgm:prSet>
      <dgm:spPr/>
    </dgm:pt>
    <dgm:pt modelId="{F7D59FE2-525B-414E-AF9E-3EABE3BC08CE}" type="pres">
      <dgm:prSet presAssocID="{F8DE3AE8-8217-450A-AB0D-6F6EAE8B27ED}" presName="rootComposite1" presStyleCnt="0"/>
      <dgm:spPr/>
    </dgm:pt>
    <dgm:pt modelId="{14C2A5B3-C287-42D5-862D-98AF81D95781}" type="pres">
      <dgm:prSet presAssocID="{F8DE3AE8-8217-450A-AB0D-6F6EAE8B27ED}" presName="rootText1" presStyleLbl="node0" presStyleIdx="0" presStyleCnt="1" custScaleX="56302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5465256-74F5-400D-B129-DAF2E978F05F}" type="pres">
      <dgm:prSet presAssocID="{F8DE3AE8-8217-450A-AB0D-6F6EAE8B27ED}" presName="rootConnector1" presStyleLbl="node1" presStyleIdx="0" presStyleCnt="0"/>
      <dgm:spPr/>
      <dgm:t>
        <a:bodyPr/>
        <a:lstStyle/>
        <a:p>
          <a:endParaRPr lang="en-US"/>
        </a:p>
      </dgm:t>
    </dgm:pt>
    <dgm:pt modelId="{52A3F562-F8ED-4987-8188-BD9D491872F9}" type="pres">
      <dgm:prSet presAssocID="{F8DE3AE8-8217-450A-AB0D-6F6EAE8B27ED}" presName="hierChild2" presStyleCnt="0"/>
      <dgm:spPr/>
    </dgm:pt>
    <dgm:pt modelId="{B7337A9D-540A-4FE6-92BE-67312567EF62}" type="pres">
      <dgm:prSet presAssocID="{F8DE3AE8-8217-450A-AB0D-6F6EAE8B27ED}" presName="hierChild3" presStyleCnt="0"/>
      <dgm:spPr/>
    </dgm:pt>
  </dgm:ptLst>
  <dgm:cxnLst>
    <dgm:cxn modelId="{B207295C-6B29-4C30-B52A-5BD56C3B7606}" type="presOf" srcId="{5E7B8167-000F-4002-AA1C-DDD15916488C}" destId="{C89CA21F-8C16-41A4-B4F1-004FD124F8BD}" srcOrd="0" destOrd="0" presId="urn:microsoft.com/office/officeart/2005/8/layout/orgChart1"/>
    <dgm:cxn modelId="{FEC24771-A3C5-4EFE-8B5A-29589CC9CFDB}" type="presOf" srcId="{F8DE3AE8-8217-450A-AB0D-6F6EAE8B27ED}" destId="{85465256-74F5-400D-B129-DAF2E978F05F}" srcOrd="1" destOrd="0" presId="urn:microsoft.com/office/officeart/2005/8/layout/orgChart1"/>
    <dgm:cxn modelId="{CC1D460C-B8FD-4D8D-8C36-F69D74D36CDD}" srcId="{5E7B8167-000F-4002-AA1C-DDD15916488C}" destId="{F8DE3AE8-8217-450A-AB0D-6F6EAE8B27ED}" srcOrd="0" destOrd="0" parTransId="{91F935C0-F908-40BD-A43C-B58B6F2A8196}" sibTransId="{F73BC335-C038-45DF-9D31-1621AD8321EC}"/>
    <dgm:cxn modelId="{E4F8299F-6F21-4D81-9363-16AB6579DB9F}" type="presOf" srcId="{F8DE3AE8-8217-450A-AB0D-6F6EAE8B27ED}" destId="{14C2A5B3-C287-42D5-862D-98AF81D95781}" srcOrd="0" destOrd="0" presId="urn:microsoft.com/office/officeart/2005/8/layout/orgChart1"/>
    <dgm:cxn modelId="{68B944F6-ECC3-4210-8764-C7653737DF78}" type="presParOf" srcId="{C89CA21F-8C16-41A4-B4F1-004FD124F8BD}" destId="{3B1048AD-1A41-4FE9-9323-234971518789}" srcOrd="0" destOrd="0" presId="urn:microsoft.com/office/officeart/2005/8/layout/orgChart1"/>
    <dgm:cxn modelId="{AC777372-8B8D-4335-BF31-AC2D335AED8B}" type="presParOf" srcId="{3B1048AD-1A41-4FE9-9323-234971518789}" destId="{F7D59FE2-525B-414E-AF9E-3EABE3BC08CE}" srcOrd="0" destOrd="0" presId="urn:microsoft.com/office/officeart/2005/8/layout/orgChart1"/>
    <dgm:cxn modelId="{33042607-E89A-4303-9F41-F5A0615260C6}" type="presParOf" srcId="{F7D59FE2-525B-414E-AF9E-3EABE3BC08CE}" destId="{14C2A5B3-C287-42D5-862D-98AF81D95781}" srcOrd="0" destOrd="0" presId="urn:microsoft.com/office/officeart/2005/8/layout/orgChart1"/>
    <dgm:cxn modelId="{87F2A608-21D3-4FA9-ACF5-1FA38473ED2A}" type="presParOf" srcId="{F7D59FE2-525B-414E-AF9E-3EABE3BC08CE}" destId="{85465256-74F5-400D-B129-DAF2E978F05F}" srcOrd="1" destOrd="0" presId="urn:microsoft.com/office/officeart/2005/8/layout/orgChart1"/>
    <dgm:cxn modelId="{67FA7A39-F75F-422E-B488-7E8669D9C0A1}" type="presParOf" srcId="{3B1048AD-1A41-4FE9-9323-234971518789}" destId="{52A3F562-F8ED-4987-8188-BD9D491872F9}" srcOrd="1" destOrd="0" presId="urn:microsoft.com/office/officeart/2005/8/layout/orgChart1"/>
    <dgm:cxn modelId="{4754DEDD-0BF6-4DD3-884D-12742EA52B2E}" type="presParOf" srcId="{3B1048AD-1A41-4FE9-9323-234971518789}" destId="{B7337A9D-540A-4FE6-92BE-67312567EF62}" srcOrd="2" destOrd="0" presId="urn:microsoft.com/office/officeart/2005/8/layout/orgChart1"/>
  </dgm:cxnLst>
  <dgm:bg/>
  <dgm:whole/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5E9AFC1-BD46-4920-A974-1D5FF8383C99}" type="doc">
      <dgm:prSet loTypeId="urn:microsoft.com/office/officeart/2005/8/layout/lProcess3" loCatId="process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466DC63-2C84-4E72-843F-960B262CAD24}">
      <dgm:prSet custT="1"/>
      <dgm:spPr/>
      <dgm:t>
        <a:bodyPr/>
        <a:lstStyle/>
        <a:p>
          <a:pPr rtl="1"/>
          <a:r>
            <a:rPr lang="fa-IR" sz="3200" dirty="0" smtClean="0"/>
            <a:t>مرحله 1. خلاقیت</a:t>
          </a:r>
          <a:endParaRPr lang="en-US" sz="3200" dirty="0"/>
        </a:p>
      </dgm:t>
    </dgm:pt>
    <dgm:pt modelId="{C629DC47-EDDC-4FA7-9099-BA7B28C893B2}" type="parTrans" cxnId="{BF70AE7D-081B-47F7-B2C6-CEA8677B0038}">
      <dgm:prSet/>
      <dgm:spPr/>
      <dgm:t>
        <a:bodyPr/>
        <a:lstStyle/>
        <a:p>
          <a:endParaRPr lang="en-US"/>
        </a:p>
      </dgm:t>
    </dgm:pt>
    <dgm:pt modelId="{221FEBEB-9575-44D5-A844-A53FB907D474}" type="sibTrans" cxnId="{BF70AE7D-081B-47F7-B2C6-CEA8677B0038}">
      <dgm:prSet/>
      <dgm:spPr/>
      <dgm:t>
        <a:bodyPr/>
        <a:lstStyle/>
        <a:p>
          <a:endParaRPr lang="en-US"/>
        </a:p>
      </dgm:t>
    </dgm:pt>
    <dgm:pt modelId="{BE66086F-9BA5-4559-84CA-A68B505C179E}">
      <dgm:prSet custT="1"/>
      <dgm:spPr/>
      <dgm:t>
        <a:bodyPr/>
        <a:lstStyle/>
        <a:p>
          <a:pPr rtl="1"/>
          <a:r>
            <a:rPr lang="fa-IR" sz="3200" dirty="0" smtClean="0"/>
            <a:t>مرحله 2. جهت دهی</a:t>
          </a:r>
          <a:endParaRPr lang="en-US" sz="3200" dirty="0"/>
        </a:p>
      </dgm:t>
    </dgm:pt>
    <dgm:pt modelId="{C4090153-2648-4E1A-99DB-A3461030BD5F}" type="parTrans" cxnId="{FE350527-06E4-4E90-8492-AB6C73D86341}">
      <dgm:prSet/>
      <dgm:spPr/>
      <dgm:t>
        <a:bodyPr/>
        <a:lstStyle/>
        <a:p>
          <a:endParaRPr lang="en-US"/>
        </a:p>
      </dgm:t>
    </dgm:pt>
    <dgm:pt modelId="{94D713B9-26C9-4463-BDDB-F5F9CC4ACC37}" type="sibTrans" cxnId="{FE350527-06E4-4E90-8492-AB6C73D86341}">
      <dgm:prSet/>
      <dgm:spPr/>
      <dgm:t>
        <a:bodyPr/>
        <a:lstStyle/>
        <a:p>
          <a:endParaRPr lang="en-US"/>
        </a:p>
      </dgm:t>
    </dgm:pt>
    <dgm:pt modelId="{033ED01F-F9F4-4746-B648-6D38E9D19DC3}">
      <dgm:prSet custT="1"/>
      <dgm:spPr/>
      <dgm:t>
        <a:bodyPr/>
        <a:lstStyle/>
        <a:p>
          <a:pPr rtl="1"/>
          <a:r>
            <a:rPr lang="fa-IR" sz="3200" dirty="0" smtClean="0"/>
            <a:t>مرحله 3.تفویض</a:t>
          </a:r>
          <a:endParaRPr lang="en-US" sz="3200" dirty="0"/>
        </a:p>
      </dgm:t>
    </dgm:pt>
    <dgm:pt modelId="{226F86B9-0D03-4E2A-B7A6-449085E05A9E}" type="parTrans" cxnId="{CE9147D4-D6E8-45F7-8D36-757F68EB320E}">
      <dgm:prSet/>
      <dgm:spPr/>
      <dgm:t>
        <a:bodyPr/>
        <a:lstStyle/>
        <a:p>
          <a:endParaRPr lang="en-US"/>
        </a:p>
      </dgm:t>
    </dgm:pt>
    <dgm:pt modelId="{E55C9F4F-78F3-4F96-B31A-E7BA0ECFFA10}" type="sibTrans" cxnId="{CE9147D4-D6E8-45F7-8D36-757F68EB320E}">
      <dgm:prSet/>
      <dgm:spPr/>
      <dgm:t>
        <a:bodyPr/>
        <a:lstStyle/>
        <a:p>
          <a:endParaRPr lang="en-US"/>
        </a:p>
      </dgm:t>
    </dgm:pt>
    <dgm:pt modelId="{5EF20FCE-E705-4C99-8A67-453757CB1835}">
      <dgm:prSet custT="1"/>
      <dgm:spPr/>
      <dgm:t>
        <a:bodyPr/>
        <a:lstStyle/>
        <a:p>
          <a:pPr rtl="1"/>
          <a:r>
            <a:rPr lang="fa-IR" sz="3200" dirty="0" smtClean="0"/>
            <a:t>مرحله 4.هماهنگی</a:t>
          </a:r>
          <a:endParaRPr lang="en-US" sz="3200" dirty="0"/>
        </a:p>
      </dgm:t>
    </dgm:pt>
    <dgm:pt modelId="{27EC3076-0CDA-42BE-9D74-85AF029D5C82}" type="parTrans" cxnId="{3F34DD0C-D8CC-4763-8948-1C8C8189EAE2}">
      <dgm:prSet/>
      <dgm:spPr/>
      <dgm:t>
        <a:bodyPr/>
        <a:lstStyle/>
        <a:p>
          <a:endParaRPr lang="en-US"/>
        </a:p>
      </dgm:t>
    </dgm:pt>
    <dgm:pt modelId="{6B9BCE69-8162-492F-BB24-D957DA382055}" type="sibTrans" cxnId="{3F34DD0C-D8CC-4763-8948-1C8C8189EAE2}">
      <dgm:prSet/>
      <dgm:spPr/>
      <dgm:t>
        <a:bodyPr/>
        <a:lstStyle/>
        <a:p>
          <a:endParaRPr lang="en-US"/>
        </a:p>
      </dgm:t>
    </dgm:pt>
    <dgm:pt modelId="{7A6A0B43-FE9F-4707-896D-AF8A82DB53C9}">
      <dgm:prSet custT="1"/>
      <dgm:spPr/>
      <dgm:t>
        <a:bodyPr/>
        <a:lstStyle/>
        <a:p>
          <a:pPr rtl="1"/>
          <a:r>
            <a:rPr lang="fa-IR" sz="3200" dirty="0" smtClean="0"/>
            <a:t>مرحله 5.همکاری مبتنی بر اعتماد</a:t>
          </a:r>
          <a:endParaRPr lang="en-US" sz="3200" dirty="0"/>
        </a:p>
      </dgm:t>
    </dgm:pt>
    <dgm:pt modelId="{34E8EE1C-5685-48AF-A207-A8A6EA349B80}" type="parTrans" cxnId="{C0A9C667-7A3E-4510-B626-FADCD60C30B0}">
      <dgm:prSet/>
      <dgm:spPr/>
      <dgm:t>
        <a:bodyPr/>
        <a:lstStyle/>
        <a:p>
          <a:endParaRPr lang="en-US"/>
        </a:p>
      </dgm:t>
    </dgm:pt>
    <dgm:pt modelId="{25C81D93-1354-4245-91E9-48C16758C50D}" type="sibTrans" cxnId="{C0A9C667-7A3E-4510-B626-FADCD60C30B0}">
      <dgm:prSet/>
      <dgm:spPr/>
      <dgm:t>
        <a:bodyPr/>
        <a:lstStyle/>
        <a:p>
          <a:endParaRPr lang="en-US"/>
        </a:p>
      </dgm:t>
    </dgm:pt>
    <dgm:pt modelId="{860726E4-8F5E-4072-8651-D6B0BD5A57CD}" type="pres">
      <dgm:prSet presAssocID="{65E9AFC1-BD46-4920-A974-1D5FF8383C99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FF6FE1DF-5DB8-46C4-A6D4-9036C4F5C3FF}" type="pres">
      <dgm:prSet presAssocID="{0466DC63-2C84-4E72-843F-960B262CAD24}" presName="horFlow" presStyleCnt="0"/>
      <dgm:spPr/>
    </dgm:pt>
    <dgm:pt modelId="{99E8E573-8683-45B3-9671-8A9260572099}" type="pres">
      <dgm:prSet presAssocID="{0466DC63-2C84-4E72-843F-960B262CAD24}" presName="bigChev" presStyleLbl="node1" presStyleIdx="0" presStyleCnt="5" custScaleX="413737"/>
      <dgm:spPr/>
      <dgm:t>
        <a:bodyPr/>
        <a:lstStyle/>
        <a:p>
          <a:endParaRPr lang="en-US"/>
        </a:p>
      </dgm:t>
    </dgm:pt>
    <dgm:pt modelId="{1768A1AA-1CAD-4698-B062-E62CEEB72CFD}" type="pres">
      <dgm:prSet presAssocID="{0466DC63-2C84-4E72-843F-960B262CAD24}" presName="vSp" presStyleCnt="0"/>
      <dgm:spPr/>
    </dgm:pt>
    <dgm:pt modelId="{AE87924D-59E8-47B9-B7F6-2742BF5CA404}" type="pres">
      <dgm:prSet presAssocID="{BE66086F-9BA5-4559-84CA-A68B505C179E}" presName="horFlow" presStyleCnt="0"/>
      <dgm:spPr/>
    </dgm:pt>
    <dgm:pt modelId="{78DBAC44-4C96-4C09-9365-73C1A5D613D2}" type="pres">
      <dgm:prSet presAssocID="{BE66086F-9BA5-4559-84CA-A68B505C179E}" presName="bigChev" presStyleLbl="node1" presStyleIdx="1" presStyleCnt="5" custScaleX="413737"/>
      <dgm:spPr/>
      <dgm:t>
        <a:bodyPr/>
        <a:lstStyle/>
        <a:p>
          <a:endParaRPr lang="en-US"/>
        </a:p>
      </dgm:t>
    </dgm:pt>
    <dgm:pt modelId="{77CB5801-0BD9-4741-90F1-011F58340876}" type="pres">
      <dgm:prSet presAssocID="{BE66086F-9BA5-4559-84CA-A68B505C179E}" presName="vSp" presStyleCnt="0"/>
      <dgm:spPr/>
    </dgm:pt>
    <dgm:pt modelId="{78187756-D96E-444D-98D9-D0CE22D71D2A}" type="pres">
      <dgm:prSet presAssocID="{033ED01F-F9F4-4746-B648-6D38E9D19DC3}" presName="horFlow" presStyleCnt="0"/>
      <dgm:spPr/>
    </dgm:pt>
    <dgm:pt modelId="{A51C5817-5466-4576-B572-EF64A8C6A571}" type="pres">
      <dgm:prSet presAssocID="{033ED01F-F9F4-4746-B648-6D38E9D19DC3}" presName="bigChev" presStyleLbl="node1" presStyleIdx="2" presStyleCnt="5" custScaleX="413737" custLinFactNeighborX="-3559" custLinFactNeighborY="3288"/>
      <dgm:spPr/>
      <dgm:t>
        <a:bodyPr/>
        <a:lstStyle/>
        <a:p>
          <a:endParaRPr lang="en-US"/>
        </a:p>
      </dgm:t>
    </dgm:pt>
    <dgm:pt modelId="{2EDAF594-097E-45C4-91D2-961571B11062}" type="pres">
      <dgm:prSet presAssocID="{033ED01F-F9F4-4746-B648-6D38E9D19DC3}" presName="vSp" presStyleCnt="0"/>
      <dgm:spPr/>
    </dgm:pt>
    <dgm:pt modelId="{74AC2B36-D536-4F47-8116-CC774AD89186}" type="pres">
      <dgm:prSet presAssocID="{5EF20FCE-E705-4C99-8A67-453757CB1835}" presName="horFlow" presStyleCnt="0"/>
      <dgm:spPr/>
    </dgm:pt>
    <dgm:pt modelId="{35F569A4-BAAF-4DC9-959B-291048923258}" type="pres">
      <dgm:prSet presAssocID="{5EF20FCE-E705-4C99-8A67-453757CB1835}" presName="bigChev" presStyleLbl="node1" presStyleIdx="3" presStyleCnt="5" custScaleX="413737"/>
      <dgm:spPr/>
      <dgm:t>
        <a:bodyPr/>
        <a:lstStyle/>
        <a:p>
          <a:endParaRPr lang="en-US"/>
        </a:p>
      </dgm:t>
    </dgm:pt>
    <dgm:pt modelId="{364305D5-1217-406D-9B59-91E90D6DA838}" type="pres">
      <dgm:prSet presAssocID="{5EF20FCE-E705-4C99-8A67-453757CB1835}" presName="vSp" presStyleCnt="0"/>
      <dgm:spPr/>
    </dgm:pt>
    <dgm:pt modelId="{24F39C35-181E-4F6B-9FD6-41C8086091DE}" type="pres">
      <dgm:prSet presAssocID="{7A6A0B43-FE9F-4707-896D-AF8A82DB53C9}" presName="horFlow" presStyleCnt="0"/>
      <dgm:spPr/>
    </dgm:pt>
    <dgm:pt modelId="{24B424B1-1B13-4032-8DE8-7E0F50A52F7B}" type="pres">
      <dgm:prSet presAssocID="{7A6A0B43-FE9F-4707-896D-AF8A82DB53C9}" presName="bigChev" presStyleLbl="node1" presStyleIdx="4" presStyleCnt="5" custScaleX="413737"/>
      <dgm:spPr/>
      <dgm:t>
        <a:bodyPr/>
        <a:lstStyle/>
        <a:p>
          <a:endParaRPr lang="en-US"/>
        </a:p>
      </dgm:t>
    </dgm:pt>
  </dgm:ptLst>
  <dgm:cxnLst>
    <dgm:cxn modelId="{CE9147D4-D6E8-45F7-8D36-757F68EB320E}" srcId="{65E9AFC1-BD46-4920-A974-1D5FF8383C99}" destId="{033ED01F-F9F4-4746-B648-6D38E9D19DC3}" srcOrd="2" destOrd="0" parTransId="{226F86B9-0D03-4E2A-B7A6-449085E05A9E}" sibTransId="{E55C9F4F-78F3-4F96-B31A-E7BA0ECFFA10}"/>
    <dgm:cxn modelId="{BF70AE7D-081B-47F7-B2C6-CEA8677B0038}" srcId="{65E9AFC1-BD46-4920-A974-1D5FF8383C99}" destId="{0466DC63-2C84-4E72-843F-960B262CAD24}" srcOrd="0" destOrd="0" parTransId="{C629DC47-EDDC-4FA7-9099-BA7B28C893B2}" sibTransId="{221FEBEB-9575-44D5-A844-A53FB907D474}"/>
    <dgm:cxn modelId="{3F3861DF-94A7-40B7-A4CF-666803B20165}" type="presOf" srcId="{5EF20FCE-E705-4C99-8A67-453757CB1835}" destId="{35F569A4-BAAF-4DC9-959B-291048923258}" srcOrd="0" destOrd="0" presId="urn:microsoft.com/office/officeart/2005/8/layout/lProcess3"/>
    <dgm:cxn modelId="{FE350527-06E4-4E90-8492-AB6C73D86341}" srcId="{65E9AFC1-BD46-4920-A974-1D5FF8383C99}" destId="{BE66086F-9BA5-4559-84CA-A68B505C179E}" srcOrd="1" destOrd="0" parTransId="{C4090153-2648-4E1A-99DB-A3461030BD5F}" sibTransId="{94D713B9-26C9-4463-BDDB-F5F9CC4ACC37}"/>
    <dgm:cxn modelId="{314BC190-58DB-42DA-B1A9-668E5E390EC7}" type="presOf" srcId="{7A6A0B43-FE9F-4707-896D-AF8A82DB53C9}" destId="{24B424B1-1B13-4032-8DE8-7E0F50A52F7B}" srcOrd="0" destOrd="0" presId="urn:microsoft.com/office/officeart/2005/8/layout/lProcess3"/>
    <dgm:cxn modelId="{F2BED86F-5B3D-453B-A852-D23A39FD8B40}" type="presOf" srcId="{65E9AFC1-BD46-4920-A974-1D5FF8383C99}" destId="{860726E4-8F5E-4072-8651-D6B0BD5A57CD}" srcOrd="0" destOrd="0" presId="urn:microsoft.com/office/officeart/2005/8/layout/lProcess3"/>
    <dgm:cxn modelId="{0A946D6C-B459-44DD-A39A-91002D55D012}" type="presOf" srcId="{BE66086F-9BA5-4559-84CA-A68B505C179E}" destId="{78DBAC44-4C96-4C09-9365-73C1A5D613D2}" srcOrd="0" destOrd="0" presId="urn:microsoft.com/office/officeart/2005/8/layout/lProcess3"/>
    <dgm:cxn modelId="{3F34DD0C-D8CC-4763-8948-1C8C8189EAE2}" srcId="{65E9AFC1-BD46-4920-A974-1D5FF8383C99}" destId="{5EF20FCE-E705-4C99-8A67-453757CB1835}" srcOrd="3" destOrd="0" parTransId="{27EC3076-0CDA-42BE-9D74-85AF029D5C82}" sibTransId="{6B9BCE69-8162-492F-BB24-D957DA382055}"/>
    <dgm:cxn modelId="{6EA091B9-F672-4853-8922-E5AFC381E01B}" type="presOf" srcId="{033ED01F-F9F4-4746-B648-6D38E9D19DC3}" destId="{A51C5817-5466-4576-B572-EF64A8C6A571}" srcOrd="0" destOrd="0" presId="urn:microsoft.com/office/officeart/2005/8/layout/lProcess3"/>
    <dgm:cxn modelId="{C0A9C667-7A3E-4510-B626-FADCD60C30B0}" srcId="{65E9AFC1-BD46-4920-A974-1D5FF8383C99}" destId="{7A6A0B43-FE9F-4707-896D-AF8A82DB53C9}" srcOrd="4" destOrd="0" parTransId="{34E8EE1C-5685-48AF-A207-A8A6EA349B80}" sibTransId="{25C81D93-1354-4245-91E9-48C16758C50D}"/>
    <dgm:cxn modelId="{75610CD0-B489-4810-97DE-F8A73584D274}" type="presOf" srcId="{0466DC63-2C84-4E72-843F-960B262CAD24}" destId="{99E8E573-8683-45B3-9671-8A9260572099}" srcOrd="0" destOrd="0" presId="urn:microsoft.com/office/officeart/2005/8/layout/lProcess3"/>
    <dgm:cxn modelId="{696BAAFA-6A03-4162-B830-99768448041C}" type="presParOf" srcId="{860726E4-8F5E-4072-8651-D6B0BD5A57CD}" destId="{FF6FE1DF-5DB8-46C4-A6D4-9036C4F5C3FF}" srcOrd="0" destOrd="0" presId="urn:microsoft.com/office/officeart/2005/8/layout/lProcess3"/>
    <dgm:cxn modelId="{BBA2C9EC-E95C-4835-B073-B23EF1DB9B46}" type="presParOf" srcId="{FF6FE1DF-5DB8-46C4-A6D4-9036C4F5C3FF}" destId="{99E8E573-8683-45B3-9671-8A9260572099}" srcOrd="0" destOrd="0" presId="urn:microsoft.com/office/officeart/2005/8/layout/lProcess3"/>
    <dgm:cxn modelId="{9FDABF18-B8AA-411B-8552-09C929EF1F90}" type="presParOf" srcId="{860726E4-8F5E-4072-8651-D6B0BD5A57CD}" destId="{1768A1AA-1CAD-4698-B062-E62CEEB72CFD}" srcOrd="1" destOrd="0" presId="urn:microsoft.com/office/officeart/2005/8/layout/lProcess3"/>
    <dgm:cxn modelId="{B6D67831-15EB-4354-BFE7-7372A83D3B9D}" type="presParOf" srcId="{860726E4-8F5E-4072-8651-D6B0BD5A57CD}" destId="{AE87924D-59E8-47B9-B7F6-2742BF5CA404}" srcOrd="2" destOrd="0" presId="urn:microsoft.com/office/officeart/2005/8/layout/lProcess3"/>
    <dgm:cxn modelId="{7A29624F-FC6D-46F8-AA1D-97F3553AFF14}" type="presParOf" srcId="{AE87924D-59E8-47B9-B7F6-2742BF5CA404}" destId="{78DBAC44-4C96-4C09-9365-73C1A5D613D2}" srcOrd="0" destOrd="0" presId="urn:microsoft.com/office/officeart/2005/8/layout/lProcess3"/>
    <dgm:cxn modelId="{D6DBFF87-2390-4F36-A159-4F0B22DE83E6}" type="presParOf" srcId="{860726E4-8F5E-4072-8651-D6B0BD5A57CD}" destId="{77CB5801-0BD9-4741-90F1-011F58340876}" srcOrd="3" destOrd="0" presId="urn:microsoft.com/office/officeart/2005/8/layout/lProcess3"/>
    <dgm:cxn modelId="{3FE477B9-73EB-4713-A5FD-A20C33EC2236}" type="presParOf" srcId="{860726E4-8F5E-4072-8651-D6B0BD5A57CD}" destId="{78187756-D96E-444D-98D9-D0CE22D71D2A}" srcOrd="4" destOrd="0" presId="urn:microsoft.com/office/officeart/2005/8/layout/lProcess3"/>
    <dgm:cxn modelId="{24BB075F-E518-455D-9D52-C7FA83D6DF08}" type="presParOf" srcId="{78187756-D96E-444D-98D9-D0CE22D71D2A}" destId="{A51C5817-5466-4576-B572-EF64A8C6A571}" srcOrd="0" destOrd="0" presId="urn:microsoft.com/office/officeart/2005/8/layout/lProcess3"/>
    <dgm:cxn modelId="{49FE1704-9A05-4834-A12B-E2484CEF2ED0}" type="presParOf" srcId="{860726E4-8F5E-4072-8651-D6B0BD5A57CD}" destId="{2EDAF594-097E-45C4-91D2-961571B11062}" srcOrd="5" destOrd="0" presId="urn:microsoft.com/office/officeart/2005/8/layout/lProcess3"/>
    <dgm:cxn modelId="{6A191666-71AA-4954-B665-D628B5DFED1D}" type="presParOf" srcId="{860726E4-8F5E-4072-8651-D6B0BD5A57CD}" destId="{74AC2B36-D536-4F47-8116-CC774AD89186}" srcOrd="6" destOrd="0" presId="urn:microsoft.com/office/officeart/2005/8/layout/lProcess3"/>
    <dgm:cxn modelId="{4D49C96C-BB54-453B-8278-6641FCCC3AA9}" type="presParOf" srcId="{74AC2B36-D536-4F47-8116-CC774AD89186}" destId="{35F569A4-BAAF-4DC9-959B-291048923258}" srcOrd="0" destOrd="0" presId="urn:microsoft.com/office/officeart/2005/8/layout/lProcess3"/>
    <dgm:cxn modelId="{857A0218-6B9E-4475-A113-9334225455C6}" type="presParOf" srcId="{860726E4-8F5E-4072-8651-D6B0BD5A57CD}" destId="{364305D5-1217-406D-9B59-91E90D6DA838}" srcOrd="7" destOrd="0" presId="urn:microsoft.com/office/officeart/2005/8/layout/lProcess3"/>
    <dgm:cxn modelId="{02691859-53BF-40C6-BD24-F27345B1E585}" type="presParOf" srcId="{860726E4-8F5E-4072-8651-D6B0BD5A57CD}" destId="{24F39C35-181E-4F6B-9FD6-41C8086091DE}" srcOrd="8" destOrd="0" presId="urn:microsoft.com/office/officeart/2005/8/layout/lProcess3"/>
    <dgm:cxn modelId="{773167EF-2CAD-4D0A-8EFB-AF41C85D90B2}" type="presParOf" srcId="{24F39C35-181E-4F6B-9FD6-41C8086091DE}" destId="{24B424B1-1B13-4032-8DE8-7E0F50A52F7B}" srcOrd="0" destOrd="0" presId="urn:microsoft.com/office/officeart/2005/8/layout/lProcess3"/>
  </dgm:cxnLst>
  <dgm:bg/>
  <dgm:whole/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0951BBA-B645-4758-A744-E8A5084EE35C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1CEEF43-84DC-4C9B-B17B-CD6C35F451A6}">
      <dgm:prSet/>
      <dgm:spPr/>
      <dgm:t>
        <a:bodyPr/>
        <a:lstStyle/>
        <a:p>
          <a:pPr rtl="1"/>
          <a:r>
            <a:rPr lang="fa-IR" b="1" i="1" dirty="0" smtClean="0"/>
            <a:t>افول سازمانی</a:t>
          </a:r>
        </a:p>
        <a:p>
          <a:pPr rtl="1"/>
          <a:r>
            <a:rPr lang="fa-IR" b="1" dirty="0" smtClean="0"/>
            <a:t>پذیرش واقعیت جدید </a:t>
          </a:r>
          <a:r>
            <a:rPr lang="fa-IR" b="1" i="1" dirty="0" smtClean="0"/>
            <a:t> </a:t>
          </a:r>
          <a:endParaRPr lang="fa-IR" b="1" dirty="0"/>
        </a:p>
      </dgm:t>
    </dgm:pt>
    <dgm:pt modelId="{7D1C5124-0099-413B-B8DD-3ED59D05C127}" type="parTrans" cxnId="{A55C4DD1-5C08-4543-971E-0652D57E5E72}">
      <dgm:prSet/>
      <dgm:spPr/>
      <dgm:t>
        <a:bodyPr/>
        <a:lstStyle/>
        <a:p>
          <a:endParaRPr lang="en-US"/>
        </a:p>
      </dgm:t>
    </dgm:pt>
    <dgm:pt modelId="{84FBF2F9-F605-45DF-A235-8A75CE7A3475}" type="sibTrans" cxnId="{A55C4DD1-5C08-4543-971E-0652D57E5E72}">
      <dgm:prSet/>
      <dgm:spPr/>
      <dgm:t>
        <a:bodyPr/>
        <a:lstStyle/>
        <a:p>
          <a:endParaRPr lang="en-US"/>
        </a:p>
      </dgm:t>
    </dgm:pt>
    <dgm:pt modelId="{A24460D6-C2BD-4376-AAF2-9A4891DA95C1}">
      <dgm:prSet/>
      <dgm:spPr/>
      <dgm:t>
        <a:bodyPr/>
        <a:lstStyle/>
        <a:p>
          <a:pPr rtl="1"/>
          <a:r>
            <a:rPr lang="fa-IR" dirty="0" smtClean="0"/>
            <a:t>علی رغم همه دلایلی كه مدیران برای توجه كردن به شرایط رشد دارند ، افول سازمانی به عنوان یك واقعیت زندگی برای تعداد زیادی از مدیران درآمده است .</a:t>
          </a:r>
          <a:endParaRPr lang="en-US" dirty="0"/>
        </a:p>
      </dgm:t>
    </dgm:pt>
    <dgm:pt modelId="{5AD858E7-17BD-41C4-98FD-46A3E8C5322B}" type="parTrans" cxnId="{7E08EAB6-1D0F-4B0F-8591-5C96774F4E51}">
      <dgm:prSet/>
      <dgm:spPr/>
      <dgm:t>
        <a:bodyPr/>
        <a:lstStyle/>
        <a:p>
          <a:endParaRPr lang="en-US"/>
        </a:p>
      </dgm:t>
    </dgm:pt>
    <dgm:pt modelId="{98C483F4-69F6-424D-90E4-4B5CDEF473D6}" type="sibTrans" cxnId="{7E08EAB6-1D0F-4B0F-8591-5C96774F4E51}">
      <dgm:prSet/>
      <dgm:spPr/>
      <dgm:t>
        <a:bodyPr/>
        <a:lstStyle/>
        <a:p>
          <a:endParaRPr lang="en-US"/>
        </a:p>
      </dgm:t>
    </dgm:pt>
    <dgm:pt modelId="{0811A73E-BB25-468A-847E-485B93AE663A}" type="pres">
      <dgm:prSet presAssocID="{90951BBA-B645-4758-A744-E8A5084EE35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79C1BA9-983F-41CF-A322-B018F1275BC8}" type="pres">
      <dgm:prSet presAssocID="{41CEEF43-84DC-4C9B-B17B-CD6C35F451A6}" presName="parentText" presStyleLbl="node1" presStyleIdx="0" presStyleCnt="2" custLinFactNeighborX="1828" custLinFactNeighborY="-355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09C7DC-DDD4-46A8-B678-CFCED6EF474B}" type="pres">
      <dgm:prSet presAssocID="{84FBF2F9-F605-45DF-A235-8A75CE7A3475}" presName="spacer" presStyleCnt="0"/>
      <dgm:spPr/>
    </dgm:pt>
    <dgm:pt modelId="{F94378AB-6C01-43C4-93E6-BC492FF5875B}" type="pres">
      <dgm:prSet presAssocID="{A24460D6-C2BD-4376-AAF2-9A4891DA95C1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87E7EFF-75BD-427F-AFE4-E20F1186FD48}" type="presOf" srcId="{A24460D6-C2BD-4376-AAF2-9A4891DA95C1}" destId="{F94378AB-6C01-43C4-93E6-BC492FF5875B}" srcOrd="0" destOrd="0" presId="urn:microsoft.com/office/officeart/2005/8/layout/vList2"/>
    <dgm:cxn modelId="{7E08EAB6-1D0F-4B0F-8591-5C96774F4E51}" srcId="{90951BBA-B645-4758-A744-E8A5084EE35C}" destId="{A24460D6-C2BD-4376-AAF2-9A4891DA95C1}" srcOrd="1" destOrd="0" parTransId="{5AD858E7-17BD-41C4-98FD-46A3E8C5322B}" sibTransId="{98C483F4-69F6-424D-90E4-4B5CDEF473D6}"/>
    <dgm:cxn modelId="{F475E01A-E7D7-459E-9A1A-FF4A051F9355}" type="presOf" srcId="{90951BBA-B645-4758-A744-E8A5084EE35C}" destId="{0811A73E-BB25-468A-847E-485B93AE663A}" srcOrd="0" destOrd="0" presId="urn:microsoft.com/office/officeart/2005/8/layout/vList2"/>
    <dgm:cxn modelId="{E9769F06-6421-4E8A-BE2A-AAB06A5999C6}" type="presOf" srcId="{41CEEF43-84DC-4C9B-B17B-CD6C35F451A6}" destId="{C79C1BA9-983F-41CF-A322-B018F1275BC8}" srcOrd="0" destOrd="0" presId="urn:microsoft.com/office/officeart/2005/8/layout/vList2"/>
    <dgm:cxn modelId="{A55C4DD1-5C08-4543-971E-0652D57E5E72}" srcId="{90951BBA-B645-4758-A744-E8A5084EE35C}" destId="{41CEEF43-84DC-4C9B-B17B-CD6C35F451A6}" srcOrd="0" destOrd="0" parTransId="{7D1C5124-0099-413B-B8DD-3ED59D05C127}" sibTransId="{84FBF2F9-F605-45DF-A235-8A75CE7A3475}"/>
    <dgm:cxn modelId="{EED69B4B-C6BD-4AB1-8970-5FCC4F3D0ECB}" type="presParOf" srcId="{0811A73E-BB25-468A-847E-485B93AE663A}" destId="{C79C1BA9-983F-41CF-A322-B018F1275BC8}" srcOrd="0" destOrd="0" presId="urn:microsoft.com/office/officeart/2005/8/layout/vList2"/>
    <dgm:cxn modelId="{CA3A09E3-2BE6-4E05-B69C-F2AA36E7E617}" type="presParOf" srcId="{0811A73E-BB25-468A-847E-485B93AE663A}" destId="{5F09C7DC-DDD4-46A8-B678-CFCED6EF474B}" srcOrd="1" destOrd="0" presId="urn:microsoft.com/office/officeart/2005/8/layout/vList2"/>
    <dgm:cxn modelId="{2DB3C545-499D-4A09-AF79-E09828BDB2CB}" type="presParOf" srcId="{0811A73E-BB25-468A-847E-485B93AE663A}" destId="{F94378AB-6C01-43C4-93E6-BC492FF5875B}" srcOrd="2" destOrd="0" presId="urn:microsoft.com/office/officeart/2005/8/layout/vList2"/>
  </dgm:cxnLst>
  <dgm:bg/>
  <dgm:whole/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7DDB487-3F0B-4952-AC37-89F41FEFA3C0}" type="doc">
      <dgm:prSet loTypeId="urn:microsoft.com/office/officeart/2005/8/layout/vList2" loCatId="list" qsTypeId="urn:microsoft.com/office/officeart/2005/8/quickstyle/3d5" qsCatId="3D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0BFC91D-FD7B-4D84-9303-A11CB7C0D301}">
      <dgm:prSet/>
      <dgm:spPr/>
      <dgm:t>
        <a:bodyPr/>
        <a:lstStyle/>
        <a:p>
          <a:pPr rtl="1"/>
          <a:r>
            <a:rPr lang="fa-IR" b="1" dirty="0" smtClean="0"/>
            <a:t>تعریف و تبیین اصطلاحات :</a:t>
          </a:r>
          <a:r>
            <a:rPr lang="fa-IR" dirty="0" smtClean="0"/>
            <a:t>وقتی از افول سازمانی صحبت می كنیم ، آنرا نوعی كاهش مداوم در تعداد پرسنل یك سازمان معنا می كنیم .'' این اصطلاح مترادف با هر شكلی از كوچك كردن سازمان می باشد و به معنای برخی از نوسانات موقتی در منحنی رشد یك سازمان نیست" . </a:t>
          </a:r>
          <a:endParaRPr lang="en-US" dirty="0"/>
        </a:p>
      </dgm:t>
    </dgm:pt>
    <dgm:pt modelId="{57144DEF-4D62-4AAE-B341-573528DE8DDF}" type="parTrans" cxnId="{23EDB0AF-0526-4C71-A54E-CC3DBED262F2}">
      <dgm:prSet/>
      <dgm:spPr/>
      <dgm:t>
        <a:bodyPr/>
        <a:lstStyle/>
        <a:p>
          <a:endParaRPr lang="en-US"/>
        </a:p>
      </dgm:t>
    </dgm:pt>
    <dgm:pt modelId="{170FBA64-BBDD-4A53-86ED-39854A51E3EE}" type="sibTrans" cxnId="{23EDB0AF-0526-4C71-A54E-CC3DBED262F2}">
      <dgm:prSet/>
      <dgm:spPr/>
      <dgm:t>
        <a:bodyPr/>
        <a:lstStyle/>
        <a:p>
          <a:endParaRPr lang="en-US"/>
        </a:p>
      </dgm:t>
    </dgm:pt>
    <dgm:pt modelId="{6CCEE47D-671B-4B9C-ADCD-9CB28130E6AA}" type="pres">
      <dgm:prSet presAssocID="{87DDB487-3F0B-4952-AC37-89F41FEFA3C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F859C46-094F-432B-B69D-2D046B9E605A}" type="pres">
      <dgm:prSet presAssocID="{70BFC91D-FD7B-4D84-9303-A11CB7C0D301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3EDB0AF-0526-4C71-A54E-CC3DBED262F2}" srcId="{87DDB487-3F0B-4952-AC37-89F41FEFA3C0}" destId="{70BFC91D-FD7B-4D84-9303-A11CB7C0D301}" srcOrd="0" destOrd="0" parTransId="{57144DEF-4D62-4AAE-B341-573528DE8DDF}" sibTransId="{170FBA64-BBDD-4A53-86ED-39854A51E3EE}"/>
    <dgm:cxn modelId="{304297B9-F6B6-44E8-8646-9891A5E53A60}" type="presOf" srcId="{87DDB487-3F0B-4952-AC37-89F41FEFA3C0}" destId="{6CCEE47D-671B-4B9C-ADCD-9CB28130E6AA}" srcOrd="0" destOrd="0" presId="urn:microsoft.com/office/officeart/2005/8/layout/vList2"/>
    <dgm:cxn modelId="{A61C8B18-8F41-452A-8766-BA619027FC68}" type="presOf" srcId="{70BFC91D-FD7B-4D84-9303-A11CB7C0D301}" destId="{BF859C46-094F-432B-B69D-2D046B9E605A}" srcOrd="0" destOrd="0" presId="urn:microsoft.com/office/officeart/2005/8/layout/vList2"/>
    <dgm:cxn modelId="{5102D3FF-495B-4BF7-A749-9948ECA1BF3B}" type="presParOf" srcId="{6CCEE47D-671B-4B9C-ADCD-9CB28130E6AA}" destId="{BF859C46-094F-432B-B69D-2D046B9E605A}" srcOrd="0" destOrd="0" presId="urn:microsoft.com/office/officeart/2005/8/layout/vList2"/>
  </dgm:cxnLst>
  <dgm:bg/>
  <dgm:whole/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9D29E18-B190-4CC3-8BAB-48B4B967356A}" type="doc">
      <dgm:prSet loTypeId="urn:microsoft.com/office/officeart/2005/8/layout/vList2" loCatId="list" qsTypeId="urn:microsoft.com/office/officeart/2005/8/quickstyle/3d5" qsCatId="3D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6AED1BF2-65DB-4B87-A9E4-FDC277FB6F4A}">
      <dgm:prSet/>
      <dgm:spPr/>
      <dgm:t>
        <a:bodyPr/>
        <a:lstStyle/>
        <a:p>
          <a:pPr rtl="1"/>
          <a:r>
            <a:rPr lang="fa-IR" dirty="0" smtClean="0"/>
            <a:t>اصطلاح دیگر كه بطور تنگاتنگ و گاهی بجای افول سازمانی استفاده می شود ، كاهش در تعداد سطوح عمودی سازمان است و به معنی نوعی كوچك كردن سازمان از طریق كم كردن تعداد سطوح عمودی است . این روش تعداد مدیران میانی را كم میكند ، متوسط حیطه كنترل سازمان را وسعت می بخشد و اختیار را به رده های پایین سازمان منتقل می كند.</a:t>
          </a:r>
          <a:endParaRPr lang="en-US" dirty="0"/>
        </a:p>
      </dgm:t>
    </dgm:pt>
    <dgm:pt modelId="{1FBD054B-76FD-49AC-A465-C5649497BB0B}" type="parTrans" cxnId="{63CFB46C-5CC7-4FA6-B47B-1990CEF1CADC}">
      <dgm:prSet/>
      <dgm:spPr/>
      <dgm:t>
        <a:bodyPr/>
        <a:lstStyle/>
        <a:p>
          <a:endParaRPr lang="en-US"/>
        </a:p>
      </dgm:t>
    </dgm:pt>
    <dgm:pt modelId="{FD22D18C-5ECF-482F-BA45-ADD9654D6DA4}" type="sibTrans" cxnId="{63CFB46C-5CC7-4FA6-B47B-1990CEF1CADC}">
      <dgm:prSet/>
      <dgm:spPr/>
      <dgm:t>
        <a:bodyPr/>
        <a:lstStyle/>
        <a:p>
          <a:endParaRPr lang="en-US"/>
        </a:p>
      </dgm:t>
    </dgm:pt>
    <dgm:pt modelId="{0F98EEF6-A167-4D8C-9C4C-B0DB6F9A1EDB}" type="pres">
      <dgm:prSet presAssocID="{A9D29E18-B190-4CC3-8BAB-48B4B967356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7CDE851-2878-4EA8-8731-2801465561C1}" type="pres">
      <dgm:prSet presAssocID="{6AED1BF2-65DB-4B87-A9E4-FDC277FB6F4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5C00995-4E8C-46E0-8CF1-4B4BDDABEFE6}" type="presOf" srcId="{6AED1BF2-65DB-4B87-A9E4-FDC277FB6F4A}" destId="{37CDE851-2878-4EA8-8731-2801465561C1}" srcOrd="0" destOrd="0" presId="urn:microsoft.com/office/officeart/2005/8/layout/vList2"/>
    <dgm:cxn modelId="{748D31D6-5C3C-487F-A16F-471D6A47A502}" type="presOf" srcId="{A9D29E18-B190-4CC3-8BAB-48B4B967356A}" destId="{0F98EEF6-A167-4D8C-9C4C-B0DB6F9A1EDB}" srcOrd="0" destOrd="0" presId="urn:microsoft.com/office/officeart/2005/8/layout/vList2"/>
    <dgm:cxn modelId="{63CFB46C-5CC7-4FA6-B47B-1990CEF1CADC}" srcId="{A9D29E18-B190-4CC3-8BAB-48B4B967356A}" destId="{6AED1BF2-65DB-4B87-A9E4-FDC277FB6F4A}" srcOrd="0" destOrd="0" parTransId="{1FBD054B-76FD-49AC-A465-C5649497BB0B}" sibTransId="{FD22D18C-5ECF-482F-BA45-ADD9654D6DA4}"/>
    <dgm:cxn modelId="{5BBF820D-D708-48AE-AE0F-E61201E472F5}" type="presParOf" srcId="{0F98EEF6-A167-4D8C-9C4C-B0DB6F9A1EDB}" destId="{37CDE851-2878-4EA8-8731-2801465561C1}" srcOrd="0" destOrd="0" presId="urn:microsoft.com/office/officeart/2005/8/layout/vList2"/>
  </dgm:cxnLst>
  <dgm:bg/>
  <dgm:whole/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C5BE2AB-2A0F-4A79-A53E-179081F3E58C}" type="doc">
      <dgm:prSet loTypeId="urn:microsoft.com/office/officeart/2005/8/layout/vList2" loCatId="list" qsTypeId="urn:microsoft.com/office/officeart/2005/8/quickstyle/3d5" qsCatId="3D" csTypeId="urn:microsoft.com/office/officeart/2005/8/colors/accent3_5" csCatId="accent3" phldr="1"/>
      <dgm:spPr/>
      <dgm:t>
        <a:bodyPr/>
        <a:lstStyle/>
        <a:p>
          <a:endParaRPr lang="en-US"/>
        </a:p>
      </dgm:t>
    </dgm:pt>
    <dgm:pt modelId="{4E016EAC-F60F-40AE-B2BE-B75AFC89C217}">
      <dgm:prSet/>
      <dgm:spPr/>
      <dgm:t>
        <a:bodyPr/>
        <a:lstStyle/>
        <a:p>
          <a:pPr rtl="1"/>
          <a:r>
            <a:rPr lang="fa-IR" b="1" dirty="0" smtClean="0"/>
            <a:t>تغییر محیط :</a:t>
          </a:r>
          <a:r>
            <a:rPr lang="fa-IR" dirty="0" smtClean="0"/>
            <a:t>با آغاز دهه 1970 میلادی شاهد افزایش چشم گیری درتعداد سازمانهایی كه عملیاتشان به ركود گراییده  ، بوده ایم یكی از دلایل این بود كه بازارها سقوط كردند . علت دیگر این بود كه برخی سازمان ها خصوصاً سازمانهایی كه تك محصولی بودند افول چرخه حیات آن محصول ضربه شدیدی به آنها وارد كرد ،  به عنوان دلیل دیگر می توان به این علت اشاره كرد كه سازمانها با از دست دادن سهم بازار مجبور به كاهش پرسنل و تعداد واحدهای خود شدند . همچنین از دست دادن حمایت مؤدیان مالیاتی ، تغییر در اولویت های دولت نیز میتواند منجر به كوچك شدن سازمان شود. </a:t>
          </a:r>
          <a:endParaRPr lang="en-US" dirty="0"/>
        </a:p>
      </dgm:t>
    </dgm:pt>
    <dgm:pt modelId="{A922D7D6-C9C0-4556-8829-36197B6775E4}" type="parTrans" cxnId="{100DA3AD-D130-4854-82FD-F80287169034}">
      <dgm:prSet/>
      <dgm:spPr/>
      <dgm:t>
        <a:bodyPr/>
        <a:lstStyle/>
        <a:p>
          <a:endParaRPr lang="en-US"/>
        </a:p>
      </dgm:t>
    </dgm:pt>
    <dgm:pt modelId="{5084C199-94A8-4BE4-8ECF-5B3602748306}" type="sibTrans" cxnId="{100DA3AD-D130-4854-82FD-F80287169034}">
      <dgm:prSet/>
      <dgm:spPr/>
      <dgm:t>
        <a:bodyPr/>
        <a:lstStyle/>
        <a:p>
          <a:endParaRPr lang="en-US"/>
        </a:p>
      </dgm:t>
    </dgm:pt>
    <dgm:pt modelId="{E9C08E47-BBF6-4B63-930E-475B0FFEC96E}" type="pres">
      <dgm:prSet presAssocID="{2C5BE2AB-2A0F-4A79-A53E-179081F3E58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3B83487-0B82-4362-B095-2D5F6DBEC29B}" type="pres">
      <dgm:prSet presAssocID="{4E016EAC-F60F-40AE-B2BE-B75AFC89C217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85B8199-A085-436E-9A6B-F12CAF29D329}" type="presOf" srcId="{4E016EAC-F60F-40AE-B2BE-B75AFC89C217}" destId="{33B83487-0B82-4362-B095-2D5F6DBEC29B}" srcOrd="0" destOrd="0" presId="urn:microsoft.com/office/officeart/2005/8/layout/vList2"/>
    <dgm:cxn modelId="{384073CE-9EEB-49B0-97D9-4D59B12969AB}" type="presOf" srcId="{2C5BE2AB-2A0F-4A79-A53E-179081F3E58C}" destId="{E9C08E47-BBF6-4B63-930E-475B0FFEC96E}" srcOrd="0" destOrd="0" presId="urn:microsoft.com/office/officeart/2005/8/layout/vList2"/>
    <dgm:cxn modelId="{100DA3AD-D130-4854-82FD-F80287169034}" srcId="{2C5BE2AB-2A0F-4A79-A53E-179081F3E58C}" destId="{4E016EAC-F60F-40AE-B2BE-B75AFC89C217}" srcOrd="0" destOrd="0" parTransId="{A922D7D6-C9C0-4556-8829-36197B6775E4}" sibTransId="{5084C199-94A8-4BE4-8ECF-5B3602748306}"/>
    <dgm:cxn modelId="{6C130B5D-A9DC-423B-A438-EE8A28865697}" type="presParOf" srcId="{E9C08E47-BBF6-4B63-930E-475B0FFEC96E}" destId="{33B83487-0B82-4362-B095-2D5F6DBEC29B}" srcOrd="0" destOrd="0" presId="urn:microsoft.com/office/officeart/2005/8/layout/vList2"/>
  </dgm:cxnLst>
  <dgm:bg/>
  <dgm:whole/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B433874-A45A-4798-9B45-A974942828C9}" type="doc">
      <dgm:prSet loTypeId="urn:microsoft.com/office/officeart/2005/8/layout/vList2" loCatId="list" qsTypeId="urn:microsoft.com/office/officeart/2005/8/quickstyle/3d4" qsCatId="3D" csTypeId="urn:microsoft.com/office/officeart/2005/8/colors/accent3_3" csCatId="accent3"/>
      <dgm:spPr/>
      <dgm:t>
        <a:bodyPr/>
        <a:lstStyle/>
        <a:p>
          <a:endParaRPr lang="en-US"/>
        </a:p>
      </dgm:t>
    </dgm:pt>
    <dgm:pt modelId="{762F9B19-8165-494F-9B8C-32D8212C808A}">
      <dgm:prSet/>
      <dgm:spPr/>
      <dgm:t>
        <a:bodyPr/>
        <a:lstStyle/>
        <a:p>
          <a:pPr rtl="1"/>
          <a:r>
            <a:rPr lang="fa-IR" dirty="0" smtClean="0"/>
            <a:t>آیا مدیریت افول سازمانی عکس مدیریت رشد سازمانی است</a:t>
          </a:r>
          <a:r>
            <a:rPr lang="en-US" dirty="0" smtClean="0"/>
            <a:t> ?</a:t>
          </a:r>
          <a:endParaRPr lang="en-US" dirty="0"/>
        </a:p>
      </dgm:t>
    </dgm:pt>
    <dgm:pt modelId="{16464529-A163-4DD0-8F40-CCC0B14F0A9F}" type="parTrans" cxnId="{D91A8396-A5F6-4A75-96F9-C9889EEF4AD1}">
      <dgm:prSet/>
      <dgm:spPr/>
      <dgm:t>
        <a:bodyPr/>
        <a:lstStyle/>
        <a:p>
          <a:endParaRPr lang="en-US"/>
        </a:p>
      </dgm:t>
    </dgm:pt>
    <dgm:pt modelId="{0AE55A77-EB15-4F29-A718-06A2BF59C6C0}" type="sibTrans" cxnId="{D91A8396-A5F6-4A75-96F9-C9889EEF4AD1}">
      <dgm:prSet/>
      <dgm:spPr/>
      <dgm:t>
        <a:bodyPr/>
        <a:lstStyle/>
        <a:p>
          <a:endParaRPr lang="en-US"/>
        </a:p>
      </dgm:t>
    </dgm:pt>
    <dgm:pt modelId="{1EE3511B-ED0A-42FA-B743-523CC4104BD2}" type="pres">
      <dgm:prSet presAssocID="{AB433874-A45A-4798-9B45-A974942828C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3565634-C181-4163-8565-3A5CBABDCCC3}" type="pres">
      <dgm:prSet presAssocID="{762F9B19-8165-494F-9B8C-32D8212C808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91A8396-A5F6-4A75-96F9-C9889EEF4AD1}" srcId="{AB433874-A45A-4798-9B45-A974942828C9}" destId="{762F9B19-8165-494F-9B8C-32D8212C808A}" srcOrd="0" destOrd="0" parTransId="{16464529-A163-4DD0-8F40-CCC0B14F0A9F}" sibTransId="{0AE55A77-EB15-4F29-A718-06A2BF59C6C0}"/>
    <dgm:cxn modelId="{C70F89D0-452C-4FAB-834D-3F18B76CF6E3}" type="presOf" srcId="{762F9B19-8165-494F-9B8C-32D8212C808A}" destId="{B3565634-C181-4163-8565-3A5CBABDCCC3}" srcOrd="0" destOrd="0" presId="urn:microsoft.com/office/officeart/2005/8/layout/vList2"/>
    <dgm:cxn modelId="{5F16C397-4AE4-43FB-8D34-63CB6BA45B54}" type="presOf" srcId="{AB433874-A45A-4798-9B45-A974942828C9}" destId="{1EE3511B-ED0A-42FA-B743-523CC4104BD2}" srcOrd="0" destOrd="0" presId="urn:microsoft.com/office/officeart/2005/8/layout/vList2"/>
    <dgm:cxn modelId="{D2EA35FA-4BD6-4067-A2D2-F89F0ECE5AB5}" type="presParOf" srcId="{1EE3511B-ED0A-42FA-B743-523CC4104BD2}" destId="{B3565634-C181-4163-8565-3A5CBABDCCC3}" srcOrd="0" destOrd="0" presId="urn:microsoft.com/office/officeart/2005/8/layout/vList2"/>
  </dgm:cxnLst>
  <dgm:bg/>
  <dgm:whole/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7387986-FD70-4759-9BD4-61B985FC1F9A}" type="doc">
      <dgm:prSet loTypeId="urn:microsoft.com/office/officeart/2005/8/layout/vList2" loCatId="list" qsTypeId="urn:microsoft.com/office/officeart/2005/8/quickstyle/3d6" qsCatId="3D" csTypeId="urn:microsoft.com/office/officeart/2005/8/colors/accent3_5" csCatId="accent3"/>
      <dgm:spPr/>
      <dgm:t>
        <a:bodyPr/>
        <a:lstStyle/>
        <a:p>
          <a:endParaRPr lang="en-US"/>
        </a:p>
      </dgm:t>
    </dgm:pt>
    <dgm:pt modelId="{CEAB5444-B9C2-4B7D-8B1D-B060CE2529A7}">
      <dgm:prSet/>
      <dgm:spPr/>
      <dgm:t>
        <a:bodyPr/>
        <a:lstStyle/>
        <a:p>
          <a:pPr rtl="1"/>
          <a:r>
            <a:rPr lang="fa-IR" b="1" dirty="0" smtClean="0"/>
            <a:t>نظریه قدرت – كنترل :</a:t>
          </a:r>
          <a:r>
            <a:rPr lang="fa-IR" dirty="0" smtClean="0"/>
            <a:t> اندازه سازمانی یك عامل كلیدی تعیین كننده ساختار در طی دوره رشد است ، اما در دوره افول ، عامل قدرت – كنترل جایگزین آن می شود. در طی دوره رشد اقدامات گروههای ذینفع برای حفظ و یا افزایش قدرت خود نسبت به مرحله افول تقریباً آشكار نیست . موقعیكه سازمان در حال افول است منابع کمیاب از ارزش زیادی برخوردار می شوند. از اینرو در مرحله افول – ساختار بیشتر منافع صاحبان قدرت را كه بهتر قادرند از یك تنازع سیاسی به سلامت بگذرند منعكس می كنند. </a:t>
          </a:r>
          <a:endParaRPr lang="en-US" dirty="0"/>
        </a:p>
      </dgm:t>
    </dgm:pt>
    <dgm:pt modelId="{880C0A46-55DB-449B-AC15-D2DDDAF24948}" type="parTrans" cxnId="{9C57DBDD-3B4D-46DE-B818-C1BF346755C7}">
      <dgm:prSet/>
      <dgm:spPr/>
      <dgm:t>
        <a:bodyPr/>
        <a:lstStyle/>
        <a:p>
          <a:endParaRPr lang="en-US"/>
        </a:p>
      </dgm:t>
    </dgm:pt>
    <dgm:pt modelId="{5EDF5255-B20A-4DD4-BA5A-2E341F128991}" type="sibTrans" cxnId="{9C57DBDD-3B4D-46DE-B818-C1BF346755C7}">
      <dgm:prSet/>
      <dgm:spPr/>
      <dgm:t>
        <a:bodyPr/>
        <a:lstStyle/>
        <a:p>
          <a:endParaRPr lang="en-US"/>
        </a:p>
      </dgm:t>
    </dgm:pt>
    <dgm:pt modelId="{DCA31BB0-F2BD-42B1-AB31-B998F6167220}" type="pres">
      <dgm:prSet presAssocID="{87387986-FD70-4759-9BD4-61B985FC1F9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4C220F5-BCC5-4F05-9255-D1AD13E5FF7B}" type="pres">
      <dgm:prSet presAssocID="{CEAB5444-B9C2-4B7D-8B1D-B060CE2529A7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BA77631-BD55-4034-8428-0CBA6A020937}" type="presOf" srcId="{87387986-FD70-4759-9BD4-61B985FC1F9A}" destId="{DCA31BB0-F2BD-42B1-AB31-B998F6167220}" srcOrd="0" destOrd="0" presId="urn:microsoft.com/office/officeart/2005/8/layout/vList2"/>
    <dgm:cxn modelId="{B1A03810-E19F-41B6-AA2D-C07D7AB02199}" type="presOf" srcId="{CEAB5444-B9C2-4B7D-8B1D-B060CE2529A7}" destId="{74C220F5-BCC5-4F05-9255-D1AD13E5FF7B}" srcOrd="0" destOrd="0" presId="urn:microsoft.com/office/officeart/2005/8/layout/vList2"/>
    <dgm:cxn modelId="{9C57DBDD-3B4D-46DE-B818-C1BF346755C7}" srcId="{87387986-FD70-4759-9BD4-61B985FC1F9A}" destId="{CEAB5444-B9C2-4B7D-8B1D-B060CE2529A7}" srcOrd="0" destOrd="0" parTransId="{880C0A46-55DB-449B-AC15-D2DDDAF24948}" sibTransId="{5EDF5255-B20A-4DD4-BA5A-2E341F128991}"/>
    <dgm:cxn modelId="{74DBDCB3-7170-44CF-87DF-575D364DC589}" type="presParOf" srcId="{DCA31BB0-F2BD-42B1-AB31-B998F6167220}" destId="{74C220F5-BCC5-4F05-9255-D1AD13E5FF7B}" srcOrd="0" destOrd="0" presId="urn:microsoft.com/office/officeart/2005/8/layout/vList2"/>
  </dgm:cxnLst>
  <dgm:bg/>
  <dgm:whole/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BC408B4A-000D-44C0-B632-03080DB0A68E}" type="doc">
      <dgm:prSet loTypeId="urn:microsoft.com/office/officeart/2005/8/layout/hierarchy3" loCatId="hierarchy" qsTypeId="urn:microsoft.com/office/officeart/2005/8/quickstyle/simple1" qsCatId="simple" csTypeId="urn:microsoft.com/office/officeart/2005/8/colors/accent3_3" csCatId="accent3"/>
      <dgm:spPr/>
      <dgm:t>
        <a:bodyPr/>
        <a:lstStyle/>
        <a:p>
          <a:endParaRPr lang="en-US"/>
        </a:p>
      </dgm:t>
    </dgm:pt>
    <dgm:pt modelId="{36F456B6-08E9-4ADD-90C7-E8EE9EDAC5DE}">
      <dgm:prSet/>
      <dgm:spPr/>
      <dgm:t>
        <a:bodyPr/>
        <a:lstStyle/>
        <a:p>
          <a:pPr rtl="1"/>
          <a:r>
            <a:rPr lang="fa-IR" b="1" dirty="0" smtClean="0"/>
            <a:t>افول مراحلی را طی می كند :</a:t>
          </a:r>
          <a:r>
            <a:rPr lang="fa-IR" dirty="0" smtClean="0"/>
            <a:t> نظر نهایی به این فرض استوار است كه سازمانها غالباً مواجه با نوعی افول مستمر و مرحله به مرحله می باشند. در مرحله نخست كه نوعی شوك یا ضربه است مدیریت واكنشی نشان نمی دهد در مرحله دوم مدیریت در یك حالت دفاعی قرار می گیرد و افول یا نادیده گرفته می شود یا انكار میگردد . </a:t>
          </a:r>
          <a:endParaRPr lang="en-US" dirty="0"/>
        </a:p>
      </dgm:t>
    </dgm:pt>
    <dgm:pt modelId="{6638F1C9-DD48-44DF-9B5F-C7DD1F8139AD}" type="parTrans" cxnId="{14BFD860-214D-45DD-A9DC-2502D2750287}">
      <dgm:prSet/>
      <dgm:spPr/>
      <dgm:t>
        <a:bodyPr/>
        <a:lstStyle/>
        <a:p>
          <a:endParaRPr lang="en-US"/>
        </a:p>
      </dgm:t>
    </dgm:pt>
    <dgm:pt modelId="{5AD43ED0-73B3-4C04-9198-B778E870BA23}" type="sibTrans" cxnId="{14BFD860-214D-45DD-A9DC-2502D2750287}">
      <dgm:prSet/>
      <dgm:spPr/>
      <dgm:t>
        <a:bodyPr/>
        <a:lstStyle/>
        <a:p>
          <a:endParaRPr lang="en-US"/>
        </a:p>
      </dgm:t>
    </dgm:pt>
    <dgm:pt modelId="{E4449C18-ABF9-4772-A579-1EA973B4CF8D}" type="pres">
      <dgm:prSet presAssocID="{BC408B4A-000D-44C0-B632-03080DB0A68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C9EBE80-34DC-4A1C-B729-9DB66BA75ED7}" type="pres">
      <dgm:prSet presAssocID="{36F456B6-08E9-4ADD-90C7-E8EE9EDAC5DE}" presName="root" presStyleCnt="0"/>
      <dgm:spPr/>
    </dgm:pt>
    <dgm:pt modelId="{9836D9EA-BCF4-4039-8E73-61A93026A8A6}" type="pres">
      <dgm:prSet presAssocID="{36F456B6-08E9-4ADD-90C7-E8EE9EDAC5DE}" presName="rootComposite" presStyleCnt="0"/>
      <dgm:spPr/>
    </dgm:pt>
    <dgm:pt modelId="{3F00A326-6DBA-4C5B-80A7-329DFFDDFBC2}" type="pres">
      <dgm:prSet presAssocID="{36F456B6-08E9-4ADD-90C7-E8EE9EDAC5DE}" presName="rootText" presStyleLbl="node1" presStyleIdx="0" presStyleCnt="1"/>
      <dgm:spPr/>
      <dgm:t>
        <a:bodyPr/>
        <a:lstStyle/>
        <a:p>
          <a:endParaRPr lang="en-US"/>
        </a:p>
      </dgm:t>
    </dgm:pt>
    <dgm:pt modelId="{BCFE91B4-AA2A-4DC5-96A0-C22E4C9A3407}" type="pres">
      <dgm:prSet presAssocID="{36F456B6-08E9-4ADD-90C7-E8EE9EDAC5DE}" presName="rootConnector" presStyleLbl="node1" presStyleIdx="0" presStyleCnt="1"/>
      <dgm:spPr/>
      <dgm:t>
        <a:bodyPr/>
        <a:lstStyle/>
        <a:p>
          <a:endParaRPr lang="en-US"/>
        </a:p>
      </dgm:t>
    </dgm:pt>
    <dgm:pt modelId="{CA8EBCAF-A920-4F30-AFB1-26D811D923F8}" type="pres">
      <dgm:prSet presAssocID="{36F456B6-08E9-4ADD-90C7-E8EE9EDAC5DE}" presName="childShape" presStyleCnt="0"/>
      <dgm:spPr/>
    </dgm:pt>
  </dgm:ptLst>
  <dgm:cxnLst>
    <dgm:cxn modelId="{9778C6DA-167A-49BE-A3DD-09725BC2910A}" type="presOf" srcId="{36F456B6-08E9-4ADD-90C7-E8EE9EDAC5DE}" destId="{BCFE91B4-AA2A-4DC5-96A0-C22E4C9A3407}" srcOrd="1" destOrd="0" presId="urn:microsoft.com/office/officeart/2005/8/layout/hierarchy3"/>
    <dgm:cxn modelId="{C46807F9-CF58-49A0-B6D3-9D64EF7D4491}" type="presOf" srcId="{BC408B4A-000D-44C0-B632-03080DB0A68E}" destId="{E4449C18-ABF9-4772-A579-1EA973B4CF8D}" srcOrd="0" destOrd="0" presId="urn:microsoft.com/office/officeart/2005/8/layout/hierarchy3"/>
    <dgm:cxn modelId="{14BFD860-214D-45DD-A9DC-2502D2750287}" srcId="{BC408B4A-000D-44C0-B632-03080DB0A68E}" destId="{36F456B6-08E9-4ADD-90C7-E8EE9EDAC5DE}" srcOrd="0" destOrd="0" parTransId="{6638F1C9-DD48-44DF-9B5F-C7DD1F8139AD}" sibTransId="{5AD43ED0-73B3-4C04-9198-B778E870BA23}"/>
    <dgm:cxn modelId="{7041D868-ECB2-4A9B-9737-07AC7FD936EA}" type="presOf" srcId="{36F456B6-08E9-4ADD-90C7-E8EE9EDAC5DE}" destId="{3F00A326-6DBA-4C5B-80A7-329DFFDDFBC2}" srcOrd="0" destOrd="0" presId="urn:microsoft.com/office/officeart/2005/8/layout/hierarchy3"/>
    <dgm:cxn modelId="{07A2BCC6-D4DA-4BF2-913D-BA27AC7AC6B5}" type="presParOf" srcId="{E4449C18-ABF9-4772-A579-1EA973B4CF8D}" destId="{6C9EBE80-34DC-4A1C-B729-9DB66BA75ED7}" srcOrd="0" destOrd="0" presId="urn:microsoft.com/office/officeart/2005/8/layout/hierarchy3"/>
    <dgm:cxn modelId="{D13F2B3F-8ABD-49F7-820E-2A482A6F7A44}" type="presParOf" srcId="{6C9EBE80-34DC-4A1C-B729-9DB66BA75ED7}" destId="{9836D9EA-BCF4-4039-8E73-61A93026A8A6}" srcOrd="0" destOrd="0" presId="urn:microsoft.com/office/officeart/2005/8/layout/hierarchy3"/>
    <dgm:cxn modelId="{B7CC5691-9B70-4E76-8B9E-B032F3E30532}" type="presParOf" srcId="{9836D9EA-BCF4-4039-8E73-61A93026A8A6}" destId="{3F00A326-6DBA-4C5B-80A7-329DFFDDFBC2}" srcOrd="0" destOrd="0" presId="urn:microsoft.com/office/officeart/2005/8/layout/hierarchy3"/>
    <dgm:cxn modelId="{FF9C382A-187B-4464-A9AC-05AF2FA7E87A}" type="presParOf" srcId="{9836D9EA-BCF4-4039-8E73-61A93026A8A6}" destId="{BCFE91B4-AA2A-4DC5-96A0-C22E4C9A3407}" srcOrd="1" destOrd="0" presId="urn:microsoft.com/office/officeart/2005/8/layout/hierarchy3"/>
    <dgm:cxn modelId="{DB9E441A-7087-45D6-9CEC-FBBB65AD2CDA}" type="presParOf" srcId="{6C9EBE80-34DC-4A1C-B729-9DB66BA75ED7}" destId="{CA8EBCAF-A920-4F30-AFB1-26D811D923F8}" srcOrd="1" destOrd="0" presId="urn:microsoft.com/office/officeart/2005/8/layout/hierarchy3"/>
  </dgm:cxnLst>
  <dgm:bg/>
  <dgm:whole/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C395B6C9-5664-4BAB-8B63-4AFC0BBE36E6}" type="doc">
      <dgm:prSet loTypeId="urn:microsoft.com/office/officeart/2005/8/layout/vList5" loCatId="list" qsTypeId="urn:microsoft.com/office/officeart/2005/8/quickstyle/3d5" qsCatId="3D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DF64EC29-9F6E-41BA-8F53-4208F676C3AD}">
      <dgm:prSet/>
      <dgm:spPr/>
      <dgm:t>
        <a:bodyPr/>
        <a:lstStyle/>
        <a:p>
          <a:pPr rtl="1"/>
          <a:r>
            <a:rPr lang="fa-IR" dirty="0" smtClean="0"/>
            <a:t>در مرحله سوم موقعیكه واقعیات افول برملا شد ، مدیریت در برابر آن به عنوان نوعی بحران موقت واكنش نشان می دهد . فقط در مرحله چهارم است كه مدیریت وضعیت جدید را می پذیرد و جرح و تعدیلات لازم صورت می دهد. در مرحله بحران موقت ، می توان پیش بینی كرد كه مدیریت تصمیمات را بصورت متمركز اخذ خواهد كرد و به ساختار ساده متوسل شد . موقعیكه افول بوجود می آید مدیریت خواهان كنترل است</a:t>
          </a:r>
          <a:r>
            <a:rPr lang="en-US" dirty="0" smtClean="0"/>
            <a:t> </a:t>
          </a:r>
          <a:r>
            <a:rPr lang="fa-IR" dirty="0" smtClean="0"/>
            <a:t>.</a:t>
          </a:r>
          <a:endParaRPr lang="en-US" dirty="0"/>
        </a:p>
      </dgm:t>
    </dgm:pt>
    <dgm:pt modelId="{D0D52597-7892-4860-9FB7-981526E5721C}" type="parTrans" cxnId="{CF044C66-6322-4365-9E99-34C95C3323BB}">
      <dgm:prSet/>
      <dgm:spPr/>
      <dgm:t>
        <a:bodyPr/>
        <a:lstStyle/>
        <a:p>
          <a:endParaRPr lang="en-US"/>
        </a:p>
      </dgm:t>
    </dgm:pt>
    <dgm:pt modelId="{48F77CC0-2DD0-46E4-9FE7-32A7EF270FA0}" type="sibTrans" cxnId="{CF044C66-6322-4365-9E99-34C95C3323BB}">
      <dgm:prSet/>
      <dgm:spPr/>
      <dgm:t>
        <a:bodyPr/>
        <a:lstStyle/>
        <a:p>
          <a:endParaRPr lang="en-US"/>
        </a:p>
      </dgm:t>
    </dgm:pt>
    <dgm:pt modelId="{0D2A19C8-C1FF-41A4-AE8B-EEC43D43EECF}" type="pres">
      <dgm:prSet presAssocID="{C395B6C9-5664-4BAB-8B63-4AFC0BBE36E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0C57498-9F82-40DF-96DB-60F1AAA81F05}" type="pres">
      <dgm:prSet presAssocID="{DF64EC29-9F6E-41BA-8F53-4208F676C3AD}" presName="linNode" presStyleCnt="0"/>
      <dgm:spPr/>
    </dgm:pt>
    <dgm:pt modelId="{9DDC2B40-1BC6-4425-81D8-9484A0BF39F0}" type="pres">
      <dgm:prSet presAssocID="{DF64EC29-9F6E-41BA-8F53-4208F676C3AD}" presName="parentText" presStyleLbl="node1" presStyleIdx="0" presStyleCnt="1" custScaleX="19534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DA3DACA-6171-47F8-A86D-2F024D978ACD}" type="presOf" srcId="{DF64EC29-9F6E-41BA-8F53-4208F676C3AD}" destId="{9DDC2B40-1BC6-4425-81D8-9484A0BF39F0}" srcOrd="0" destOrd="0" presId="urn:microsoft.com/office/officeart/2005/8/layout/vList5"/>
    <dgm:cxn modelId="{CF044C66-6322-4365-9E99-34C95C3323BB}" srcId="{C395B6C9-5664-4BAB-8B63-4AFC0BBE36E6}" destId="{DF64EC29-9F6E-41BA-8F53-4208F676C3AD}" srcOrd="0" destOrd="0" parTransId="{D0D52597-7892-4860-9FB7-981526E5721C}" sibTransId="{48F77CC0-2DD0-46E4-9FE7-32A7EF270FA0}"/>
    <dgm:cxn modelId="{F9014BA1-C79A-448B-8494-23B60CA41D40}" type="presOf" srcId="{C395B6C9-5664-4BAB-8B63-4AFC0BBE36E6}" destId="{0D2A19C8-C1FF-41A4-AE8B-EEC43D43EECF}" srcOrd="0" destOrd="0" presId="urn:microsoft.com/office/officeart/2005/8/layout/vList5"/>
    <dgm:cxn modelId="{AC289024-444F-433C-A599-F135CE5A4D92}" type="presParOf" srcId="{0D2A19C8-C1FF-41A4-AE8B-EEC43D43EECF}" destId="{C0C57498-9F82-40DF-96DB-60F1AAA81F05}" srcOrd="0" destOrd="0" presId="urn:microsoft.com/office/officeart/2005/8/layout/vList5"/>
    <dgm:cxn modelId="{FCDC926A-E887-40AD-8778-698C89B413BA}" type="presParOf" srcId="{C0C57498-9F82-40DF-96DB-60F1AAA81F05}" destId="{9DDC2B40-1BC6-4425-81D8-9484A0BF39F0}" srcOrd="0" destOrd="0" presId="urn:microsoft.com/office/officeart/2005/8/layout/vList5"/>
  </dgm:cxnLst>
  <dgm:bg/>
  <dgm:whole/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A180C8B-C055-455F-A71F-C801D36BE913}" type="doc">
      <dgm:prSet loTypeId="urn:microsoft.com/office/officeart/2005/8/layout/vList2" loCatId="list" qsTypeId="urn:microsoft.com/office/officeart/2005/8/quickstyle/simple1" qsCatId="simple" csTypeId="urn:microsoft.com/office/officeart/2005/8/colors/accent3_4" csCatId="accent3"/>
      <dgm:spPr/>
      <dgm:t>
        <a:bodyPr/>
        <a:lstStyle/>
        <a:p>
          <a:endParaRPr lang="en-US"/>
        </a:p>
      </dgm:t>
    </dgm:pt>
    <dgm:pt modelId="{FAB22334-78C0-4CF9-B102-C1DF3A70309E}">
      <dgm:prSet/>
      <dgm:spPr/>
      <dgm:t>
        <a:bodyPr/>
        <a:lstStyle/>
        <a:p>
          <a:pPr rtl="0"/>
          <a:r>
            <a:rPr lang="fa-IR" dirty="0" smtClean="0"/>
            <a:t>مشکلات بالقوه مدیریتی در هنگام افول سازمان ها</a:t>
          </a:r>
          <a:endParaRPr lang="en-US" dirty="0"/>
        </a:p>
      </dgm:t>
    </dgm:pt>
    <dgm:pt modelId="{C55DD9C3-64A2-4CC7-9141-6C4D411FF45B}" type="parTrans" cxnId="{600B34D5-1D83-415F-896F-0414C2D2D0BD}">
      <dgm:prSet/>
      <dgm:spPr/>
      <dgm:t>
        <a:bodyPr/>
        <a:lstStyle/>
        <a:p>
          <a:endParaRPr lang="en-US"/>
        </a:p>
      </dgm:t>
    </dgm:pt>
    <dgm:pt modelId="{502F4091-3C40-4A36-9B74-1E532355C0B2}" type="sibTrans" cxnId="{600B34D5-1D83-415F-896F-0414C2D2D0BD}">
      <dgm:prSet/>
      <dgm:spPr/>
      <dgm:t>
        <a:bodyPr/>
        <a:lstStyle/>
        <a:p>
          <a:endParaRPr lang="en-US"/>
        </a:p>
      </dgm:t>
    </dgm:pt>
    <dgm:pt modelId="{93963422-A18C-4359-8815-F36DCF521C54}" type="pres">
      <dgm:prSet presAssocID="{DA180C8B-C055-455F-A71F-C801D36BE91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5F3F270-6F65-4EBA-B465-171CC2D50118}" type="pres">
      <dgm:prSet presAssocID="{FAB22334-78C0-4CF9-B102-C1DF3A70309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00B34D5-1D83-415F-896F-0414C2D2D0BD}" srcId="{DA180C8B-C055-455F-A71F-C801D36BE913}" destId="{FAB22334-78C0-4CF9-B102-C1DF3A70309E}" srcOrd="0" destOrd="0" parTransId="{C55DD9C3-64A2-4CC7-9141-6C4D411FF45B}" sibTransId="{502F4091-3C40-4A36-9B74-1E532355C0B2}"/>
    <dgm:cxn modelId="{EC1EC861-F5E7-4D74-86A1-B8726B0FCFD5}" type="presOf" srcId="{DA180C8B-C055-455F-A71F-C801D36BE913}" destId="{93963422-A18C-4359-8815-F36DCF521C54}" srcOrd="0" destOrd="0" presId="urn:microsoft.com/office/officeart/2005/8/layout/vList2"/>
    <dgm:cxn modelId="{3F127C20-E73B-4FB4-8E34-4DB316AED8F8}" type="presOf" srcId="{FAB22334-78C0-4CF9-B102-C1DF3A70309E}" destId="{75F3F270-6F65-4EBA-B465-171CC2D50118}" srcOrd="0" destOrd="0" presId="urn:microsoft.com/office/officeart/2005/8/layout/vList2"/>
    <dgm:cxn modelId="{09A561FF-4EFA-416B-97E0-526932E93CFD}" type="presParOf" srcId="{93963422-A18C-4359-8815-F36DCF521C54}" destId="{75F3F270-6F65-4EBA-B465-171CC2D50118}" srcOrd="0" destOrd="0" presId="urn:microsoft.com/office/officeart/2005/8/layout/vList2"/>
  </dgm:cxnLst>
  <dgm:bg/>
  <dgm:whole/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CD5DA23C-6942-428E-97B8-C72C819392F9}" type="doc">
      <dgm:prSet loTypeId="urn:microsoft.com/office/officeart/2005/8/layout/vList2" loCatId="list" qsTypeId="urn:microsoft.com/office/officeart/2005/8/quickstyle/simple1" qsCatId="simple" csTypeId="urn:microsoft.com/office/officeart/2005/8/colors/accent3_4" csCatId="accent3"/>
      <dgm:spPr/>
      <dgm:t>
        <a:bodyPr/>
        <a:lstStyle/>
        <a:p>
          <a:endParaRPr lang="en-US"/>
        </a:p>
      </dgm:t>
    </dgm:pt>
    <dgm:pt modelId="{E83C7D7E-D910-4A11-A2BE-C87433CB8669}">
      <dgm:prSet custT="1"/>
      <dgm:spPr/>
      <dgm:t>
        <a:bodyPr/>
        <a:lstStyle/>
        <a:p>
          <a:pPr rtl="1"/>
          <a:r>
            <a:rPr lang="fa-IR" sz="3200" dirty="0" smtClean="0"/>
            <a:t>افزایش تعارض</a:t>
          </a:r>
          <a:endParaRPr lang="en-US" sz="3200" dirty="0"/>
        </a:p>
      </dgm:t>
    </dgm:pt>
    <dgm:pt modelId="{B3832BB0-F6FC-410A-87E9-C0BD0974A6C2}" type="parTrans" cxnId="{FE11BC3D-1A0A-4140-A2C1-7B9A8B4376D4}">
      <dgm:prSet/>
      <dgm:spPr/>
      <dgm:t>
        <a:bodyPr/>
        <a:lstStyle/>
        <a:p>
          <a:endParaRPr lang="en-US"/>
        </a:p>
      </dgm:t>
    </dgm:pt>
    <dgm:pt modelId="{51529CDF-299B-4BAF-A329-E16E3C845E58}" type="sibTrans" cxnId="{FE11BC3D-1A0A-4140-A2C1-7B9A8B4376D4}">
      <dgm:prSet/>
      <dgm:spPr/>
      <dgm:t>
        <a:bodyPr/>
        <a:lstStyle/>
        <a:p>
          <a:endParaRPr lang="en-US"/>
        </a:p>
      </dgm:t>
    </dgm:pt>
    <dgm:pt modelId="{9B501DD7-6AED-43F2-A470-490F582871CB}">
      <dgm:prSet custT="1"/>
      <dgm:spPr/>
      <dgm:t>
        <a:bodyPr/>
        <a:lstStyle/>
        <a:p>
          <a:pPr rtl="1"/>
          <a:r>
            <a:rPr lang="fa-IR" sz="3200" dirty="0" smtClean="0"/>
            <a:t>افزایش سیاسی کاری</a:t>
          </a:r>
          <a:endParaRPr lang="en-US" sz="3200" dirty="0"/>
        </a:p>
      </dgm:t>
    </dgm:pt>
    <dgm:pt modelId="{A136D7C9-809A-4E90-AC62-119452A13F41}" type="parTrans" cxnId="{C664ABA9-7A44-4421-ACBF-8DCE2E07D2F4}">
      <dgm:prSet/>
      <dgm:spPr/>
      <dgm:t>
        <a:bodyPr/>
        <a:lstStyle/>
        <a:p>
          <a:endParaRPr lang="en-US"/>
        </a:p>
      </dgm:t>
    </dgm:pt>
    <dgm:pt modelId="{EDEE248F-0D2C-4D83-83E2-CD4FC501FA5C}" type="sibTrans" cxnId="{C664ABA9-7A44-4421-ACBF-8DCE2E07D2F4}">
      <dgm:prSet/>
      <dgm:spPr/>
      <dgm:t>
        <a:bodyPr/>
        <a:lstStyle/>
        <a:p>
          <a:endParaRPr lang="en-US"/>
        </a:p>
      </dgm:t>
    </dgm:pt>
    <dgm:pt modelId="{6F1A175A-A25C-46E8-BFF0-F2C70213D2EE}">
      <dgm:prSet custT="1"/>
      <dgm:spPr/>
      <dgm:t>
        <a:bodyPr/>
        <a:lstStyle/>
        <a:p>
          <a:pPr rtl="1"/>
          <a:r>
            <a:rPr lang="fa-IR" sz="3200" dirty="0" smtClean="0"/>
            <a:t>افزایش مقاومت در برابر تغییر</a:t>
          </a:r>
          <a:endParaRPr lang="en-US" sz="3200" dirty="0"/>
        </a:p>
      </dgm:t>
    </dgm:pt>
    <dgm:pt modelId="{C921066B-BAD8-4FFF-B8F7-A54C1C28642F}" type="parTrans" cxnId="{E9BBD01B-0DE8-4C6A-88EC-FCA30FA301BA}">
      <dgm:prSet/>
      <dgm:spPr/>
      <dgm:t>
        <a:bodyPr/>
        <a:lstStyle/>
        <a:p>
          <a:endParaRPr lang="en-US"/>
        </a:p>
      </dgm:t>
    </dgm:pt>
    <dgm:pt modelId="{482A2D84-E7BB-4DAD-8D52-F413B81236FC}" type="sibTrans" cxnId="{E9BBD01B-0DE8-4C6A-88EC-FCA30FA301BA}">
      <dgm:prSet/>
      <dgm:spPr/>
      <dgm:t>
        <a:bodyPr/>
        <a:lstStyle/>
        <a:p>
          <a:endParaRPr lang="en-US"/>
        </a:p>
      </dgm:t>
    </dgm:pt>
    <dgm:pt modelId="{F4AE6330-3B71-4EC1-AFDC-DC7267AF32BD}">
      <dgm:prSet custT="1"/>
      <dgm:spPr/>
      <dgm:t>
        <a:bodyPr/>
        <a:lstStyle/>
        <a:p>
          <a:pPr rtl="1"/>
          <a:r>
            <a:rPr lang="fa-IR" sz="3200" dirty="0" smtClean="0"/>
            <a:t>از دست رفتن اعتبار مدیریت عالی</a:t>
          </a:r>
          <a:endParaRPr lang="en-US" sz="3200" dirty="0"/>
        </a:p>
      </dgm:t>
    </dgm:pt>
    <dgm:pt modelId="{F392D3E5-2444-4D4A-B768-F90970762652}" type="parTrans" cxnId="{55C736E0-D7A4-4ABD-8975-3D77E47FA408}">
      <dgm:prSet/>
      <dgm:spPr/>
      <dgm:t>
        <a:bodyPr/>
        <a:lstStyle/>
        <a:p>
          <a:endParaRPr lang="en-US"/>
        </a:p>
      </dgm:t>
    </dgm:pt>
    <dgm:pt modelId="{BA5AFEB9-9189-4058-A3F4-088627845D1E}" type="sibTrans" cxnId="{55C736E0-D7A4-4ABD-8975-3D77E47FA408}">
      <dgm:prSet/>
      <dgm:spPr/>
      <dgm:t>
        <a:bodyPr/>
        <a:lstStyle/>
        <a:p>
          <a:endParaRPr lang="en-US"/>
        </a:p>
      </dgm:t>
    </dgm:pt>
    <dgm:pt modelId="{BC8ED916-6DA3-4F6B-9B24-AD793E18379E}">
      <dgm:prSet custT="1"/>
      <dgm:spPr/>
      <dgm:t>
        <a:bodyPr/>
        <a:lstStyle/>
        <a:p>
          <a:pPr rtl="1"/>
          <a:r>
            <a:rPr lang="fa-IR" sz="3200" dirty="0" smtClean="0"/>
            <a:t>تغییر در ترکیب نیروی کار</a:t>
          </a:r>
          <a:endParaRPr lang="en-US" sz="3200" dirty="0"/>
        </a:p>
      </dgm:t>
    </dgm:pt>
    <dgm:pt modelId="{A3016937-5318-45BF-AE5A-94B32B6D4D82}" type="parTrans" cxnId="{BAC5D0D6-3991-4C14-91F4-8524B55980DE}">
      <dgm:prSet/>
      <dgm:spPr/>
      <dgm:t>
        <a:bodyPr/>
        <a:lstStyle/>
        <a:p>
          <a:endParaRPr lang="en-US"/>
        </a:p>
      </dgm:t>
    </dgm:pt>
    <dgm:pt modelId="{1A43B600-03E4-4D12-9C43-900D67681A64}" type="sibTrans" cxnId="{BAC5D0D6-3991-4C14-91F4-8524B55980DE}">
      <dgm:prSet/>
      <dgm:spPr/>
      <dgm:t>
        <a:bodyPr/>
        <a:lstStyle/>
        <a:p>
          <a:endParaRPr lang="en-US"/>
        </a:p>
      </dgm:t>
    </dgm:pt>
    <dgm:pt modelId="{4599E4C4-516F-4868-B14B-08975E33D9A8}">
      <dgm:prSet custT="1"/>
      <dgm:spPr/>
      <dgm:t>
        <a:bodyPr/>
        <a:lstStyle/>
        <a:p>
          <a:pPr rtl="1"/>
          <a:r>
            <a:rPr lang="fa-IR" sz="3200" dirty="0" smtClean="0"/>
            <a:t>افزایش در ترک خدمت داوطلبانه</a:t>
          </a:r>
          <a:endParaRPr lang="en-US" sz="3200" dirty="0"/>
        </a:p>
      </dgm:t>
    </dgm:pt>
    <dgm:pt modelId="{E18824C9-CD62-4B89-92AF-C3C06EA8B882}" type="parTrans" cxnId="{D4D9D9C9-13D3-4136-9DA2-3A1E4C237433}">
      <dgm:prSet/>
      <dgm:spPr/>
      <dgm:t>
        <a:bodyPr/>
        <a:lstStyle/>
        <a:p>
          <a:endParaRPr lang="en-US"/>
        </a:p>
      </dgm:t>
    </dgm:pt>
    <dgm:pt modelId="{C22A8A6D-F5EA-4160-953C-3102FE462AF9}" type="sibTrans" cxnId="{D4D9D9C9-13D3-4136-9DA2-3A1E4C237433}">
      <dgm:prSet/>
      <dgm:spPr/>
      <dgm:t>
        <a:bodyPr/>
        <a:lstStyle/>
        <a:p>
          <a:endParaRPr lang="en-US"/>
        </a:p>
      </dgm:t>
    </dgm:pt>
    <dgm:pt modelId="{DA54F387-0E00-46BC-B145-BE9B3F2D863A}">
      <dgm:prSet custT="1"/>
      <dgm:spPr/>
      <dgm:t>
        <a:bodyPr/>
        <a:lstStyle/>
        <a:p>
          <a:pPr rtl="1"/>
          <a:r>
            <a:rPr lang="fa-IR" sz="3200" dirty="0" smtClean="0"/>
            <a:t>کاهش انگیزش کارکنان</a:t>
          </a:r>
          <a:endParaRPr lang="en-US" sz="3200" dirty="0"/>
        </a:p>
      </dgm:t>
    </dgm:pt>
    <dgm:pt modelId="{F970830A-F34A-48B7-A23C-5F3A7529227B}" type="parTrans" cxnId="{8BD40F80-4B0D-40F4-A6B1-CBDAEA1ADFF7}">
      <dgm:prSet/>
      <dgm:spPr/>
      <dgm:t>
        <a:bodyPr/>
        <a:lstStyle/>
        <a:p>
          <a:endParaRPr lang="en-US"/>
        </a:p>
      </dgm:t>
    </dgm:pt>
    <dgm:pt modelId="{3D6719E0-E0E2-449C-B1D5-510C05544281}" type="sibTrans" cxnId="{8BD40F80-4B0D-40F4-A6B1-CBDAEA1ADFF7}">
      <dgm:prSet/>
      <dgm:spPr/>
      <dgm:t>
        <a:bodyPr/>
        <a:lstStyle/>
        <a:p>
          <a:endParaRPr lang="en-US"/>
        </a:p>
      </dgm:t>
    </dgm:pt>
    <dgm:pt modelId="{D3628EC7-9D7E-4677-81CC-0A28CBCCDF22}" type="pres">
      <dgm:prSet presAssocID="{CD5DA23C-6942-428E-97B8-C72C819392F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E176725-3C69-47EE-BFD6-D96CE260692E}" type="pres">
      <dgm:prSet presAssocID="{E83C7D7E-D910-4A11-A2BE-C87433CB8669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B40F62-F67E-454E-A06F-5E5B06143999}" type="pres">
      <dgm:prSet presAssocID="{51529CDF-299B-4BAF-A329-E16E3C845E58}" presName="spacer" presStyleCnt="0"/>
      <dgm:spPr/>
    </dgm:pt>
    <dgm:pt modelId="{78D9DF9F-B15F-4BC2-BCFC-34FC14E5475E}" type="pres">
      <dgm:prSet presAssocID="{9B501DD7-6AED-43F2-A470-490F582871CB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9168E1-31A7-483B-AC47-A6B51AD753A1}" type="pres">
      <dgm:prSet presAssocID="{EDEE248F-0D2C-4D83-83E2-CD4FC501FA5C}" presName="spacer" presStyleCnt="0"/>
      <dgm:spPr/>
    </dgm:pt>
    <dgm:pt modelId="{5E3D5B33-BED7-489B-BC03-21B0B716E81D}" type="pres">
      <dgm:prSet presAssocID="{6F1A175A-A25C-46E8-BFF0-F2C70213D2EE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E16456-5A09-4D07-89B2-8AC00A725AE1}" type="pres">
      <dgm:prSet presAssocID="{482A2D84-E7BB-4DAD-8D52-F413B81236FC}" presName="spacer" presStyleCnt="0"/>
      <dgm:spPr/>
    </dgm:pt>
    <dgm:pt modelId="{70B2B099-BBEC-46A7-8D80-D78723703AF0}" type="pres">
      <dgm:prSet presAssocID="{F4AE6330-3B71-4EC1-AFDC-DC7267AF32BD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B20296-28E9-49BE-8518-45354E578D42}" type="pres">
      <dgm:prSet presAssocID="{BA5AFEB9-9189-4058-A3F4-088627845D1E}" presName="spacer" presStyleCnt="0"/>
      <dgm:spPr/>
    </dgm:pt>
    <dgm:pt modelId="{9C6FA9BF-8800-475F-B5C8-D40C607F3AF4}" type="pres">
      <dgm:prSet presAssocID="{BC8ED916-6DA3-4F6B-9B24-AD793E18379E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402353-158F-40E1-A502-8BD6389826B5}" type="pres">
      <dgm:prSet presAssocID="{1A43B600-03E4-4D12-9C43-900D67681A64}" presName="spacer" presStyleCnt="0"/>
      <dgm:spPr/>
    </dgm:pt>
    <dgm:pt modelId="{9CFACE85-48F3-4DD6-B778-2834C75433AA}" type="pres">
      <dgm:prSet presAssocID="{4599E4C4-516F-4868-B14B-08975E33D9A8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D1F91D-E073-4258-94D2-7879B985471A}" type="pres">
      <dgm:prSet presAssocID="{C22A8A6D-F5EA-4160-953C-3102FE462AF9}" presName="spacer" presStyleCnt="0"/>
      <dgm:spPr/>
    </dgm:pt>
    <dgm:pt modelId="{A43D9FE4-E1E2-4111-A6D9-3E95BC358015}" type="pres">
      <dgm:prSet presAssocID="{DA54F387-0E00-46BC-B145-BE9B3F2D863A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E11BC3D-1A0A-4140-A2C1-7B9A8B4376D4}" srcId="{CD5DA23C-6942-428E-97B8-C72C819392F9}" destId="{E83C7D7E-D910-4A11-A2BE-C87433CB8669}" srcOrd="0" destOrd="0" parTransId="{B3832BB0-F6FC-410A-87E9-C0BD0974A6C2}" sibTransId="{51529CDF-299B-4BAF-A329-E16E3C845E58}"/>
    <dgm:cxn modelId="{E9BBD01B-0DE8-4C6A-88EC-FCA30FA301BA}" srcId="{CD5DA23C-6942-428E-97B8-C72C819392F9}" destId="{6F1A175A-A25C-46E8-BFF0-F2C70213D2EE}" srcOrd="2" destOrd="0" parTransId="{C921066B-BAD8-4FFF-B8F7-A54C1C28642F}" sibTransId="{482A2D84-E7BB-4DAD-8D52-F413B81236FC}"/>
    <dgm:cxn modelId="{F9880348-045F-470F-B2C2-3DC35E10B4A9}" type="presOf" srcId="{6F1A175A-A25C-46E8-BFF0-F2C70213D2EE}" destId="{5E3D5B33-BED7-489B-BC03-21B0B716E81D}" srcOrd="0" destOrd="0" presId="urn:microsoft.com/office/officeart/2005/8/layout/vList2"/>
    <dgm:cxn modelId="{E9D7CC86-3A18-4866-A5D0-A5CFD38BC287}" type="presOf" srcId="{E83C7D7E-D910-4A11-A2BE-C87433CB8669}" destId="{FE176725-3C69-47EE-BFD6-D96CE260692E}" srcOrd="0" destOrd="0" presId="urn:microsoft.com/office/officeart/2005/8/layout/vList2"/>
    <dgm:cxn modelId="{C0262E6F-C0B2-44E6-BFA9-D9DB7D790487}" type="presOf" srcId="{9B501DD7-6AED-43F2-A470-490F582871CB}" destId="{78D9DF9F-B15F-4BC2-BCFC-34FC14E5475E}" srcOrd="0" destOrd="0" presId="urn:microsoft.com/office/officeart/2005/8/layout/vList2"/>
    <dgm:cxn modelId="{8E463A50-9116-4A39-9585-941581E0F34C}" type="presOf" srcId="{CD5DA23C-6942-428E-97B8-C72C819392F9}" destId="{D3628EC7-9D7E-4677-81CC-0A28CBCCDF22}" srcOrd="0" destOrd="0" presId="urn:microsoft.com/office/officeart/2005/8/layout/vList2"/>
    <dgm:cxn modelId="{C664ABA9-7A44-4421-ACBF-8DCE2E07D2F4}" srcId="{CD5DA23C-6942-428E-97B8-C72C819392F9}" destId="{9B501DD7-6AED-43F2-A470-490F582871CB}" srcOrd="1" destOrd="0" parTransId="{A136D7C9-809A-4E90-AC62-119452A13F41}" sibTransId="{EDEE248F-0D2C-4D83-83E2-CD4FC501FA5C}"/>
    <dgm:cxn modelId="{64B10951-3E64-4941-A0BD-828BC84499C5}" type="presOf" srcId="{DA54F387-0E00-46BC-B145-BE9B3F2D863A}" destId="{A43D9FE4-E1E2-4111-A6D9-3E95BC358015}" srcOrd="0" destOrd="0" presId="urn:microsoft.com/office/officeart/2005/8/layout/vList2"/>
    <dgm:cxn modelId="{A68F96A2-6909-418A-9E56-E1FAA87D206D}" type="presOf" srcId="{F4AE6330-3B71-4EC1-AFDC-DC7267AF32BD}" destId="{70B2B099-BBEC-46A7-8D80-D78723703AF0}" srcOrd="0" destOrd="0" presId="urn:microsoft.com/office/officeart/2005/8/layout/vList2"/>
    <dgm:cxn modelId="{55C736E0-D7A4-4ABD-8975-3D77E47FA408}" srcId="{CD5DA23C-6942-428E-97B8-C72C819392F9}" destId="{F4AE6330-3B71-4EC1-AFDC-DC7267AF32BD}" srcOrd="3" destOrd="0" parTransId="{F392D3E5-2444-4D4A-B768-F90970762652}" sibTransId="{BA5AFEB9-9189-4058-A3F4-088627845D1E}"/>
    <dgm:cxn modelId="{0419E5E9-BE76-4F29-A3CC-B9410F3C310F}" type="presOf" srcId="{4599E4C4-516F-4868-B14B-08975E33D9A8}" destId="{9CFACE85-48F3-4DD6-B778-2834C75433AA}" srcOrd="0" destOrd="0" presId="urn:microsoft.com/office/officeart/2005/8/layout/vList2"/>
    <dgm:cxn modelId="{5A3ABF92-CC67-40C1-ABF9-222B2DF2019C}" type="presOf" srcId="{BC8ED916-6DA3-4F6B-9B24-AD793E18379E}" destId="{9C6FA9BF-8800-475F-B5C8-D40C607F3AF4}" srcOrd="0" destOrd="0" presId="urn:microsoft.com/office/officeart/2005/8/layout/vList2"/>
    <dgm:cxn modelId="{8BD40F80-4B0D-40F4-A6B1-CBDAEA1ADFF7}" srcId="{CD5DA23C-6942-428E-97B8-C72C819392F9}" destId="{DA54F387-0E00-46BC-B145-BE9B3F2D863A}" srcOrd="6" destOrd="0" parTransId="{F970830A-F34A-48B7-A23C-5F3A7529227B}" sibTransId="{3D6719E0-E0E2-449C-B1D5-510C05544281}"/>
    <dgm:cxn modelId="{D4D9D9C9-13D3-4136-9DA2-3A1E4C237433}" srcId="{CD5DA23C-6942-428E-97B8-C72C819392F9}" destId="{4599E4C4-516F-4868-B14B-08975E33D9A8}" srcOrd="5" destOrd="0" parTransId="{E18824C9-CD62-4B89-92AF-C3C06EA8B882}" sibTransId="{C22A8A6D-F5EA-4160-953C-3102FE462AF9}"/>
    <dgm:cxn modelId="{BAC5D0D6-3991-4C14-91F4-8524B55980DE}" srcId="{CD5DA23C-6942-428E-97B8-C72C819392F9}" destId="{BC8ED916-6DA3-4F6B-9B24-AD793E18379E}" srcOrd="4" destOrd="0" parTransId="{A3016937-5318-45BF-AE5A-94B32B6D4D82}" sibTransId="{1A43B600-03E4-4D12-9C43-900D67681A64}"/>
    <dgm:cxn modelId="{4DCEE0A7-0C12-47B5-BA74-C292BC1F93DF}" type="presParOf" srcId="{D3628EC7-9D7E-4677-81CC-0A28CBCCDF22}" destId="{FE176725-3C69-47EE-BFD6-D96CE260692E}" srcOrd="0" destOrd="0" presId="urn:microsoft.com/office/officeart/2005/8/layout/vList2"/>
    <dgm:cxn modelId="{10A9E08A-EB51-4B14-9EAD-350175618F59}" type="presParOf" srcId="{D3628EC7-9D7E-4677-81CC-0A28CBCCDF22}" destId="{90B40F62-F67E-454E-A06F-5E5B06143999}" srcOrd="1" destOrd="0" presId="urn:microsoft.com/office/officeart/2005/8/layout/vList2"/>
    <dgm:cxn modelId="{42BD65B7-21AB-435F-B3F4-8E2A486C1ACC}" type="presParOf" srcId="{D3628EC7-9D7E-4677-81CC-0A28CBCCDF22}" destId="{78D9DF9F-B15F-4BC2-BCFC-34FC14E5475E}" srcOrd="2" destOrd="0" presId="urn:microsoft.com/office/officeart/2005/8/layout/vList2"/>
    <dgm:cxn modelId="{32434AC9-13EB-42D4-966B-CE7C897E6A94}" type="presParOf" srcId="{D3628EC7-9D7E-4677-81CC-0A28CBCCDF22}" destId="{EB9168E1-31A7-483B-AC47-A6B51AD753A1}" srcOrd="3" destOrd="0" presId="urn:microsoft.com/office/officeart/2005/8/layout/vList2"/>
    <dgm:cxn modelId="{1AD91F6E-A5D9-44AD-B039-D4D47108649A}" type="presParOf" srcId="{D3628EC7-9D7E-4677-81CC-0A28CBCCDF22}" destId="{5E3D5B33-BED7-489B-BC03-21B0B716E81D}" srcOrd="4" destOrd="0" presId="urn:microsoft.com/office/officeart/2005/8/layout/vList2"/>
    <dgm:cxn modelId="{DFBF2222-B02D-47EC-AEE9-D970221F0BB4}" type="presParOf" srcId="{D3628EC7-9D7E-4677-81CC-0A28CBCCDF22}" destId="{E6E16456-5A09-4D07-89B2-8AC00A725AE1}" srcOrd="5" destOrd="0" presId="urn:microsoft.com/office/officeart/2005/8/layout/vList2"/>
    <dgm:cxn modelId="{6882B0A7-1659-4A70-8019-2B92E9BD779B}" type="presParOf" srcId="{D3628EC7-9D7E-4677-81CC-0A28CBCCDF22}" destId="{70B2B099-BBEC-46A7-8D80-D78723703AF0}" srcOrd="6" destOrd="0" presId="urn:microsoft.com/office/officeart/2005/8/layout/vList2"/>
    <dgm:cxn modelId="{9CBCC87D-6DCB-4BFE-A32E-6E85F2E56CE1}" type="presParOf" srcId="{D3628EC7-9D7E-4677-81CC-0A28CBCCDF22}" destId="{84B20296-28E9-49BE-8518-45354E578D42}" srcOrd="7" destOrd="0" presId="urn:microsoft.com/office/officeart/2005/8/layout/vList2"/>
    <dgm:cxn modelId="{EAEAFF30-E512-49AA-BE51-3328BA6DFB17}" type="presParOf" srcId="{D3628EC7-9D7E-4677-81CC-0A28CBCCDF22}" destId="{9C6FA9BF-8800-475F-B5C8-D40C607F3AF4}" srcOrd="8" destOrd="0" presId="urn:microsoft.com/office/officeart/2005/8/layout/vList2"/>
    <dgm:cxn modelId="{01269EC9-8EA4-4B0C-AF55-F3A6CCD5D3D7}" type="presParOf" srcId="{D3628EC7-9D7E-4677-81CC-0A28CBCCDF22}" destId="{C0402353-158F-40E1-A502-8BD6389826B5}" srcOrd="9" destOrd="0" presId="urn:microsoft.com/office/officeart/2005/8/layout/vList2"/>
    <dgm:cxn modelId="{AB1A1109-D569-4B86-8073-A3E5BD67D610}" type="presParOf" srcId="{D3628EC7-9D7E-4677-81CC-0A28CBCCDF22}" destId="{9CFACE85-48F3-4DD6-B778-2834C75433AA}" srcOrd="10" destOrd="0" presId="urn:microsoft.com/office/officeart/2005/8/layout/vList2"/>
    <dgm:cxn modelId="{5B8717D8-511F-4039-AC7F-AA009132E736}" type="presParOf" srcId="{D3628EC7-9D7E-4677-81CC-0A28CBCCDF22}" destId="{C0D1F91D-E073-4258-94D2-7879B985471A}" srcOrd="11" destOrd="0" presId="urn:microsoft.com/office/officeart/2005/8/layout/vList2"/>
    <dgm:cxn modelId="{54BCB5C0-9436-4686-BC61-4A270115FD87}" type="presParOf" srcId="{D3628EC7-9D7E-4677-81CC-0A28CBCCDF22}" destId="{A43D9FE4-E1E2-4111-A6D9-3E95BC358015}" srcOrd="12" destOrd="0" presId="urn:microsoft.com/office/officeart/2005/8/layout/vList2"/>
  </dgm:cxnLst>
  <dgm:bg/>
  <dgm:whole/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57E11BDE-0DF0-493A-BAD1-A2F8FBB64126}" type="doc">
      <dgm:prSet loTypeId="urn:microsoft.com/office/officeart/2005/8/layout/target2" loCatId="relationship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B4E270A8-4E96-4638-9B97-6A23911B912F}">
      <dgm:prSet custT="1"/>
      <dgm:spPr/>
      <dgm:t>
        <a:bodyPr/>
        <a:lstStyle/>
        <a:p>
          <a:pPr rtl="1"/>
          <a:r>
            <a:rPr lang="fa-IR" sz="3200" b="1" dirty="0" smtClean="0"/>
            <a:t>راه حل چیست ؟</a:t>
          </a:r>
          <a:endParaRPr lang="fa-IR" sz="3200" dirty="0"/>
        </a:p>
      </dgm:t>
    </dgm:pt>
    <dgm:pt modelId="{DB78D308-65AD-41B9-813B-42E398D3FFAB}" type="parTrans" cxnId="{3B34A789-C544-4843-8860-3CAFAEEC6ECD}">
      <dgm:prSet/>
      <dgm:spPr/>
      <dgm:t>
        <a:bodyPr/>
        <a:lstStyle/>
        <a:p>
          <a:endParaRPr lang="en-US"/>
        </a:p>
      </dgm:t>
    </dgm:pt>
    <dgm:pt modelId="{118AD0CA-9C00-469D-9D9B-B399416C1456}" type="sibTrans" cxnId="{3B34A789-C544-4843-8860-3CAFAEEC6ECD}">
      <dgm:prSet/>
      <dgm:spPr/>
      <dgm:t>
        <a:bodyPr/>
        <a:lstStyle/>
        <a:p>
          <a:endParaRPr lang="en-US"/>
        </a:p>
      </dgm:t>
    </dgm:pt>
    <dgm:pt modelId="{88A2CB39-3331-4C0C-AD7B-6F3A1973D654}">
      <dgm:prSet custT="1"/>
      <dgm:spPr/>
      <dgm:t>
        <a:bodyPr/>
        <a:lstStyle/>
        <a:p>
          <a:pPr rtl="1"/>
          <a:r>
            <a:rPr lang="fa-IR" sz="3200" dirty="0" smtClean="0"/>
            <a:t>برای رفع تبعات منفی ناشی ازافول سازمانی انجام برخی كارها نسبت به برخی دیگر بهتر است این كارها عبارتند از : تعیین و تبیین استراتژی سازمان ، افزایش ارتباطات ، تصمیم گیری متمركز ، طراحی مجدد مشاغل ، و توسعه رویكردهای نوآوری برای كوچك شدن سازمان . </a:t>
          </a:r>
          <a:endParaRPr lang="en-US" sz="3200" dirty="0"/>
        </a:p>
      </dgm:t>
    </dgm:pt>
    <dgm:pt modelId="{CB259BD6-A606-456F-ACC9-498848E0E46B}" type="parTrans" cxnId="{9885EBB1-50F1-4F4D-99AD-951CF225D69C}">
      <dgm:prSet/>
      <dgm:spPr/>
      <dgm:t>
        <a:bodyPr/>
        <a:lstStyle/>
        <a:p>
          <a:endParaRPr lang="en-US"/>
        </a:p>
      </dgm:t>
    </dgm:pt>
    <dgm:pt modelId="{0AF448BC-1DE2-4879-8B11-3DBB7C39DBB6}" type="sibTrans" cxnId="{9885EBB1-50F1-4F4D-99AD-951CF225D69C}">
      <dgm:prSet/>
      <dgm:spPr/>
      <dgm:t>
        <a:bodyPr/>
        <a:lstStyle/>
        <a:p>
          <a:endParaRPr lang="en-US"/>
        </a:p>
      </dgm:t>
    </dgm:pt>
    <dgm:pt modelId="{53A0A1A1-C9E4-406E-A3D1-1C6428A10B98}" type="pres">
      <dgm:prSet presAssocID="{57E11BDE-0DF0-493A-BAD1-A2F8FBB64126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9E7E432-8EBA-452B-8555-A6D21490F40C}" type="pres">
      <dgm:prSet presAssocID="{57E11BDE-0DF0-493A-BAD1-A2F8FBB64126}" presName="outerBox" presStyleCnt="0"/>
      <dgm:spPr/>
    </dgm:pt>
    <dgm:pt modelId="{DAE903D7-52D1-49F0-9F96-6E61D3DB5EFC}" type="pres">
      <dgm:prSet presAssocID="{57E11BDE-0DF0-493A-BAD1-A2F8FBB64126}" presName="outerBoxParent" presStyleLbl="node1" presStyleIdx="0" presStyleCnt="2"/>
      <dgm:spPr/>
      <dgm:t>
        <a:bodyPr/>
        <a:lstStyle/>
        <a:p>
          <a:endParaRPr lang="en-US"/>
        </a:p>
      </dgm:t>
    </dgm:pt>
    <dgm:pt modelId="{0BAA1D7F-C64C-4B4F-A3B3-510CF800B404}" type="pres">
      <dgm:prSet presAssocID="{57E11BDE-0DF0-493A-BAD1-A2F8FBB64126}" presName="outerBoxChildren" presStyleCnt="0"/>
      <dgm:spPr/>
    </dgm:pt>
    <dgm:pt modelId="{954099C2-0C74-4404-9C92-C54E0B0E512B}" type="pres">
      <dgm:prSet presAssocID="{57E11BDE-0DF0-493A-BAD1-A2F8FBB64126}" presName="middleBox" presStyleCnt="0"/>
      <dgm:spPr/>
    </dgm:pt>
    <dgm:pt modelId="{64787F3A-2B0D-4DDF-973E-DCBECD39AF5A}" type="pres">
      <dgm:prSet presAssocID="{57E11BDE-0DF0-493A-BAD1-A2F8FBB64126}" presName="middleBoxParent" presStyleLbl="node1" presStyleIdx="1" presStyleCnt="2"/>
      <dgm:spPr/>
      <dgm:t>
        <a:bodyPr/>
        <a:lstStyle/>
        <a:p>
          <a:endParaRPr lang="en-US"/>
        </a:p>
      </dgm:t>
    </dgm:pt>
    <dgm:pt modelId="{C7B0F3A3-EEF1-4DA3-85F4-0D5DEF58A2F2}" type="pres">
      <dgm:prSet presAssocID="{57E11BDE-0DF0-493A-BAD1-A2F8FBB64126}" presName="middleBoxChildren" presStyleCnt="0"/>
      <dgm:spPr/>
    </dgm:pt>
  </dgm:ptLst>
  <dgm:cxnLst>
    <dgm:cxn modelId="{6B9E9113-E69F-4097-A6A8-26FEE3F0B81B}" type="presOf" srcId="{B4E270A8-4E96-4638-9B97-6A23911B912F}" destId="{DAE903D7-52D1-49F0-9F96-6E61D3DB5EFC}" srcOrd="0" destOrd="0" presId="urn:microsoft.com/office/officeart/2005/8/layout/target2"/>
    <dgm:cxn modelId="{43CC87D3-CABE-46ED-BAC2-0D462C2C74CA}" type="presOf" srcId="{57E11BDE-0DF0-493A-BAD1-A2F8FBB64126}" destId="{53A0A1A1-C9E4-406E-A3D1-1C6428A10B98}" srcOrd="0" destOrd="0" presId="urn:microsoft.com/office/officeart/2005/8/layout/target2"/>
    <dgm:cxn modelId="{3B34A789-C544-4843-8860-3CAFAEEC6ECD}" srcId="{57E11BDE-0DF0-493A-BAD1-A2F8FBB64126}" destId="{B4E270A8-4E96-4638-9B97-6A23911B912F}" srcOrd="0" destOrd="0" parTransId="{DB78D308-65AD-41B9-813B-42E398D3FFAB}" sibTransId="{118AD0CA-9C00-469D-9D9B-B399416C1456}"/>
    <dgm:cxn modelId="{24CE3E0D-2777-4934-A84A-6CA26233088C}" type="presOf" srcId="{88A2CB39-3331-4C0C-AD7B-6F3A1973D654}" destId="{64787F3A-2B0D-4DDF-973E-DCBECD39AF5A}" srcOrd="0" destOrd="0" presId="urn:microsoft.com/office/officeart/2005/8/layout/target2"/>
    <dgm:cxn modelId="{9885EBB1-50F1-4F4D-99AD-951CF225D69C}" srcId="{57E11BDE-0DF0-493A-BAD1-A2F8FBB64126}" destId="{88A2CB39-3331-4C0C-AD7B-6F3A1973D654}" srcOrd="1" destOrd="0" parTransId="{CB259BD6-A606-456F-ACC9-498848E0E46B}" sibTransId="{0AF448BC-1DE2-4879-8B11-3DBB7C39DBB6}"/>
    <dgm:cxn modelId="{ADA4F78E-917A-4EED-870A-54A577728904}" type="presParOf" srcId="{53A0A1A1-C9E4-406E-A3D1-1C6428A10B98}" destId="{E9E7E432-8EBA-452B-8555-A6D21490F40C}" srcOrd="0" destOrd="0" presId="urn:microsoft.com/office/officeart/2005/8/layout/target2"/>
    <dgm:cxn modelId="{CC7514E3-4FA4-4094-A06F-136EA8AA7DF3}" type="presParOf" srcId="{E9E7E432-8EBA-452B-8555-A6D21490F40C}" destId="{DAE903D7-52D1-49F0-9F96-6E61D3DB5EFC}" srcOrd="0" destOrd="0" presId="urn:microsoft.com/office/officeart/2005/8/layout/target2"/>
    <dgm:cxn modelId="{8D2E5C4D-4478-4C6E-A3E8-52D16F9B8D5F}" type="presParOf" srcId="{E9E7E432-8EBA-452B-8555-A6D21490F40C}" destId="{0BAA1D7F-C64C-4B4F-A3B3-510CF800B404}" srcOrd="1" destOrd="0" presId="urn:microsoft.com/office/officeart/2005/8/layout/target2"/>
    <dgm:cxn modelId="{0A174C95-C099-42B4-BB41-6D4E78617957}" type="presParOf" srcId="{53A0A1A1-C9E4-406E-A3D1-1C6428A10B98}" destId="{954099C2-0C74-4404-9C92-C54E0B0E512B}" srcOrd="1" destOrd="0" presId="urn:microsoft.com/office/officeart/2005/8/layout/target2"/>
    <dgm:cxn modelId="{8A011022-1FE0-42BC-B4CD-F9BF88A3C16F}" type="presParOf" srcId="{954099C2-0C74-4404-9C92-C54E0B0E512B}" destId="{64787F3A-2B0D-4DDF-973E-DCBECD39AF5A}" srcOrd="0" destOrd="0" presId="urn:microsoft.com/office/officeart/2005/8/layout/target2"/>
    <dgm:cxn modelId="{3BE6BDB5-4518-429A-8BB7-1C67F616445F}" type="presParOf" srcId="{954099C2-0C74-4404-9C92-C54E0B0E512B}" destId="{C7B0F3A3-EEF1-4DA3-85F4-0D5DEF58A2F2}" srcOrd="1" destOrd="0" presId="urn:microsoft.com/office/officeart/2005/8/layout/target2"/>
  </dgm:cxnLst>
  <dgm:bg/>
  <dgm:whole/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C2E0B7F7-3003-4B10-9E1F-201048EDFDA4}" type="doc">
      <dgm:prSet loTypeId="urn:microsoft.com/office/officeart/2005/8/layout/process4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A490FA8-369C-44B4-B3C6-60D2ADE60802}">
      <dgm:prSet/>
      <dgm:spPr/>
      <dgm:t>
        <a:bodyPr/>
        <a:lstStyle/>
        <a:p>
          <a:pPr rtl="1"/>
          <a:r>
            <a:rPr lang="fa-IR" dirty="0" smtClean="0"/>
            <a:t>بهترین راه حل برای این رفع ابهام تبیین استراتژی و اهداف سازمان است. كاركنان می خواهند باور كنند كه مدیریت بی تفاوت نبوده و نسبت به كاهش عملیات سازمان ازخود حركتی نشان میدهد . افول سازمان مدیریت را ملزم به برقراری ارتباطات بیشتر با كاركنان می كند . تأكید این ارتباطات از بالا به پایین است .</a:t>
          </a:r>
          <a:r>
            <a:rPr lang="en-US" dirty="0" smtClean="0"/>
            <a:t> </a:t>
          </a:r>
          <a:endParaRPr lang="en-US" dirty="0"/>
        </a:p>
      </dgm:t>
    </dgm:pt>
    <dgm:pt modelId="{3A150EB7-3E64-46AF-AB8D-D32C0A6C1E12}" type="parTrans" cxnId="{7A703FF7-D91C-4914-A5DE-4267DA04BE76}">
      <dgm:prSet/>
      <dgm:spPr/>
      <dgm:t>
        <a:bodyPr/>
        <a:lstStyle/>
        <a:p>
          <a:endParaRPr lang="en-US"/>
        </a:p>
      </dgm:t>
    </dgm:pt>
    <dgm:pt modelId="{E532BDC3-821C-449B-AC94-D6A2F938D4C5}" type="sibTrans" cxnId="{7A703FF7-D91C-4914-A5DE-4267DA04BE76}">
      <dgm:prSet/>
      <dgm:spPr/>
      <dgm:t>
        <a:bodyPr/>
        <a:lstStyle/>
        <a:p>
          <a:endParaRPr lang="en-US"/>
        </a:p>
      </dgm:t>
    </dgm:pt>
    <dgm:pt modelId="{B164E08C-B700-4F77-8900-58A4FC1D6763}" type="pres">
      <dgm:prSet presAssocID="{C2E0B7F7-3003-4B10-9E1F-201048EDFDA4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3DC1424-79E0-43E5-8BD8-4038D59C1395}" type="pres">
      <dgm:prSet presAssocID="{CA490FA8-369C-44B4-B3C6-60D2ADE60802}" presName="boxAndChildren" presStyleCnt="0"/>
      <dgm:spPr/>
    </dgm:pt>
    <dgm:pt modelId="{D36737B5-5DFF-4E17-8DE5-5B985E29FF19}" type="pres">
      <dgm:prSet presAssocID="{CA490FA8-369C-44B4-B3C6-60D2ADE60802}" presName="parentTextBox" presStyleLbl="node1" presStyleIdx="0" presStyleCnt="1"/>
      <dgm:spPr/>
      <dgm:t>
        <a:bodyPr/>
        <a:lstStyle/>
        <a:p>
          <a:endParaRPr lang="en-US"/>
        </a:p>
      </dgm:t>
    </dgm:pt>
  </dgm:ptLst>
  <dgm:cxnLst>
    <dgm:cxn modelId="{042222BA-1055-42C1-B04E-BC2B8F625A1C}" type="presOf" srcId="{C2E0B7F7-3003-4B10-9E1F-201048EDFDA4}" destId="{B164E08C-B700-4F77-8900-58A4FC1D6763}" srcOrd="0" destOrd="0" presId="urn:microsoft.com/office/officeart/2005/8/layout/process4"/>
    <dgm:cxn modelId="{7A703FF7-D91C-4914-A5DE-4267DA04BE76}" srcId="{C2E0B7F7-3003-4B10-9E1F-201048EDFDA4}" destId="{CA490FA8-369C-44B4-B3C6-60D2ADE60802}" srcOrd="0" destOrd="0" parTransId="{3A150EB7-3E64-46AF-AB8D-D32C0A6C1E12}" sibTransId="{E532BDC3-821C-449B-AC94-D6A2F938D4C5}"/>
    <dgm:cxn modelId="{9103687C-9768-40FB-ACC5-50788D70B9B2}" type="presOf" srcId="{CA490FA8-369C-44B4-B3C6-60D2ADE60802}" destId="{D36737B5-5DFF-4E17-8DE5-5B985E29FF19}" srcOrd="0" destOrd="0" presId="urn:microsoft.com/office/officeart/2005/8/layout/process4"/>
    <dgm:cxn modelId="{FB76402B-FE5A-4A8D-860A-922A56E972C6}" type="presParOf" srcId="{B164E08C-B700-4F77-8900-58A4FC1D6763}" destId="{C3DC1424-79E0-43E5-8BD8-4038D59C1395}" srcOrd="0" destOrd="0" presId="urn:microsoft.com/office/officeart/2005/8/layout/process4"/>
    <dgm:cxn modelId="{0E5540FF-1A52-45C9-A6C9-8ED04E9D078C}" type="presParOf" srcId="{C3DC1424-79E0-43E5-8BD8-4038D59C1395}" destId="{D36737B5-5DFF-4E17-8DE5-5B985E29FF19}" srcOrd="0" destOrd="0" presId="urn:microsoft.com/office/officeart/2005/8/layout/process4"/>
  </dgm:cxnLst>
  <dgm:bg/>
  <dgm:whole/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3067B19A-B0C1-4968-88E0-446C440F40FC}" type="doc">
      <dgm:prSet loTypeId="urn:microsoft.com/office/officeart/2005/8/layout/pList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06DFBE-2010-469D-91F6-0A9DF52F73B1}">
      <dgm:prSet/>
      <dgm:spPr/>
      <dgm:t>
        <a:bodyPr/>
        <a:lstStyle/>
        <a:p>
          <a:pPr rtl="1"/>
          <a:r>
            <a:rPr lang="fa-IR" dirty="0" smtClean="0"/>
            <a:t>خصوصاً توجیه و تشریح معقول بودن تغییراتی كه باید انجام گیرد ، اما ارتباطات پایین به بالا نیز باید مد نظر قرار گیرند تا به كاركنان فرصتی برای رهایی از نگرانی و سرخوردگی ها داده شود و سئوالات آنان نیز پاسخ داده شود . در اوائل مرحله افول مدیریت روی به سمت تمركز در تصمیم گیری می آورد . هدف ، آگاهی افراد از آنچه در حال رخ دادن است ، می باشد . اما آنان لزوماً نقش مهمی در تصمیم گیری ندارند . </a:t>
          </a:r>
          <a:endParaRPr lang="en-US" dirty="0"/>
        </a:p>
      </dgm:t>
    </dgm:pt>
    <dgm:pt modelId="{EBCFFB70-69A7-411E-9601-0E385B005CEB}" type="parTrans" cxnId="{45FB13EC-E4D5-4FEC-A701-EF4ED339E572}">
      <dgm:prSet/>
      <dgm:spPr/>
      <dgm:t>
        <a:bodyPr/>
        <a:lstStyle/>
        <a:p>
          <a:endParaRPr lang="en-US"/>
        </a:p>
      </dgm:t>
    </dgm:pt>
    <dgm:pt modelId="{DDA91DB1-EA83-4FC1-A7BB-92053D6B91E8}" type="sibTrans" cxnId="{45FB13EC-E4D5-4FEC-A701-EF4ED339E572}">
      <dgm:prSet/>
      <dgm:spPr/>
      <dgm:t>
        <a:bodyPr/>
        <a:lstStyle/>
        <a:p>
          <a:endParaRPr lang="en-US"/>
        </a:p>
      </dgm:t>
    </dgm:pt>
    <dgm:pt modelId="{B328F7E3-387D-4DA6-B142-C58122741039}" type="pres">
      <dgm:prSet presAssocID="{3067B19A-B0C1-4968-88E0-446C440F40F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8690110-2204-479C-B92B-C772F945F753}" type="pres">
      <dgm:prSet presAssocID="{3067B19A-B0C1-4968-88E0-446C440F40FC}" presName="bkgdShp" presStyleLbl="alignAccFollowNode1" presStyleIdx="0" presStyleCnt="1"/>
      <dgm:spPr/>
    </dgm:pt>
    <dgm:pt modelId="{C99F7CD7-9E62-413C-B4C6-94D4B5BCD295}" type="pres">
      <dgm:prSet presAssocID="{3067B19A-B0C1-4968-88E0-446C440F40FC}" presName="linComp" presStyleCnt="0"/>
      <dgm:spPr/>
    </dgm:pt>
    <dgm:pt modelId="{57398D7F-06D5-4DA3-8655-FCC928D781D6}" type="pres">
      <dgm:prSet presAssocID="{EB06DFBE-2010-469D-91F6-0A9DF52F73B1}" presName="compNode" presStyleCnt="0"/>
      <dgm:spPr/>
    </dgm:pt>
    <dgm:pt modelId="{3660EB78-491F-42C7-A18F-67F6FDEED9F6}" type="pres">
      <dgm:prSet presAssocID="{EB06DFBE-2010-469D-91F6-0A9DF52F73B1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B7A532-1FB2-4D21-8011-99D60B87DDDE}" type="pres">
      <dgm:prSet presAssocID="{EB06DFBE-2010-469D-91F6-0A9DF52F73B1}" presName="invisiNode" presStyleLbl="node1" presStyleIdx="0" presStyleCnt="1"/>
      <dgm:spPr/>
    </dgm:pt>
    <dgm:pt modelId="{94C724D6-1C84-45C2-91DA-2E9BB9EB743E}" type="pres">
      <dgm:prSet presAssocID="{EB06DFBE-2010-469D-91F6-0A9DF52F73B1}" presName="imagNode" presStyleLbl="fgImgPlace1" presStyleIdx="0" presStyleCnt="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</dgm:ptLst>
  <dgm:cxnLst>
    <dgm:cxn modelId="{FD626757-76EE-4668-81A4-6D35253C70E6}" type="presOf" srcId="{3067B19A-B0C1-4968-88E0-446C440F40FC}" destId="{B328F7E3-387D-4DA6-B142-C58122741039}" srcOrd="0" destOrd="0" presId="urn:microsoft.com/office/officeart/2005/8/layout/pList2"/>
    <dgm:cxn modelId="{0CFB1ED8-F9AB-4034-8A66-753C5ABA12A6}" type="presOf" srcId="{EB06DFBE-2010-469D-91F6-0A9DF52F73B1}" destId="{3660EB78-491F-42C7-A18F-67F6FDEED9F6}" srcOrd="0" destOrd="0" presId="urn:microsoft.com/office/officeart/2005/8/layout/pList2"/>
    <dgm:cxn modelId="{45FB13EC-E4D5-4FEC-A701-EF4ED339E572}" srcId="{3067B19A-B0C1-4968-88E0-446C440F40FC}" destId="{EB06DFBE-2010-469D-91F6-0A9DF52F73B1}" srcOrd="0" destOrd="0" parTransId="{EBCFFB70-69A7-411E-9601-0E385B005CEB}" sibTransId="{DDA91DB1-EA83-4FC1-A7BB-92053D6B91E8}"/>
    <dgm:cxn modelId="{CA74075E-D6DF-46B6-A5EA-CABF7060874A}" type="presParOf" srcId="{B328F7E3-387D-4DA6-B142-C58122741039}" destId="{78690110-2204-479C-B92B-C772F945F753}" srcOrd="0" destOrd="0" presId="urn:microsoft.com/office/officeart/2005/8/layout/pList2"/>
    <dgm:cxn modelId="{E39C9A9F-5C2B-4927-807E-BEBD4C2B86F9}" type="presParOf" srcId="{B328F7E3-387D-4DA6-B142-C58122741039}" destId="{C99F7CD7-9E62-413C-B4C6-94D4B5BCD295}" srcOrd="1" destOrd="0" presId="urn:microsoft.com/office/officeart/2005/8/layout/pList2"/>
    <dgm:cxn modelId="{7B10BD89-3F10-4C64-BBAC-AF7357212AC6}" type="presParOf" srcId="{C99F7CD7-9E62-413C-B4C6-94D4B5BCD295}" destId="{57398D7F-06D5-4DA3-8655-FCC928D781D6}" srcOrd="0" destOrd="0" presId="urn:microsoft.com/office/officeart/2005/8/layout/pList2"/>
    <dgm:cxn modelId="{5AA713A0-DE23-4DEE-9305-568286C494B1}" type="presParOf" srcId="{57398D7F-06D5-4DA3-8655-FCC928D781D6}" destId="{3660EB78-491F-42C7-A18F-67F6FDEED9F6}" srcOrd="0" destOrd="0" presId="urn:microsoft.com/office/officeart/2005/8/layout/pList2"/>
    <dgm:cxn modelId="{D33CE949-33A0-4564-8704-0134D4EEECFE}" type="presParOf" srcId="{57398D7F-06D5-4DA3-8655-FCC928D781D6}" destId="{FEB7A532-1FB2-4D21-8011-99D60B87DDDE}" srcOrd="1" destOrd="0" presId="urn:microsoft.com/office/officeart/2005/8/layout/pList2"/>
    <dgm:cxn modelId="{25AA201B-C759-4FE1-A455-FF86B5668DEC}" type="presParOf" srcId="{57398D7F-06D5-4DA3-8655-FCC928D781D6}" destId="{94C724D6-1C84-45C2-91DA-2E9BB9EB743E}" srcOrd="2" destOrd="0" presId="urn:microsoft.com/office/officeart/2005/8/layout/pList2"/>
  </dgm:cxnLst>
  <dgm:bg/>
  <dgm:whole/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52B918EC-829F-40E6-835E-4798B1F03B61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095188-D912-4393-9FF5-1BED865F554D}">
      <dgm:prSet/>
      <dgm:spPr/>
      <dgm:t>
        <a:bodyPr/>
        <a:lstStyle/>
        <a:p>
          <a:pPr rtl="1"/>
          <a:r>
            <a:rPr lang="fa-IR" dirty="0" smtClean="0"/>
            <a:t>روی هم رفته ، مشاركت اغلب به عنوان وسیله ای بسیار موثر برای تسهیل تغییر پیشنهاد می شود به علت اینكه افراد نمی توانند در خصوص انتقال یا بركناری خود ، مشاركت كنندگان عقلائی باشند ، لذا در زمان افول سازمانی در تصمیمات راجع به تخصیص منابع كمیاب و بركناری ، مشاركت كاربردی ندارد . پیشنهاد نهایی ما برای مدیریت افول سازمانی ، این است كه مدیر در برخورد با مسائل مربوط به بركناری كاركنان متوسل به شیوه های ابداعی خود شود. </a:t>
          </a:r>
          <a:endParaRPr lang="en-US" dirty="0"/>
        </a:p>
      </dgm:t>
    </dgm:pt>
    <dgm:pt modelId="{49061553-4FA8-4215-9051-A05030149665}" type="parTrans" cxnId="{CB4E4649-4798-467B-A372-294C0BF5D358}">
      <dgm:prSet/>
      <dgm:spPr/>
      <dgm:t>
        <a:bodyPr/>
        <a:lstStyle/>
        <a:p>
          <a:endParaRPr lang="en-US"/>
        </a:p>
      </dgm:t>
    </dgm:pt>
    <dgm:pt modelId="{880EE491-FFD8-47F2-9885-CE7ED9414B2C}" type="sibTrans" cxnId="{CB4E4649-4798-467B-A372-294C0BF5D358}">
      <dgm:prSet/>
      <dgm:spPr/>
      <dgm:t>
        <a:bodyPr/>
        <a:lstStyle/>
        <a:p>
          <a:endParaRPr lang="en-US"/>
        </a:p>
      </dgm:t>
    </dgm:pt>
    <dgm:pt modelId="{ECB5940B-9879-4B5A-A116-5B07B6425F35}" type="pres">
      <dgm:prSet presAssocID="{52B918EC-829F-40E6-835E-4798B1F03B6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7B60041-0B13-43CC-8AAE-A98F8DCACB7C}" type="pres">
      <dgm:prSet presAssocID="{52B918EC-829F-40E6-835E-4798B1F03B61}" presName="fgShape" presStyleLbl="fgShp" presStyleIdx="0" presStyleCnt="1"/>
      <dgm:spPr/>
    </dgm:pt>
    <dgm:pt modelId="{122DB9FC-8564-4D80-B7F9-1F713BF5A466}" type="pres">
      <dgm:prSet presAssocID="{52B918EC-829F-40E6-835E-4798B1F03B61}" presName="linComp" presStyleCnt="0"/>
      <dgm:spPr/>
    </dgm:pt>
    <dgm:pt modelId="{87A0B412-72E5-45BB-BE33-B9199689E2B1}" type="pres">
      <dgm:prSet presAssocID="{C8095188-D912-4393-9FF5-1BED865F554D}" presName="compNode" presStyleCnt="0"/>
      <dgm:spPr/>
    </dgm:pt>
    <dgm:pt modelId="{BA6D0506-988E-4434-AB89-E0960CDBC1F8}" type="pres">
      <dgm:prSet presAssocID="{C8095188-D912-4393-9FF5-1BED865F554D}" presName="bkgdShape" presStyleLbl="node1" presStyleIdx="0" presStyleCnt="1"/>
      <dgm:spPr/>
      <dgm:t>
        <a:bodyPr/>
        <a:lstStyle/>
        <a:p>
          <a:endParaRPr lang="en-US"/>
        </a:p>
      </dgm:t>
    </dgm:pt>
    <dgm:pt modelId="{EC18B3D5-6292-4CD8-A9CC-C2073867D9DE}" type="pres">
      <dgm:prSet presAssocID="{C8095188-D912-4393-9FF5-1BED865F554D}" presName="nodeTx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7C4A54-D2F5-4728-83FA-38FA92E44D50}" type="pres">
      <dgm:prSet presAssocID="{C8095188-D912-4393-9FF5-1BED865F554D}" presName="invisiNode" presStyleLbl="node1" presStyleIdx="0" presStyleCnt="1"/>
      <dgm:spPr/>
    </dgm:pt>
    <dgm:pt modelId="{92C1D934-5E60-4387-8AD7-16D8700A555E}" type="pres">
      <dgm:prSet presAssocID="{C8095188-D912-4393-9FF5-1BED865F554D}" presName="imagNode" presStyleLbl="fgImgPlace1" presStyleIdx="0" presStyleCnt="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</dgm:ptLst>
  <dgm:cxnLst>
    <dgm:cxn modelId="{CB4E4649-4798-467B-A372-294C0BF5D358}" srcId="{52B918EC-829F-40E6-835E-4798B1F03B61}" destId="{C8095188-D912-4393-9FF5-1BED865F554D}" srcOrd="0" destOrd="0" parTransId="{49061553-4FA8-4215-9051-A05030149665}" sibTransId="{880EE491-FFD8-47F2-9885-CE7ED9414B2C}"/>
    <dgm:cxn modelId="{D5AC1983-5E8A-4613-9B05-E8F8287841B9}" type="presOf" srcId="{C8095188-D912-4393-9FF5-1BED865F554D}" destId="{EC18B3D5-6292-4CD8-A9CC-C2073867D9DE}" srcOrd="1" destOrd="0" presId="urn:microsoft.com/office/officeart/2005/8/layout/hList7"/>
    <dgm:cxn modelId="{F206C3E0-7579-48CE-95C9-42AC611952BB}" type="presOf" srcId="{C8095188-D912-4393-9FF5-1BED865F554D}" destId="{BA6D0506-988E-4434-AB89-E0960CDBC1F8}" srcOrd="0" destOrd="0" presId="urn:microsoft.com/office/officeart/2005/8/layout/hList7"/>
    <dgm:cxn modelId="{C69FDF46-3607-4D4A-8CC6-3025227B4163}" type="presOf" srcId="{52B918EC-829F-40E6-835E-4798B1F03B61}" destId="{ECB5940B-9879-4B5A-A116-5B07B6425F35}" srcOrd="0" destOrd="0" presId="urn:microsoft.com/office/officeart/2005/8/layout/hList7"/>
    <dgm:cxn modelId="{F853FBA8-8892-4C51-83FC-17BBD6A074DF}" type="presParOf" srcId="{ECB5940B-9879-4B5A-A116-5B07B6425F35}" destId="{97B60041-0B13-43CC-8AAE-A98F8DCACB7C}" srcOrd="0" destOrd="0" presId="urn:microsoft.com/office/officeart/2005/8/layout/hList7"/>
    <dgm:cxn modelId="{FD5282C5-B013-47B5-8552-240404586D4B}" type="presParOf" srcId="{ECB5940B-9879-4B5A-A116-5B07B6425F35}" destId="{122DB9FC-8564-4D80-B7F9-1F713BF5A466}" srcOrd="1" destOrd="0" presId="urn:microsoft.com/office/officeart/2005/8/layout/hList7"/>
    <dgm:cxn modelId="{D964C195-0A25-4FCA-AB84-AF4B72E44BD5}" type="presParOf" srcId="{122DB9FC-8564-4D80-B7F9-1F713BF5A466}" destId="{87A0B412-72E5-45BB-BE33-B9199689E2B1}" srcOrd="0" destOrd="0" presId="urn:microsoft.com/office/officeart/2005/8/layout/hList7"/>
    <dgm:cxn modelId="{76B7F6B9-3714-479D-81D6-EAB28638B83A}" type="presParOf" srcId="{87A0B412-72E5-45BB-BE33-B9199689E2B1}" destId="{BA6D0506-988E-4434-AB89-E0960CDBC1F8}" srcOrd="0" destOrd="0" presId="urn:microsoft.com/office/officeart/2005/8/layout/hList7"/>
    <dgm:cxn modelId="{4C0744C6-888E-4D43-ABCC-AD110D9A3A9F}" type="presParOf" srcId="{87A0B412-72E5-45BB-BE33-B9199689E2B1}" destId="{EC18B3D5-6292-4CD8-A9CC-C2073867D9DE}" srcOrd="1" destOrd="0" presId="urn:microsoft.com/office/officeart/2005/8/layout/hList7"/>
    <dgm:cxn modelId="{93103051-7702-452D-87F6-60006CF91BEF}" type="presParOf" srcId="{87A0B412-72E5-45BB-BE33-B9199689E2B1}" destId="{B97C4A54-D2F5-4728-83FA-38FA92E44D50}" srcOrd="2" destOrd="0" presId="urn:microsoft.com/office/officeart/2005/8/layout/hList7"/>
    <dgm:cxn modelId="{7A4CF98B-8F5B-4C10-AB10-3617986A62C0}" type="presParOf" srcId="{87A0B412-72E5-45BB-BE33-B9199689E2B1}" destId="{92C1D934-5E60-4387-8AD7-16D8700A555E}" srcOrd="3" destOrd="0" presId="urn:microsoft.com/office/officeart/2005/8/layout/hList7"/>
  </dgm:cxnLst>
  <dgm:bg/>
  <dgm:whole/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1A7E2479-035F-4891-934C-69A721F20E95}" type="doc">
      <dgm:prSet loTypeId="urn:microsoft.com/office/officeart/2005/8/layout/hList7" loCatId="list" qsTypeId="urn:microsoft.com/office/officeart/2005/8/quickstyle/simple1" qsCatId="simple" csTypeId="urn:microsoft.com/office/officeart/2005/8/colors/accent4_4" csCatId="accent4" phldr="1"/>
      <dgm:spPr/>
      <dgm:t>
        <a:bodyPr/>
        <a:lstStyle/>
        <a:p>
          <a:endParaRPr lang="en-US"/>
        </a:p>
      </dgm:t>
    </dgm:pt>
    <dgm:pt modelId="{008DFB47-5AE5-4330-93FC-F1628BEF197D}">
      <dgm:prSet custT="1"/>
      <dgm:spPr/>
      <dgm:t>
        <a:bodyPr/>
        <a:lstStyle/>
        <a:p>
          <a:pPr algn="r" rtl="0"/>
          <a:r>
            <a:rPr lang="fa-IR" sz="2800" dirty="0" smtClean="0"/>
            <a:t>آنچه مردم را دانشمند می کند، مطالبی  نیست  که می خوانند بلکه چیزهایی است که یاد گیرند.   </a:t>
          </a:r>
          <a:br>
            <a:rPr lang="fa-IR" sz="2800" dirty="0" smtClean="0"/>
          </a:br>
          <a:r>
            <a:rPr lang="fa-IR" sz="2800" dirty="0" smtClean="0"/>
            <a:t>                                                                                                          فرانسیس بیکن</a:t>
          </a:r>
          <a:endParaRPr lang="en-US" sz="2800" dirty="0"/>
        </a:p>
      </dgm:t>
    </dgm:pt>
    <dgm:pt modelId="{68E4CBCF-CDDF-47C8-A24B-F59DF717A5C8}" type="parTrans" cxnId="{F89C273B-917D-4209-9871-7370DA757862}">
      <dgm:prSet/>
      <dgm:spPr/>
      <dgm:t>
        <a:bodyPr/>
        <a:lstStyle/>
        <a:p>
          <a:endParaRPr lang="en-US"/>
        </a:p>
      </dgm:t>
    </dgm:pt>
    <dgm:pt modelId="{FCAC8DF8-622C-4490-9D69-F6434AE7C101}" type="sibTrans" cxnId="{F89C273B-917D-4209-9871-7370DA757862}">
      <dgm:prSet/>
      <dgm:spPr/>
      <dgm:t>
        <a:bodyPr/>
        <a:lstStyle/>
        <a:p>
          <a:endParaRPr lang="en-US"/>
        </a:p>
      </dgm:t>
    </dgm:pt>
    <dgm:pt modelId="{890BB17C-0EAD-4459-8CB2-DEB5A18FAE8C}" type="pres">
      <dgm:prSet presAssocID="{1A7E2479-035F-4891-934C-69A721F20E95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9FAD1C8-7FA6-442F-ADFD-A03DEE2018A6}" type="pres">
      <dgm:prSet presAssocID="{1A7E2479-035F-4891-934C-69A721F20E95}" presName="fgShape" presStyleLbl="fgShp" presStyleIdx="0" presStyleCnt="1"/>
      <dgm:spPr/>
    </dgm:pt>
    <dgm:pt modelId="{0E4BCBB2-5B2B-471E-9DA5-633502F7FDF6}" type="pres">
      <dgm:prSet presAssocID="{1A7E2479-035F-4891-934C-69A721F20E95}" presName="linComp" presStyleCnt="0"/>
      <dgm:spPr/>
    </dgm:pt>
    <dgm:pt modelId="{1068408F-E627-4470-AE18-D7829B214073}" type="pres">
      <dgm:prSet presAssocID="{008DFB47-5AE5-4330-93FC-F1628BEF197D}" presName="compNode" presStyleCnt="0"/>
      <dgm:spPr/>
    </dgm:pt>
    <dgm:pt modelId="{644B7243-2E48-46CA-BA6A-C2EB90BE95F4}" type="pres">
      <dgm:prSet presAssocID="{008DFB47-5AE5-4330-93FC-F1628BEF197D}" presName="bkgdShape" presStyleLbl="node1" presStyleIdx="0" presStyleCnt="1"/>
      <dgm:spPr/>
      <dgm:t>
        <a:bodyPr/>
        <a:lstStyle/>
        <a:p>
          <a:endParaRPr lang="en-US"/>
        </a:p>
      </dgm:t>
    </dgm:pt>
    <dgm:pt modelId="{0C0AA21A-CF54-40DE-B26D-082DDF0B95FA}" type="pres">
      <dgm:prSet presAssocID="{008DFB47-5AE5-4330-93FC-F1628BEF197D}" presName="nodeTx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47567B-85C5-4B3A-8E23-EF19F8A5A672}" type="pres">
      <dgm:prSet presAssocID="{008DFB47-5AE5-4330-93FC-F1628BEF197D}" presName="invisiNode" presStyleLbl="node1" presStyleIdx="0" presStyleCnt="1"/>
      <dgm:spPr/>
    </dgm:pt>
    <dgm:pt modelId="{2F81A7FD-93E9-427A-8026-D3D5F9A7C10A}" type="pres">
      <dgm:prSet presAssocID="{008DFB47-5AE5-4330-93FC-F1628BEF197D}" presName="imagNode" presStyleLbl="fgImgPlace1" presStyleIdx="0" presStyleCnt="1" custScaleX="321777"/>
      <dgm:spPr>
        <a:prstGeom prst="curvedRightArrow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</dgm:ptLst>
  <dgm:cxnLst>
    <dgm:cxn modelId="{1F8C03F7-36EA-4B06-B27C-BDA0AD44A16B}" type="presOf" srcId="{008DFB47-5AE5-4330-93FC-F1628BEF197D}" destId="{644B7243-2E48-46CA-BA6A-C2EB90BE95F4}" srcOrd="0" destOrd="0" presId="urn:microsoft.com/office/officeart/2005/8/layout/hList7"/>
    <dgm:cxn modelId="{896BB6CD-FB24-410C-920D-6B070EB02667}" type="presOf" srcId="{008DFB47-5AE5-4330-93FC-F1628BEF197D}" destId="{0C0AA21A-CF54-40DE-B26D-082DDF0B95FA}" srcOrd="1" destOrd="0" presId="urn:microsoft.com/office/officeart/2005/8/layout/hList7"/>
    <dgm:cxn modelId="{0C0022BC-34A3-4B89-8E0E-C90FBBA06964}" type="presOf" srcId="{1A7E2479-035F-4891-934C-69A721F20E95}" destId="{890BB17C-0EAD-4459-8CB2-DEB5A18FAE8C}" srcOrd="0" destOrd="0" presId="urn:microsoft.com/office/officeart/2005/8/layout/hList7"/>
    <dgm:cxn modelId="{F89C273B-917D-4209-9871-7370DA757862}" srcId="{1A7E2479-035F-4891-934C-69A721F20E95}" destId="{008DFB47-5AE5-4330-93FC-F1628BEF197D}" srcOrd="0" destOrd="0" parTransId="{68E4CBCF-CDDF-47C8-A24B-F59DF717A5C8}" sibTransId="{FCAC8DF8-622C-4490-9D69-F6434AE7C101}"/>
    <dgm:cxn modelId="{724671FF-87E9-487C-B208-DA66184A3E31}" type="presParOf" srcId="{890BB17C-0EAD-4459-8CB2-DEB5A18FAE8C}" destId="{79FAD1C8-7FA6-442F-ADFD-A03DEE2018A6}" srcOrd="0" destOrd="0" presId="urn:microsoft.com/office/officeart/2005/8/layout/hList7"/>
    <dgm:cxn modelId="{22D06348-95E1-4841-A718-B85911C1C26C}" type="presParOf" srcId="{890BB17C-0EAD-4459-8CB2-DEB5A18FAE8C}" destId="{0E4BCBB2-5B2B-471E-9DA5-633502F7FDF6}" srcOrd="1" destOrd="0" presId="urn:microsoft.com/office/officeart/2005/8/layout/hList7"/>
    <dgm:cxn modelId="{EC8B1C41-0104-48B8-8C55-445C32098346}" type="presParOf" srcId="{0E4BCBB2-5B2B-471E-9DA5-633502F7FDF6}" destId="{1068408F-E627-4470-AE18-D7829B214073}" srcOrd="0" destOrd="0" presId="urn:microsoft.com/office/officeart/2005/8/layout/hList7"/>
    <dgm:cxn modelId="{92321FDB-8391-4BA1-9D27-006CE88B57BF}" type="presParOf" srcId="{1068408F-E627-4470-AE18-D7829B214073}" destId="{644B7243-2E48-46CA-BA6A-C2EB90BE95F4}" srcOrd="0" destOrd="0" presId="urn:microsoft.com/office/officeart/2005/8/layout/hList7"/>
    <dgm:cxn modelId="{F260DABD-3329-44A5-91EE-3DBA7AC6C766}" type="presParOf" srcId="{1068408F-E627-4470-AE18-D7829B214073}" destId="{0C0AA21A-CF54-40DE-B26D-082DDF0B95FA}" srcOrd="1" destOrd="0" presId="urn:microsoft.com/office/officeart/2005/8/layout/hList7"/>
    <dgm:cxn modelId="{BD22CF2C-34B5-4E72-8095-A8AB4FE1B522}" type="presParOf" srcId="{1068408F-E627-4470-AE18-D7829B214073}" destId="{6D47567B-85C5-4B3A-8E23-EF19F8A5A672}" srcOrd="2" destOrd="0" presId="urn:microsoft.com/office/officeart/2005/8/layout/hList7"/>
    <dgm:cxn modelId="{C86D5D06-6EEB-472B-8E02-57D29DF0F0C5}" type="presParOf" srcId="{1068408F-E627-4470-AE18-D7829B214073}" destId="{2F81A7FD-93E9-427A-8026-D3D5F9A7C10A}" srcOrd="3" destOrd="0" presId="urn:microsoft.com/office/officeart/2005/8/layout/hList7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C4349E-37CE-437C-8B71-2DB4DFFF8AB5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3C5A87-FE9D-40E7-8AFF-352812C37835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97DFDB-C721-4D7E-ADAD-AF0CE15D8FCD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72E193-BB0B-4C73-909A-67A58910D881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014F36-F9EE-40D7-BBF1-122BBEA46415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537CF0-DC94-4C78-B2FF-29AA426C51C5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03189C-0487-4D95-836F-F6CB9085C73D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0E859-CDC7-4F78-92CD-86AE30A3092B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66C191-A0AF-463E-8C02-5B92532E1EBF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04058-B297-4B23-AC9F-19B43C4D57B8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04058-B297-4B23-AC9F-19B43C4D57B8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8604058-B297-4B23-AC9F-19B43C4D57B8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diagramLayout" Target="../diagrams/layout1.xml"/><Relationship Id="rId7" Type="http://schemas.openxmlformats.org/officeDocument/2006/relationships/diagramLayout" Target="../diagrams/layout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diagramColors" Target="../diagrams/colors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diagramLayout" Target="../diagrams/layout3.xml"/><Relationship Id="rId7" Type="http://schemas.openxmlformats.org/officeDocument/2006/relationships/diagramLayout" Target="../diagrams/layout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4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diagramColors" Target="../diagrams/colors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6.xml"/><Relationship Id="rId3" Type="http://schemas.openxmlformats.org/officeDocument/2006/relationships/diagramLayout" Target="../diagrams/layout5.xml"/><Relationship Id="rId7" Type="http://schemas.openxmlformats.org/officeDocument/2006/relationships/diagramLayout" Target="../diagrams/layout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6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Relationship Id="rId9" Type="http://schemas.openxmlformats.org/officeDocument/2006/relationships/diagramColors" Target="../diagrams/colors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2.xml"/><Relationship Id="rId3" Type="http://schemas.openxmlformats.org/officeDocument/2006/relationships/diagramLayout" Target="../diagrams/layout11.xml"/><Relationship Id="rId7" Type="http://schemas.openxmlformats.org/officeDocument/2006/relationships/diagramLayout" Target="../diagrams/layout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2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Relationship Id="rId9" Type="http://schemas.openxmlformats.org/officeDocument/2006/relationships/diagramColors" Target="../diagrams/colors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2.xml"/><Relationship Id="rId3" Type="http://schemas.openxmlformats.org/officeDocument/2006/relationships/diagramLayout" Target="../diagrams/layout21.xml"/><Relationship Id="rId7" Type="http://schemas.openxmlformats.org/officeDocument/2006/relationships/diagramLayout" Target="../diagrams/layout22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22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Relationship Id="rId9" Type="http://schemas.openxmlformats.org/officeDocument/2006/relationships/diagramColors" Target="../diagrams/colors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301752" y="228600"/>
          <a:ext cx="8534400" cy="758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1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304800" y="457200"/>
          <a:ext cx="8686800" cy="83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09600" y="2133600"/>
          <a:ext cx="8229600" cy="4221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381000" y="533400"/>
          <a:ext cx="8534400" cy="289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/>
        </p:nvGraphicFramePr>
        <p:xfrm>
          <a:off x="381000" y="3886200"/>
          <a:ext cx="8458200" cy="190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301752" y="1527048"/>
          <a:ext cx="8503920" cy="5178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ver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301752" y="228600"/>
          <a:ext cx="8503920" cy="5870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050" name="Picture 3" descr="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8193" y="1600200"/>
            <a:ext cx="6147614" cy="4525963"/>
          </a:xfrm>
          <a:noFill/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301752" y="228600"/>
          <a:ext cx="8534400" cy="758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301752" y="228600"/>
          <a:ext cx="8461248" cy="624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med">
    <p:wipe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170" name="Picture 3" descr="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1137" y="1667669"/>
            <a:ext cx="6181725" cy="4391025"/>
          </a:xfrm>
          <a:noFill/>
        </p:spPr>
      </p:pic>
      <p:graphicFrame>
        <p:nvGraphicFramePr>
          <p:cNvPr id="4" name="Diagram 3"/>
          <p:cNvGraphicFramePr/>
          <p:nvPr/>
        </p:nvGraphicFramePr>
        <p:xfrm>
          <a:off x="0" y="228600"/>
          <a:ext cx="9144000" cy="1285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newsfla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ll dir="l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ll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301752" y="228600"/>
          <a:ext cx="8503920" cy="5870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304800" y="152400"/>
          <a:ext cx="8610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1752" y="228600"/>
          <a:ext cx="8503920" cy="5870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strips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457200" y="762000"/>
          <a:ext cx="8534400" cy="5364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heel spokes="3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0" y="0"/>
          <a:ext cx="86868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0" y="228600"/>
          <a:ext cx="9144000" cy="6629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hlinkClick r:id="" action="ppaction://noaction" highlightClick="1"/>
          </p:cNvPr>
          <p:cNvGraphicFramePr/>
          <p:nvPr/>
        </p:nvGraphicFramePr>
        <p:xfrm>
          <a:off x="457200" y="0"/>
          <a:ext cx="82296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</TotalTime>
  <Words>1150</Words>
  <Application>Microsoft Office PowerPoint</Application>
  <PresentationFormat>On-screen Show (4:3)</PresentationFormat>
  <Paragraphs>50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Ghaemonline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فصل اول كليات ( نگرش كلي</dc:title>
  <dc:creator>Reza</dc:creator>
  <cp:lastModifiedBy>mis</cp:lastModifiedBy>
  <cp:revision>80</cp:revision>
  <dcterms:created xsi:type="dcterms:W3CDTF">2007-02-23T07:03:20Z</dcterms:created>
  <dcterms:modified xsi:type="dcterms:W3CDTF">2014-04-05T16:28:10Z</dcterms:modified>
</cp:coreProperties>
</file>