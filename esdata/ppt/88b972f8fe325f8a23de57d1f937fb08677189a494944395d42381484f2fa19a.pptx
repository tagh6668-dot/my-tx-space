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735763" cy="986948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7" d="100"/>
          <a:sy n="77" d="100"/>
        </p:scale>
        <p:origin x="52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EA556-21BB-4556-AF5A-D808A28E5035}" type="datetimeFigureOut">
              <a:rPr kumimoji="1" lang="ja-JP" altLang="en-US" smtClean="0"/>
              <a:t>2019/2/6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612F-622B-4879-96C9-4A29C95B8B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4897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EA556-21BB-4556-AF5A-D808A28E5035}" type="datetimeFigureOut">
              <a:rPr kumimoji="1" lang="ja-JP" altLang="en-US" smtClean="0"/>
              <a:t>2019/2/6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612F-622B-4879-96C9-4A29C95B8B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2275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EA556-21BB-4556-AF5A-D808A28E5035}" type="datetimeFigureOut">
              <a:rPr kumimoji="1" lang="ja-JP" altLang="en-US" smtClean="0"/>
              <a:t>2019/2/6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612F-622B-4879-96C9-4A29C95B8B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5738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EA556-21BB-4556-AF5A-D808A28E5035}" type="datetimeFigureOut">
              <a:rPr kumimoji="1" lang="ja-JP" altLang="en-US" smtClean="0"/>
              <a:t>2019/2/6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612F-622B-4879-96C9-4A29C95B8B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9586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EA556-21BB-4556-AF5A-D808A28E5035}" type="datetimeFigureOut">
              <a:rPr kumimoji="1" lang="ja-JP" altLang="en-US" smtClean="0"/>
              <a:t>2019/2/6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612F-622B-4879-96C9-4A29C95B8B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6340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EA556-21BB-4556-AF5A-D808A28E5035}" type="datetimeFigureOut">
              <a:rPr kumimoji="1" lang="ja-JP" altLang="en-US" smtClean="0"/>
              <a:t>2019/2/6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612F-622B-4879-96C9-4A29C95B8B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5658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EA556-21BB-4556-AF5A-D808A28E5035}" type="datetimeFigureOut">
              <a:rPr kumimoji="1" lang="ja-JP" altLang="en-US" smtClean="0"/>
              <a:t>2019/2/6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612F-622B-4879-96C9-4A29C95B8B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3717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EA556-21BB-4556-AF5A-D808A28E5035}" type="datetimeFigureOut">
              <a:rPr kumimoji="1" lang="ja-JP" altLang="en-US" smtClean="0"/>
              <a:t>2019/2/6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612F-622B-4879-96C9-4A29C95B8B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638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EA556-21BB-4556-AF5A-D808A28E5035}" type="datetimeFigureOut">
              <a:rPr kumimoji="1" lang="ja-JP" altLang="en-US" smtClean="0"/>
              <a:t>2019/2/6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612F-622B-4879-96C9-4A29C95B8B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5814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EA556-21BB-4556-AF5A-D808A28E5035}" type="datetimeFigureOut">
              <a:rPr kumimoji="1" lang="ja-JP" altLang="en-US" smtClean="0"/>
              <a:t>2019/2/6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612F-622B-4879-96C9-4A29C95B8B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4853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EA556-21BB-4556-AF5A-D808A28E5035}" type="datetimeFigureOut">
              <a:rPr kumimoji="1" lang="ja-JP" altLang="en-US" smtClean="0"/>
              <a:t>2019/2/6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612F-622B-4879-96C9-4A29C95B8B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337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EA556-21BB-4556-AF5A-D808A28E5035}" type="datetimeFigureOut">
              <a:rPr kumimoji="1" lang="ja-JP" altLang="en-US" smtClean="0"/>
              <a:t>2019/2/6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E4612F-622B-4879-96C9-4A29C95B8B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5883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3950705" y="2352469"/>
            <a:ext cx="1440000" cy="14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/>
          <p:cNvSpPr/>
          <p:nvPr/>
        </p:nvSpPr>
        <p:spPr>
          <a:xfrm>
            <a:off x="5390705" y="2352469"/>
            <a:ext cx="1440000" cy="14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/>
          <p:cNvSpPr/>
          <p:nvPr/>
        </p:nvSpPr>
        <p:spPr>
          <a:xfrm>
            <a:off x="6830705" y="2352469"/>
            <a:ext cx="1440000" cy="14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フローチャート: 論理積ゲート 8"/>
          <p:cNvSpPr/>
          <p:nvPr/>
        </p:nvSpPr>
        <p:spPr>
          <a:xfrm>
            <a:off x="8270705" y="2352469"/>
            <a:ext cx="1073712" cy="1440000"/>
          </a:xfrm>
          <a:prstGeom prst="flowChartDelay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フローチャート: 論理積ゲート 9"/>
          <p:cNvSpPr/>
          <p:nvPr/>
        </p:nvSpPr>
        <p:spPr>
          <a:xfrm rot="10800000">
            <a:off x="2876993" y="2352469"/>
            <a:ext cx="1073712" cy="1440000"/>
          </a:xfrm>
          <a:prstGeom prst="flowChartDelay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アーチ 10"/>
          <p:cNvSpPr/>
          <p:nvPr/>
        </p:nvSpPr>
        <p:spPr>
          <a:xfrm rot="16200000">
            <a:off x="609984" y="2109962"/>
            <a:ext cx="2609002" cy="1925013"/>
          </a:xfrm>
          <a:prstGeom prst="blockArc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アーチ 11"/>
          <p:cNvSpPr/>
          <p:nvPr/>
        </p:nvSpPr>
        <p:spPr>
          <a:xfrm rot="5400000">
            <a:off x="9002422" y="2109964"/>
            <a:ext cx="2609002" cy="1925013"/>
          </a:xfrm>
          <a:prstGeom prst="blockArc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5632016" y="3930598"/>
            <a:ext cx="340571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1050" dirty="0" smtClean="0"/>
              <a:t>羽入館長</a:t>
            </a:r>
            <a:endParaRPr kumimoji="1" lang="ja-JP" altLang="en-US" sz="1050" dirty="0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6341539" y="3926847"/>
            <a:ext cx="284849" cy="900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1050" dirty="0" smtClean="0"/>
              <a:t>坂田副館長</a:t>
            </a:r>
            <a:endParaRPr kumimoji="1" lang="ja-JP" altLang="en-US" sz="1050" dirty="0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5387011" y="990928"/>
            <a:ext cx="759393" cy="12234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1050" dirty="0" smtClean="0">
                <a:latin typeface="+mj-ea"/>
                <a:ea typeface="+mj-ea"/>
              </a:rPr>
              <a:t>①</a:t>
            </a:r>
            <a:r>
              <a:rPr lang="ja-JP" altLang="ja-JP" sz="1050" dirty="0"/>
              <a:t>アブザル・エブラヒミ・</a:t>
            </a:r>
            <a:r>
              <a:rPr lang="ja-JP" altLang="ja-JP" sz="1050" dirty="0" smtClean="0"/>
              <a:t>トルキャマン</a:t>
            </a:r>
            <a:r>
              <a:rPr lang="en-US" altLang="ja-JP" sz="1050" dirty="0" smtClean="0">
                <a:latin typeface="+mj-ea"/>
                <a:ea typeface="+mj-ea"/>
              </a:rPr>
              <a:t> </a:t>
            </a:r>
          </a:p>
          <a:p>
            <a:r>
              <a:rPr lang="ja-JP" altLang="en-US" sz="1050" dirty="0" smtClean="0">
                <a:latin typeface="+mj-ea"/>
                <a:ea typeface="+mj-ea"/>
              </a:rPr>
              <a:t>文化イスラム関係庁長官</a:t>
            </a:r>
            <a:endParaRPr lang="ja-JP" altLang="ja-JP" sz="1050" dirty="0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7005032" y="1317844"/>
            <a:ext cx="813328" cy="900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1050" dirty="0"/>
              <a:t>③</a:t>
            </a:r>
            <a:r>
              <a:rPr lang="en-US" altLang="ja-JP" sz="1050" dirty="0" smtClean="0">
                <a:latin typeface="+mj-ea"/>
                <a:ea typeface="+mj-ea"/>
              </a:rPr>
              <a:t>Mr</a:t>
            </a:r>
            <a:r>
              <a:rPr lang="en-US" altLang="ja-JP" sz="1050" dirty="0">
                <a:latin typeface="+mj-ea"/>
                <a:ea typeface="+mj-ea"/>
              </a:rPr>
              <a:t>. Hossein </a:t>
            </a:r>
            <a:r>
              <a:rPr lang="en-US" altLang="ja-JP" sz="1050" dirty="0" smtClean="0">
                <a:latin typeface="+mj-ea"/>
                <a:ea typeface="+mj-ea"/>
              </a:rPr>
              <a:t>DIVSALAR</a:t>
            </a:r>
            <a:r>
              <a:rPr lang="ja-JP" altLang="en-US" sz="1050" dirty="0" smtClean="0">
                <a:latin typeface="+mj-ea"/>
                <a:ea typeface="+mj-ea"/>
              </a:rPr>
              <a:t>文化参事官</a:t>
            </a:r>
            <a:endParaRPr kumimoji="1" lang="ja-JP" altLang="en-US" sz="1050" dirty="0">
              <a:latin typeface="+mj-ea"/>
              <a:ea typeface="+mj-ea"/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4562948" y="829345"/>
            <a:ext cx="673256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1050" dirty="0">
                <a:latin typeface="+mj-ea"/>
              </a:rPr>
              <a:t>②</a:t>
            </a:r>
            <a:r>
              <a:rPr lang="en-US" altLang="ja-JP" sz="1050" dirty="0" smtClean="0">
                <a:latin typeface="+mj-ea"/>
              </a:rPr>
              <a:t>Dr</a:t>
            </a:r>
            <a:r>
              <a:rPr lang="en-US" altLang="ja-JP" sz="1050" dirty="0">
                <a:latin typeface="+mj-ea"/>
              </a:rPr>
              <a:t>. Saeed SEYED AGHA BANIHASHEMI</a:t>
            </a:r>
            <a:r>
              <a:rPr lang="ja-JP" altLang="en-US" sz="1050" dirty="0">
                <a:latin typeface="+mj-ea"/>
              </a:rPr>
              <a:t>一等参事官</a:t>
            </a:r>
            <a:endParaRPr lang="ja-JP" altLang="ja-JP" sz="1050" dirty="0">
              <a:latin typeface="+mj-ea"/>
            </a:endParaRP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8241128" y="178469"/>
            <a:ext cx="2642990" cy="646331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文化イスラム関係庁接遇席次表</a:t>
            </a:r>
            <a:endParaRPr kumimoji="1" lang="en-US" altLang="ja-JP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ja-JP" altLang="en-US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平成</a:t>
            </a:r>
            <a:r>
              <a:rPr lang="en-US" altLang="ja-JP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31</a:t>
            </a:r>
            <a:r>
              <a:rPr lang="ja-JP" altLang="en-US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年</a:t>
            </a:r>
            <a:r>
              <a:rPr lang="en-US" altLang="ja-JP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ja-JP" altLang="en-US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月</a:t>
            </a:r>
            <a:r>
              <a:rPr lang="en-US" altLang="ja-JP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r>
              <a:rPr lang="ja-JP" altLang="en-US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日（金）　</a:t>
            </a:r>
            <a:r>
              <a:rPr lang="en-US" altLang="ja-JP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14</a:t>
            </a:r>
            <a:r>
              <a:rPr lang="ja-JP" altLang="en-US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</a:t>
            </a:r>
            <a:r>
              <a:rPr lang="en-US" altLang="ja-JP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en-US" altLang="ja-JP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en-US" altLang="ja-JP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ja-JP" altLang="en-US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　</a:t>
            </a:r>
            <a:endParaRPr lang="en-US" altLang="ja-JP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ja-JP" altLang="en-US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特別会議室</a:t>
            </a:r>
            <a:endParaRPr kumimoji="1" lang="ja-JP" alt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6273006" y="721624"/>
            <a:ext cx="609108" cy="14927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1050" dirty="0" smtClean="0"/>
              <a:t>通訳</a:t>
            </a:r>
            <a:endParaRPr kumimoji="1" lang="en-US" altLang="ja-JP" sz="1050" dirty="0" smtClean="0"/>
          </a:p>
          <a:p>
            <a:r>
              <a:rPr lang="ja-JP" altLang="en-US" sz="1050" dirty="0" smtClean="0">
                <a:latin typeface="+mj-ea"/>
              </a:rPr>
              <a:t>④</a:t>
            </a:r>
            <a:r>
              <a:rPr lang="ja-JP" altLang="ja-JP" sz="1000" dirty="0"/>
              <a:t>森島</a:t>
            </a:r>
            <a:r>
              <a:rPr lang="ja-JP" altLang="ja-JP" sz="1000" dirty="0" smtClean="0"/>
              <a:t>聡</a:t>
            </a:r>
            <a:r>
              <a:rPr lang="ja-JP" altLang="en-US" sz="1000" dirty="0" smtClean="0"/>
              <a:t>（</a:t>
            </a:r>
            <a:r>
              <a:rPr lang="ja-JP" altLang="ja-JP" sz="1000" dirty="0" smtClean="0"/>
              <a:t>イラン</a:t>
            </a:r>
            <a:r>
              <a:rPr lang="ja-JP" altLang="ja-JP" sz="1000" dirty="0"/>
              <a:t>・イスラム共和国大使館文化</a:t>
            </a:r>
            <a:r>
              <a:rPr lang="ja-JP" altLang="ja-JP" sz="1000" dirty="0" smtClean="0"/>
              <a:t>参事室</a:t>
            </a:r>
            <a:r>
              <a:rPr lang="ja-JP" altLang="en-US" sz="1000" dirty="0" smtClean="0"/>
              <a:t>）</a:t>
            </a:r>
            <a:endParaRPr lang="ja-JP" altLang="ja-JP" sz="1000" dirty="0">
              <a:latin typeface="+mj-ea"/>
            </a:endParaRPr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4797935" y="3930598"/>
            <a:ext cx="452345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1050" dirty="0" smtClean="0"/>
              <a:t>大島総務部司書監</a:t>
            </a:r>
            <a:endParaRPr kumimoji="1" lang="ja-JP" altLang="en-US" sz="1050" dirty="0"/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6985204" y="3920521"/>
            <a:ext cx="527287" cy="10618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1050" dirty="0" smtClean="0"/>
              <a:t>河合支部図書館・協力課</a:t>
            </a:r>
            <a:r>
              <a:rPr lang="ja-JP" altLang="en-US" sz="1050" dirty="0"/>
              <a:t>長</a:t>
            </a:r>
            <a:endParaRPr kumimoji="1" lang="ja-JP" altLang="en-US" sz="1050" dirty="0"/>
          </a:p>
        </p:txBody>
      </p:sp>
      <p:cxnSp>
        <p:nvCxnSpPr>
          <p:cNvPr id="3" name="直線コネクタ 2"/>
          <p:cNvCxnSpPr/>
          <p:nvPr/>
        </p:nvCxnSpPr>
        <p:spPr>
          <a:xfrm>
            <a:off x="2325066" y="5961082"/>
            <a:ext cx="12416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/>
          <p:cNvCxnSpPr/>
          <p:nvPr/>
        </p:nvCxnSpPr>
        <p:spPr>
          <a:xfrm>
            <a:off x="2323398" y="5856951"/>
            <a:ext cx="0" cy="2216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/>
          <p:cNvCxnSpPr/>
          <p:nvPr/>
        </p:nvCxnSpPr>
        <p:spPr>
          <a:xfrm>
            <a:off x="3566736" y="5850240"/>
            <a:ext cx="0" cy="2216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/>
          <p:cNvSpPr txBox="1"/>
          <p:nvPr/>
        </p:nvSpPr>
        <p:spPr>
          <a:xfrm>
            <a:off x="2608427" y="6059601"/>
            <a:ext cx="648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 smtClean="0"/>
              <a:t>入口</a:t>
            </a:r>
            <a:endParaRPr kumimoji="1" lang="ja-JP" altLang="en-US" sz="1400" dirty="0"/>
          </a:p>
        </p:txBody>
      </p:sp>
      <p:sp>
        <p:nvSpPr>
          <p:cNvPr id="46" name="テキスト ボックス 45"/>
          <p:cNvSpPr txBox="1"/>
          <p:nvPr/>
        </p:nvSpPr>
        <p:spPr>
          <a:xfrm>
            <a:off x="5174569" y="121572"/>
            <a:ext cx="6124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 smtClean="0"/>
              <a:t>窓側</a:t>
            </a:r>
            <a:endParaRPr kumimoji="1" lang="ja-JP" altLang="en-US" sz="1400" dirty="0"/>
          </a:p>
        </p:txBody>
      </p:sp>
      <p:sp>
        <p:nvSpPr>
          <p:cNvPr id="52" name="正方形/長方形 51"/>
          <p:cNvSpPr/>
          <p:nvPr/>
        </p:nvSpPr>
        <p:spPr>
          <a:xfrm>
            <a:off x="1051544" y="5529448"/>
            <a:ext cx="559712" cy="2910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 smtClean="0">
                <a:solidFill>
                  <a:schemeClr val="tx1"/>
                </a:solidFill>
              </a:rPr>
              <a:t>支協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3" name="正方形/長方形 52"/>
          <p:cNvSpPr/>
          <p:nvPr/>
        </p:nvSpPr>
        <p:spPr>
          <a:xfrm>
            <a:off x="378324" y="5529449"/>
            <a:ext cx="559712" cy="2910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 smtClean="0">
                <a:solidFill>
                  <a:schemeClr val="tx1"/>
                </a:solidFill>
              </a:rPr>
              <a:t>秘書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6" name="正方形/長方形 55"/>
          <p:cNvSpPr/>
          <p:nvPr/>
        </p:nvSpPr>
        <p:spPr>
          <a:xfrm>
            <a:off x="1734990" y="5542999"/>
            <a:ext cx="559712" cy="2910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 smtClean="0">
                <a:solidFill>
                  <a:schemeClr val="tx1"/>
                </a:solidFill>
              </a:rPr>
              <a:t>支協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3729792" y="898409"/>
            <a:ext cx="673256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1050" dirty="0" smtClean="0">
                <a:latin typeface="+mj-ea"/>
              </a:rPr>
              <a:t>⑤エフサン・ジャワンマルディイラン文化センター顧問</a:t>
            </a:r>
            <a:endParaRPr lang="ja-JP" altLang="ja-JP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09774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78</Words>
  <Application>Microsoft Office PowerPoint</Application>
  <PresentationFormat>ワイド画面</PresentationFormat>
  <Paragraphs>19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ＭＳ Ｐゴシック</vt:lpstr>
      <vt:lpstr>Arial</vt:lpstr>
      <vt:lpstr>Calibri</vt:lpstr>
      <vt:lpstr>Calibri Light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支図協</dc:creator>
  <cp:lastModifiedBy>支図協</cp:lastModifiedBy>
  <cp:revision>43</cp:revision>
  <cp:lastPrinted>2019-01-23T07:00:23Z</cp:lastPrinted>
  <dcterms:created xsi:type="dcterms:W3CDTF">2018-11-07T07:22:58Z</dcterms:created>
  <dcterms:modified xsi:type="dcterms:W3CDTF">2019-02-06T06:12:25Z</dcterms:modified>
</cp:coreProperties>
</file>