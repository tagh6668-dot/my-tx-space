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handoutMasterIdLst>
    <p:handoutMasterId r:id="rId26"/>
  </p:handoutMasterIdLst>
  <p:sldIdLst>
    <p:sldId id="256" r:id="rId5"/>
    <p:sldId id="258"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64" r:id="rId20"/>
    <p:sldId id="284" r:id="rId21"/>
    <p:sldId id="286" r:id="rId22"/>
    <p:sldId id="287" r:id="rId23"/>
    <p:sldId id="285" r:id="rId24"/>
    <p:sldId id="25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021"/>
    <a:srgbClr val="383838"/>
    <a:srgbClr val="FFF1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notesViewPr>
    <p:cSldViewPr snapToGrid="0">
      <p:cViewPr varScale="1">
        <p:scale>
          <a:sx n="53" d="100"/>
          <a:sy n="53" d="100"/>
        </p:scale>
        <p:origin x="2844"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F5B6DD-12E2-44D4-A285-B4B7A8C34B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037816-3E96-4EC3-9A88-8F4C402DAD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4372DA-D17E-40F1-8C26-15A01E7D6679}" type="datetimeFigureOut">
              <a:rPr lang="en-US" smtClean="0"/>
              <a:t>10/09/2019</a:t>
            </a:fld>
            <a:endParaRPr lang="en-US"/>
          </a:p>
        </p:txBody>
      </p:sp>
      <p:sp>
        <p:nvSpPr>
          <p:cNvPr id="4" name="Footer Placeholder 3">
            <a:extLst>
              <a:ext uri="{FF2B5EF4-FFF2-40B4-BE49-F238E27FC236}">
                <a16:creationId xmlns:a16="http://schemas.microsoft.com/office/drawing/2014/main" id="{08B12453-3791-43A9-98D4-B44755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F042788-C8CB-425D-80D5-956C8AFBA6D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DA7DA3-73B1-4658-8523-D2BE92A76814}" type="slidenum">
              <a:rPr lang="en-US" smtClean="0"/>
              <a:t>‹#›</a:t>
            </a:fld>
            <a:endParaRPr lang="en-US"/>
          </a:p>
        </p:txBody>
      </p:sp>
    </p:spTree>
    <p:extLst>
      <p:ext uri="{BB962C8B-B14F-4D97-AF65-F5344CB8AC3E}">
        <p14:creationId xmlns:p14="http://schemas.microsoft.com/office/powerpoint/2010/main" val="104931028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EAAD0-72A0-4DD7-B123-ED9C1ED18A98}"/>
              </a:ext>
            </a:extLst>
          </p:cNvPr>
          <p:cNvSpPr>
            <a:spLocks noGrp="1"/>
          </p:cNvSpPr>
          <p:nvPr>
            <p:ph type="ctrTitle" hasCustomPrompt="1"/>
          </p:nvPr>
        </p:nvSpPr>
        <p:spPr>
          <a:xfrm>
            <a:off x="800100" y="2285999"/>
            <a:ext cx="7086600" cy="1846263"/>
          </a:xfrm>
        </p:spPr>
        <p:txBody>
          <a:bodyPr anchor="b">
            <a:noAutofit/>
          </a:bodyPr>
          <a:lstStyle>
            <a:lvl1pPr algn="l">
              <a:defRPr sz="4800" b="1">
                <a:solidFill>
                  <a:schemeClr val="bg1"/>
                </a:solidFill>
                <a:latin typeface="Montserrat ExtraBold" panose="00000900000000000000" pitchFamily="2" charset="0"/>
              </a:defRPr>
            </a:lvl1pPr>
          </a:lstStyle>
          <a:p>
            <a:r>
              <a:rPr lang="en-US" dirty="0"/>
              <a:t>CLICK TO EDIT MASTER TITLE STYLE</a:t>
            </a:r>
          </a:p>
        </p:txBody>
      </p:sp>
      <p:sp>
        <p:nvSpPr>
          <p:cNvPr id="3" name="Subtitle 2">
            <a:extLst>
              <a:ext uri="{FF2B5EF4-FFF2-40B4-BE49-F238E27FC236}">
                <a16:creationId xmlns:a16="http://schemas.microsoft.com/office/drawing/2014/main" id="{B427E86C-AE79-4554-A5FA-EF913157DD98}"/>
              </a:ext>
            </a:extLst>
          </p:cNvPr>
          <p:cNvSpPr>
            <a:spLocks noGrp="1"/>
          </p:cNvSpPr>
          <p:nvPr>
            <p:ph type="subTitle" idx="1"/>
          </p:nvPr>
        </p:nvSpPr>
        <p:spPr>
          <a:xfrm>
            <a:off x="800100" y="4711486"/>
            <a:ext cx="9144000" cy="1021367"/>
          </a:xfrm>
        </p:spPr>
        <p:txBody>
          <a:bodyPr>
            <a:noAutofit/>
          </a:bodyPr>
          <a:lstStyle>
            <a:lvl1pPr marL="0" indent="0" algn="l">
              <a:buNone/>
              <a:defRPr sz="2400">
                <a:solidFill>
                  <a:schemeClr val="bg1"/>
                </a:solidFill>
                <a:latin typeface="Montserrat" panose="00000500000000000000" pitchFamily="2"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10" name="Straight Connector 9">
            <a:extLst>
              <a:ext uri="{FF2B5EF4-FFF2-40B4-BE49-F238E27FC236}">
                <a16:creationId xmlns:a16="http://schemas.microsoft.com/office/drawing/2014/main" id="{02B276BA-AB8C-49AA-A98A-DA64FCA8AFC0}"/>
              </a:ext>
            </a:extLst>
          </p:cNvPr>
          <p:cNvCxnSpPr>
            <a:cxnSpLocks/>
          </p:cNvCxnSpPr>
          <p:nvPr userDrawn="1"/>
        </p:nvCxnSpPr>
        <p:spPr>
          <a:xfrm>
            <a:off x="800100" y="4421874"/>
            <a:ext cx="7086600" cy="0"/>
          </a:xfrm>
          <a:prstGeom prst="line">
            <a:avLst/>
          </a:prstGeom>
          <a:ln w="76200">
            <a:solidFill>
              <a:srgbClr val="FFF100"/>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C90DEB4D-4717-4305-BF45-87343C2B605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00100" y="1260531"/>
            <a:ext cx="3505200" cy="709039"/>
          </a:xfrm>
          <a:prstGeom prst="rect">
            <a:avLst/>
          </a:prstGeom>
        </p:spPr>
      </p:pic>
      <p:sp>
        <p:nvSpPr>
          <p:cNvPr id="19" name="Slide Number Placeholder 5">
            <a:extLst>
              <a:ext uri="{FF2B5EF4-FFF2-40B4-BE49-F238E27FC236}">
                <a16:creationId xmlns:a16="http://schemas.microsoft.com/office/drawing/2014/main" id="{E57EEB0F-A552-42A3-B87B-C236FCC5C81E}"/>
              </a:ext>
            </a:extLst>
          </p:cNvPr>
          <p:cNvSpPr>
            <a:spLocks noGrp="1"/>
          </p:cNvSpPr>
          <p:nvPr>
            <p:ph type="sldNum" sz="quarter" idx="12"/>
          </p:nvPr>
        </p:nvSpPr>
        <p:spPr>
          <a:xfrm>
            <a:off x="11518712" y="6243646"/>
            <a:ext cx="470374" cy="365125"/>
          </a:xfrm>
          <a:prstGeom prst="rect">
            <a:avLst/>
          </a:prstGeom>
        </p:spPr>
        <p:txBody>
          <a:bodyPr anchor="ctr">
            <a:noAutofit/>
          </a:bodyP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
        <p:nvSpPr>
          <p:cNvPr id="20" name="Date Placeholder 3">
            <a:extLst>
              <a:ext uri="{FF2B5EF4-FFF2-40B4-BE49-F238E27FC236}">
                <a16:creationId xmlns:a16="http://schemas.microsoft.com/office/drawing/2014/main" id="{3A118840-F0A2-4EA4-807F-3B33A01820A2}"/>
              </a:ext>
            </a:extLst>
          </p:cNvPr>
          <p:cNvSpPr>
            <a:spLocks noGrp="1"/>
          </p:cNvSpPr>
          <p:nvPr>
            <p:ph type="dt" sz="half" idx="2"/>
          </p:nvPr>
        </p:nvSpPr>
        <p:spPr>
          <a:xfrm>
            <a:off x="8674100" y="6243646"/>
            <a:ext cx="2743200" cy="365125"/>
          </a:xfrm>
          <a:prstGeom prst="rect">
            <a:avLst/>
          </a:prstGeom>
        </p:spPr>
        <p:txBody>
          <a:bodyPr vert="horz" lIns="91440" tIns="45720" rIns="91440" bIns="45720" rtlCol="0" anchor="ctr">
            <a:noAutofit/>
          </a:bodyPr>
          <a:lstStyle>
            <a:lvl1pPr algn="r">
              <a:defRPr sz="1200">
                <a:solidFill>
                  <a:schemeClr val="bg1">
                    <a:lumMod val="65000"/>
                  </a:schemeClr>
                </a:solidFill>
                <a:latin typeface="Montserrat" panose="00000500000000000000" pitchFamily="2" charset="0"/>
              </a:defRPr>
            </a:lvl1pPr>
          </a:lstStyle>
          <a:p>
            <a:fld id="{B4EB6B26-4FB5-46A5-BD1D-1BB5A2131266}" type="datetimeFigureOut">
              <a:rPr lang="en-US" smtClean="0"/>
              <a:pPr/>
              <a:t>10/09/2019</a:t>
            </a:fld>
            <a:endParaRPr lang="en-US" dirty="0"/>
          </a:p>
        </p:txBody>
      </p:sp>
      <p:sp>
        <p:nvSpPr>
          <p:cNvPr id="11" name="Footer Placeholder 4">
            <a:extLst>
              <a:ext uri="{FF2B5EF4-FFF2-40B4-BE49-F238E27FC236}">
                <a16:creationId xmlns:a16="http://schemas.microsoft.com/office/drawing/2014/main" id="{576227D5-24DE-4234-A139-BA87E8538AF5}"/>
              </a:ext>
            </a:extLst>
          </p:cNvPr>
          <p:cNvSpPr>
            <a:spLocks noGrp="1"/>
          </p:cNvSpPr>
          <p:nvPr>
            <p:ph type="ftr" sz="quarter" idx="11"/>
          </p:nvPr>
        </p:nvSpPr>
        <p:spPr>
          <a:xfrm>
            <a:off x="3091218" y="6243646"/>
            <a:ext cx="4416852" cy="365125"/>
          </a:xfrm>
        </p:spPr>
        <p:txBody>
          <a:bodyPr>
            <a:noAutofit/>
          </a:bodyPr>
          <a:lstStyle>
            <a:lvl1pPr algn="l">
              <a:defRPr>
                <a:solidFill>
                  <a:schemeClr val="bg1">
                    <a:lumMod val="65000"/>
                  </a:schemeClr>
                </a:solidFill>
                <a:latin typeface="+mn-lt"/>
              </a:defRPr>
            </a:lvl1pPr>
          </a:lstStyle>
          <a:p>
            <a:endParaRPr lang="en-US" dirty="0"/>
          </a:p>
        </p:txBody>
      </p:sp>
      <p:sp>
        <p:nvSpPr>
          <p:cNvPr id="12" name="TextBox 11">
            <a:extLst>
              <a:ext uri="{FF2B5EF4-FFF2-40B4-BE49-F238E27FC236}">
                <a16:creationId xmlns:a16="http://schemas.microsoft.com/office/drawing/2014/main" id="{4CAB30C5-5149-40AE-931A-6D5F127ABED4}"/>
              </a:ext>
            </a:extLst>
          </p:cNvPr>
          <p:cNvSpPr txBox="1"/>
          <p:nvPr userDrawn="1"/>
        </p:nvSpPr>
        <p:spPr>
          <a:xfrm>
            <a:off x="779060" y="6287709"/>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spTree>
    <p:extLst>
      <p:ext uri="{BB962C8B-B14F-4D97-AF65-F5344CB8AC3E}">
        <p14:creationId xmlns:p14="http://schemas.microsoft.com/office/powerpoint/2010/main" val="871859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12DBB-EF74-4D8C-A8E3-9FE27C33301F}"/>
              </a:ext>
            </a:extLst>
          </p:cNvPr>
          <p:cNvSpPr>
            <a:spLocks noGrp="1"/>
          </p:cNvSpPr>
          <p:nvPr>
            <p:ph type="title" hasCustomPrompt="1"/>
          </p:nvPr>
        </p:nvSpPr>
        <p:spPr>
          <a:xfrm>
            <a:off x="831850" y="818755"/>
            <a:ext cx="8838063" cy="866586"/>
          </a:xfrm>
        </p:spPr>
        <p:txBody>
          <a:bodyPr>
            <a:noAutofit/>
          </a:bodyPr>
          <a:lstStyle>
            <a:lvl1pPr>
              <a:defRPr sz="3200">
                <a:latin typeface="Montserrat ExtraBold" panose="00000900000000000000" pitchFamily="2" charset="0"/>
              </a:defRPr>
            </a:lvl1pPr>
          </a:lstStyle>
          <a:p>
            <a:r>
              <a:rPr lang="en-US" dirty="0"/>
              <a:t>CLICK TO EDIT MASTER TITLE STYLE</a:t>
            </a:r>
          </a:p>
        </p:txBody>
      </p:sp>
      <p:sp>
        <p:nvSpPr>
          <p:cNvPr id="10" name="Rectangle 9">
            <a:extLst>
              <a:ext uri="{FF2B5EF4-FFF2-40B4-BE49-F238E27FC236}">
                <a16:creationId xmlns:a16="http://schemas.microsoft.com/office/drawing/2014/main" id="{06BE834D-B81A-43CA-8EBA-B09B074FC352}"/>
              </a:ext>
            </a:extLst>
          </p:cNvPr>
          <p:cNvSpPr/>
          <p:nvPr userDrawn="1"/>
        </p:nvSpPr>
        <p:spPr>
          <a:xfrm>
            <a:off x="831850" y="726302"/>
            <a:ext cx="1031543" cy="9245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6" name="Content Placeholder 2">
            <a:extLst>
              <a:ext uri="{FF2B5EF4-FFF2-40B4-BE49-F238E27FC236}">
                <a16:creationId xmlns:a16="http://schemas.microsoft.com/office/drawing/2014/main" id="{8487284D-FB00-47A0-B609-19C29D41F9C3}"/>
              </a:ext>
            </a:extLst>
          </p:cNvPr>
          <p:cNvSpPr>
            <a:spLocks noGrp="1"/>
          </p:cNvSpPr>
          <p:nvPr>
            <p:ph idx="1"/>
          </p:nvPr>
        </p:nvSpPr>
        <p:spPr>
          <a:xfrm>
            <a:off x="831850" y="1777794"/>
            <a:ext cx="10515600" cy="4830977"/>
          </a:xfrm>
        </p:spPr>
        <p:txBody>
          <a:bodyPr>
            <a:noAutofit/>
          </a:bodyPr>
          <a:lstStyle>
            <a:lvl1pPr>
              <a:defRPr>
                <a:solidFill>
                  <a:schemeClr val="tx1"/>
                </a:solidFill>
                <a:latin typeface="Montserrat" panose="00000500000000000000" pitchFamily="2" charset="0"/>
              </a:defRPr>
            </a:lvl1pPr>
            <a:lvl2pPr>
              <a:defRPr>
                <a:solidFill>
                  <a:schemeClr val="tx1"/>
                </a:solidFill>
                <a:latin typeface="Montserrat" panose="00000500000000000000" pitchFamily="2" charset="0"/>
              </a:defRPr>
            </a:lvl2pPr>
            <a:lvl3pPr>
              <a:defRPr>
                <a:solidFill>
                  <a:schemeClr val="tx1"/>
                </a:solidFill>
                <a:latin typeface="Montserrat" panose="00000500000000000000" pitchFamily="2" charset="0"/>
              </a:defRPr>
            </a:lvl3pPr>
            <a:lvl4pPr>
              <a:defRPr>
                <a:solidFill>
                  <a:schemeClr val="tx1"/>
                </a:solidFill>
                <a:latin typeface="Montserrat" panose="00000500000000000000" pitchFamily="2" charset="0"/>
              </a:defRPr>
            </a:lvl4pPr>
            <a:lvl5pPr>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Rectangle 16">
            <a:extLst>
              <a:ext uri="{FF2B5EF4-FFF2-40B4-BE49-F238E27FC236}">
                <a16:creationId xmlns:a16="http://schemas.microsoft.com/office/drawing/2014/main" id="{3D93B3C6-7431-4039-9C32-572901BCE57B}"/>
              </a:ext>
            </a:extLst>
          </p:cNvPr>
          <p:cNvSpPr/>
          <p:nvPr userDrawn="1"/>
        </p:nvSpPr>
        <p:spPr>
          <a:xfrm>
            <a:off x="0" y="6745265"/>
            <a:ext cx="12192000" cy="12638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Slide Number Placeholder 5">
            <a:extLst>
              <a:ext uri="{FF2B5EF4-FFF2-40B4-BE49-F238E27FC236}">
                <a16:creationId xmlns:a16="http://schemas.microsoft.com/office/drawing/2014/main" id="{E2B947FA-07ED-4CAE-9AAC-695B36C41CD5}"/>
              </a:ext>
            </a:extLst>
          </p:cNvPr>
          <p:cNvSpPr>
            <a:spLocks noGrp="1"/>
          </p:cNvSpPr>
          <p:nvPr>
            <p:ph type="sldNum" sz="quarter" idx="12"/>
          </p:nvPr>
        </p:nvSpPr>
        <p:spPr>
          <a:xfrm>
            <a:off x="11518712" y="6243646"/>
            <a:ext cx="470374" cy="365125"/>
          </a:xfrm>
          <a:prstGeom prst="rect">
            <a:avLst/>
          </a:prstGeom>
        </p:spPr>
        <p:txBody>
          <a:bodyPr anchor="ctr">
            <a:noAutofit/>
          </a:bodyP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
        <p:nvSpPr>
          <p:cNvPr id="11" name="Footer Placeholder 4">
            <a:extLst>
              <a:ext uri="{FF2B5EF4-FFF2-40B4-BE49-F238E27FC236}">
                <a16:creationId xmlns:a16="http://schemas.microsoft.com/office/drawing/2014/main" id="{2CBCBF87-DF0B-4EFF-B07D-F9B600723E66}"/>
              </a:ext>
            </a:extLst>
          </p:cNvPr>
          <p:cNvSpPr>
            <a:spLocks noGrp="1"/>
          </p:cNvSpPr>
          <p:nvPr>
            <p:ph type="ftr" sz="quarter" idx="11"/>
          </p:nvPr>
        </p:nvSpPr>
        <p:spPr>
          <a:xfrm>
            <a:off x="3144008" y="306601"/>
            <a:ext cx="4416852" cy="365125"/>
          </a:xfrm>
        </p:spPr>
        <p:txBody>
          <a:bodyPr>
            <a:noAutofit/>
          </a:bodyPr>
          <a:lstStyle>
            <a:lvl1pPr algn="l">
              <a:defRPr>
                <a:solidFill>
                  <a:schemeClr val="bg1">
                    <a:lumMod val="65000"/>
                  </a:schemeClr>
                </a:solidFill>
                <a:latin typeface="+mn-lt"/>
              </a:defRPr>
            </a:lvl1pPr>
          </a:lstStyle>
          <a:p>
            <a:endParaRPr lang="en-US" dirty="0"/>
          </a:p>
        </p:txBody>
      </p:sp>
      <p:sp>
        <p:nvSpPr>
          <p:cNvPr id="12" name="TextBox 11">
            <a:extLst>
              <a:ext uri="{FF2B5EF4-FFF2-40B4-BE49-F238E27FC236}">
                <a16:creationId xmlns:a16="http://schemas.microsoft.com/office/drawing/2014/main" id="{DBE68277-B30D-4D92-9E46-DAF27EEFAD8D}"/>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spTree>
    <p:extLst>
      <p:ext uri="{BB962C8B-B14F-4D97-AF65-F5344CB8AC3E}">
        <p14:creationId xmlns:p14="http://schemas.microsoft.com/office/powerpoint/2010/main" val="2692995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ith Pictures_White">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DC499F2F-9979-44F5-AA4E-BD857B4D046F}"/>
              </a:ext>
            </a:extLst>
          </p:cNvPr>
          <p:cNvSpPr>
            <a:spLocks noGrp="1"/>
          </p:cNvSpPr>
          <p:nvPr>
            <p:ph type="pic" idx="14"/>
          </p:nvPr>
        </p:nvSpPr>
        <p:spPr>
          <a:xfrm>
            <a:off x="4426993" y="3717881"/>
            <a:ext cx="3338015" cy="2996905"/>
          </a:xfrm>
        </p:spPr>
        <p:txBody>
          <a:bodyPr>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9" name="Picture Placeholder 2">
            <a:extLst>
              <a:ext uri="{FF2B5EF4-FFF2-40B4-BE49-F238E27FC236}">
                <a16:creationId xmlns:a16="http://schemas.microsoft.com/office/drawing/2014/main" id="{137D37D5-1ED2-4B66-BC66-A106AB6A42C8}"/>
              </a:ext>
            </a:extLst>
          </p:cNvPr>
          <p:cNvSpPr>
            <a:spLocks noGrp="1"/>
          </p:cNvSpPr>
          <p:nvPr>
            <p:ph type="pic" idx="13"/>
          </p:nvPr>
        </p:nvSpPr>
        <p:spPr>
          <a:xfrm>
            <a:off x="831850" y="3717881"/>
            <a:ext cx="3338015" cy="2996905"/>
          </a:xfrm>
        </p:spPr>
        <p:txBody>
          <a:bodyPr>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Picture Placeholder 2">
            <a:extLst>
              <a:ext uri="{FF2B5EF4-FFF2-40B4-BE49-F238E27FC236}">
                <a16:creationId xmlns:a16="http://schemas.microsoft.com/office/drawing/2014/main" id="{28857C07-F35A-470F-B2E8-7F1B942A9F57}"/>
              </a:ext>
            </a:extLst>
          </p:cNvPr>
          <p:cNvSpPr>
            <a:spLocks noGrp="1"/>
          </p:cNvSpPr>
          <p:nvPr>
            <p:ph type="pic" idx="15"/>
          </p:nvPr>
        </p:nvSpPr>
        <p:spPr>
          <a:xfrm>
            <a:off x="8022135" y="3717881"/>
            <a:ext cx="3338015" cy="2996905"/>
          </a:xfrm>
        </p:spPr>
        <p:txBody>
          <a:bodyPr>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3" name="Title 1">
            <a:extLst>
              <a:ext uri="{FF2B5EF4-FFF2-40B4-BE49-F238E27FC236}">
                <a16:creationId xmlns:a16="http://schemas.microsoft.com/office/drawing/2014/main" id="{9F88FE60-AEC4-49D9-A1E3-68B1695A7D70}"/>
              </a:ext>
            </a:extLst>
          </p:cNvPr>
          <p:cNvSpPr>
            <a:spLocks noGrp="1"/>
          </p:cNvSpPr>
          <p:nvPr>
            <p:ph type="title" hasCustomPrompt="1"/>
          </p:nvPr>
        </p:nvSpPr>
        <p:spPr>
          <a:xfrm>
            <a:off x="831850" y="818755"/>
            <a:ext cx="8838063" cy="866586"/>
          </a:xfrm>
        </p:spPr>
        <p:txBody>
          <a:bodyPr>
            <a:noAutofit/>
          </a:bodyPr>
          <a:lstStyle>
            <a:lvl1pPr>
              <a:defRPr sz="3200">
                <a:latin typeface="Montserrat ExtraBold" panose="00000900000000000000" pitchFamily="2" charset="0"/>
              </a:defRPr>
            </a:lvl1pPr>
          </a:lstStyle>
          <a:p>
            <a:r>
              <a:rPr lang="en-US" dirty="0"/>
              <a:t>CLICK TO EDIT MASTER TITLE STYLE</a:t>
            </a:r>
          </a:p>
        </p:txBody>
      </p:sp>
      <p:sp>
        <p:nvSpPr>
          <p:cNvPr id="17" name="Rectangle 16">
            <a:extLst>
              <a:ext uri="{FF2B5EF4-FFF2-40B4-BE49-F238E27FC236}">
                <a16:creationId xmlns:a16="http://schemas.microsoft.com/office/drawing/2014/main" id="{EE10636F-D7F5-4137-9D83-DF62C195A786}"/>
              </a:ext>
            </a:extLst>
          </p:cNvPr>
          <p:cNvSpPr/>
          <p:nvPr userDrawn="1"/>
        </p:nvSpPr>
        <p:spPr>
          <a:xfrm>
            <a:off x="831850" y="726302"/>
            <a:ext cx="1031543" cy="9245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9" name="Content Placeholder 2">
            <a:extLst>
              <a:ext uri="{FF2B5EF4-FFF2-40B4-BE49-F238E27FC236}">
                <a16:creationId xmlns:a16="http://schemas.microsoft.com/office/drawing/2014/main" id="{9E2DC078-5686-4ECE-BD5B-20F397EAB308}"/>
              </a:ext>
            </a:extLst>
          </p:cNvPr>
          <p:cNvSpPr>
            <a:spLocks noGrp="1"/>
          </p:cNvSpPr>
          <p:nvPr>
            <p:ph idx="1"/>
          </p:nvPr>
        </p:nvSpPr>
        <p:spPr>
          <a:xfrm>
            <a:off x="831850" y="1777795"/>
            <a:ext cx="10515600" cy="1779718"/>
          </a:xfrm>
        </p:spPr>
        <p:txBody>
          <a:bodyPr>
            <a:noAutofit/>
          </a:bodyPr>
          <a:lstStyle>
            <a:lvl1pPr>
              <a:defRPr>
                <a:solidFill>
                  <a:schemeClr val="tx1"/>
                </a:solidFill>
                <a:latin typeface="Montserrat" panose="00000500000000000000" pitchFamily="2" charset="0"/>
              </a:defRPr>
            </a:lvl1pPr>
            <a:lvl2pPr>
              <a:defRPr>
                <a:solidFill>
                  <a:schemeClr val="tx1"/>
                </a:solidFill>
                <a:latin typeface="Montserrat" panose="00000500000000000000" pitchFamily="2" charset="0"/>
              </a:defRPr>
            </a:lvl2pPr>
            <a:lvl3pPr>
              <a:defRPr>
                <a:solidFill>
                  <a:schemeClr val="tx1"/>
                </a:solidFill>
                <a:latin typeface="Montserrat" panose="00000500000000000000" pitchFamily="2" charset="0"/>
              </a:defRPr>
            </a:lvl3pPr>
            <a:lvl4pPr>
              <a:defRPr>
                <a:solidFill>
                  <a:schemeClr val="tx1"/>
                </a:solidFill>
                <a:latin typeface="Montserrat" panose="00000500000000000000" pitchFamily="2" charset="0"/>
              </a:defRPr>
            </a:lvl4pPr>
            <a:lvl5pPr>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Rectangle 21">
            <a:extLst>
              <a:ext uri="{FF2B5EF4-FFF2-40B4-BE49-F238E27FC236}">
                <a16:creationId xmlns:a16="http://schemas.microsoft.com/office/drawing/2014/main" id="{093E39FD-24F7-4590-A839-27B58F0BB69E}"/>
              </a:ext>
            </a:extLst>
          </p:cNvPr>
          <p:cNvSpPr/>
          <p:nvPr userDrawn="1"/>
        </p:nvSpPr>
        <p:spPr>
          <a:xfrm>
            <a:off x="0" y="6745265"/>
            <a:ext cx="12192000" cy="12638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5" name="Slide Number Placeholder 5">
            <a:extLst>
              <a:ext uri="{FF2B5EF4-FFF2-40B4-BE49-F238E27FC236}">
                <a16:creationId xmlns:a16="http://schemas.microsoft.com/office/drawing/2014/main" id="{AC1425E1-4351-48C2-B30E-B566004CB897}"/>
              </a:ext>
            </a:extLst>
          </p:cNvPr>
          <p:cNvSpPr>
            <a:spLocks noGrp="1"/>
          </p:cNvSpPr>
          <p:nvPr>
            <p:ph type="sldNum" sz="quarter" idx="12"/>
          </p:nvPr>
        </p:nvSpPr>
        <p:spPr>
          <a:xfrm>
            <a:off x="11518712" y="6243646"/>
            <a:ext cx="470374" cy="365125"/>
          </a:xfrm>
          <a:prstGeom prst="rect">
            <a:avLst/>
          </a:prstGeom>
        </p:spPr>
        <p:txBody>
          <a:bodyPr anchor="ctr">
            <a:noAutofit/>
          </a:bodyP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
        <p:nvSpPr>
          <p:cNvPr id="20" name="Footer Placeholder 4">
            <a:extLst>
              <a:ext uri="{FF2B5EF4-FFF2-40B4-BE49-F238E27FC236}">
                <a16:creationId xmlns:a16="http://schemas.microsoft.com/office/drawing/2014/main" id="{81C393FF-4C61-4949-A233-15563ACEFDA0}"/>
              </a:ext>
            </a:extLst>
          </p:cNvPr>
          <p:cNvSpPr>
            <a:spLocks noGrp="1"/>
          </p:cNvSpPr>
          <p:nvPr>
            <p:ph type="ftr" sz="quarter" idx="11"/>
          </p:nvPr>
        </p:nvSpPr>
        <p:spPr>
          <a:xfrm>
            <a:off x="3144008" y="306601"/>
            <a:ext cx="4416852" cy="365125"/>
          </a:xfrm>
        </p:spPr>
        <p:txBody>
          <a:bodyPr>
            <a:noAutofit/>
          </a:bodyPr>
          <a:lstStyle>
            <a:lvl1pPr algn="l">
              <a:defRPr>
                <a:solidFill>
                  <a:schemeClr val="bg1">
                    <a:lumMod val="65000"/>
                  </a:schemeClr>
                </a:solidFill>
                <a:latin typeface="+mn-lt"/>
              </a:defRPr>
            </a:lvl1pPr>
          </a:lstStyle>
          <a:p>
            <a:endParaRPr lang="en-US" dirty="0"/>
          </a:p>
        </p:txBody>
      </p:sp>
      <p:sp>
        <p:nvSpPr>
          <p:cNvPr id="23" name="TextBox 22">
            <a:extLst>
              <a:ext uri="{FF2B5EF4-FFF2-40B4-BE49-F238E27FC236}">
                <a16:creationId xmlns:a16="http://schemas.microsoft.com/office/drawing/2014/main" id="{EFA86387-4177-47EF-969E-6342A40AE9F6}"/>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spTree>
    <p:extLst>
      <p:ext uri="{BB962C8B-B14F-4D97-AF65-F5344CB8AC3E}">
        <p14:creationId xmlns:p14="http://schemas.microsoft.com/office/powerpoint/2010/main" val="2082842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with Picture Bar_White">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137D37D5-1ED2-4B66-BC66-A106AB6A42C8}"/>
              </a:ext>
            </a:extLst>
          </p:cNvPr>
          <p:cNvSpPr>
            <a:spLocks noGrp="1"/>
          </p:cNvSpPr>
          <p:nvPr>
            <p:ph type="pic" idx="13"/>
          </p:nvPr>
        </p:nvSpPr>
        <p:spPr>
          <a:xfrm>
            <a:off x="0" y="4962363"/>
            <a:ext cx="12192000" cy="1779719"/>
          </a:xfrm>
        </p:spPr>
        <p:txBody>
          <a:bodyPr>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3" name="Title 1">
            <a:extLst>
              <a:ext uri="{FF2B5EF4-FFF2-40B4-BE49-F238E27FC236}">
                <a16:creationId xmlns:a16="http://schemas.microsoft.com/office/drawing/2014/main" id="{9F88FE60-AEC4-49D9-A1E3-68B1695A7D70}"/>
              </a:ext>
            </a:extLst>
          </p:cNvPr>
          <p:cNvSpPr>
            <a:spLocks noGrp="1"/>
          </p:cNvSpPr>
          <p:nvPr>
            <p:ph type="title" hasCustomPrompt="1"/>
          </p:nvPr>
        </p:nvSpPr>
        <p:spPr>
          <a:xfrm>
            <a:off x="831850" y="818755"/>
            <a:ext cx="8838063" cy="866586"/>
          </a:xfrm>
        </p:spPr>
        <p:txBody>
          <a:bodyPr>
            <a:noAutofit/>
          </a:bodyPr>
          <a:lstStyle>
            <a:lvl1pPr>
              <a:defRPr sz="3200">
                <a:latin typeface="Montserrat ExtraBold" panose="00000900000000000000" pitchFamily="2" charset="0"/>
              </a:defRPr>
            </a:lvl1pPr>
          </a:lstStyle>
          <a:p>
            <a:r>
              <a:rPr lang="en-US" dirty="0"/>
              <a:t>CLICK TO EDIT MASTER TITLE STYLE</a:t>
            </a:r>
          </a:p>
        </p:txBody>
      </p:sp>
      <p:sp>
        <p:nvSpPr>
          <p:cNvPr id="17" name="Rectangle 16">
            <a:extLst>
              <a:ext uri="{FF2B5EF4-FFF2-40B4-BE49-F238E27FC236}">
                <a16:creationId xmlns:a16="http://schemas.microsoft.com/office/drawing/2014/main" id="{EE10636F-D7F5-4137-9D83-DF62C195A786}"/>
              </a:ext>
            </a:extLst>
          </p:cNvPr>
          <p:cNvSpPr/>
          <p:nvPr userDrawn="1"/>
        </p:nvSpPr>
        <p:spPr>
          <a:xfrm>
            <a:off x="831850" y="726302"/>
            <a:ext cx="1031543" cy="9245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9" name="Content Placeholder 2">
            <a:extLst>
              <a:ext uri="{FF2B5EF4-FFF2-40B4-BE49-F238E27FC236}">
                <a16:creationId xmlns:a16="http://schemas.microsoft.com/office/drawing/2014/main" id="{9E2DC078-5686-4ECE-BD5B-20F397EAB308}"/>
              </a:ext>
            </a:extLst>
          </p:cNvPr>
          <p:cNvSpPr>
            <a:spLocks noGrp="1"/>
          </p:cNvSpPr>
          <p:nvPr>
            <p:ph idx="1"/>
          </p:nvPr>
        </p:nvSpPr>
        <p:spPr>
          <a:xfrm>
            <a:off x="831850" y="1777795"/>
            <a:ext cx="10515600" cy="2972366"/>
          </a:xfrm>
        </p:spPr>
        <p:txBody>
          <a:bodyPr>
            <a:noAutofit/>
          </a:bodyPr>
          <a:lstStyle>
            <a:lvl1pPr>
              <a:defRPr>
                <a:solidFill>
                  <a:schemeClr val="tx1"/>
                </a:solidFill>
                <a:latin typeface="Montserrat" panose="00000500000000000000" pitchFamily="2" charset="0"/>
              </a:defRPr>
            </a:lvl1pPr>
            <a:lvl2pPr>
              <a:defRPr>
                <a:solidFill>
                  <a:schemeClr val="tx1"/>
                </a:solidFill>
                <a:latin typeface="Montserrat" panose="00000500000000000000" pitchFamily="2" charset="0"/>
              </a:defRPr>
            </a:lvl2pPr>
            <a:lvl3pPr>
              <a:defRPr>
                <a:solidFill>
                  <a:schemeClr val="tx1"/>
                </a:solidFill>
                <a:latin typeface="Montserrat" panose="00000500000000000000" pitchFamily="2" charset="0"/>
              </a:defRPr>
            </a:lvl3pPr>
            <a:lvl4pPr>
              <a:defRPr>
                <a:solidFill>
                  <a:schemeClr val="tx1"/>
                </a:solidFill>
                <a:latin typeface="Montserrat" panose="00000500000000000000" pitchFamily="2" charset="0"/>
              </a:defRPr>
            </a:lvl4pPr>
            <a:lvl5pPr>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Rectangle 13">
            <a:extLst>
              <a:ext uri="{FF2B5EF4-FFF2-40B4-BE49-F238E27FC236}">
                <a16:creationId xmlns:a16="http://schemas.microsoft.com/office/drawing/2014/main" id="{09046392-7AB8-4EA6-8F8B-F9C2F696405C}"/>
              </a:ext>
            </a:extLst>
          </p:cNvPr>
          <p:cNvSpPr/>
          <p:nvPr userDrawn="1"/>
        </p:nvSpPr>
        <p:spPr>
          <a:xfrm>
            <a:off x="0" y="6745265"/>
            <a:ext cx="12192000" cy="12638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0" name="Slide Number Placeholder 5">
            <a:extLst>
              <a:ext uri="{FF2B5EF4-FFF2-40B4-BE49-F238E27FC236}">
                <a16:creationId xmlns:a16="http://schemas.microsoft.com/office/drawing/2014/main" id="{0A345D8B-632E-41A6-9D4F-D08254FFE7B6}"/>
              </a:ext>
            </a:extLst>
          </p:cNvPr>
          <p:cNvSpPr>
            <a:spLocks noGrp="1"/>
          </p:cNvSpPr>
          <p:nvPr>
            <p:ph type="sldNum" sz="quarter" idx="12"/>
          </p:nvPr>
        </p:nvSpPr>
        <p:spPr>
          <a:xfrm>
            <a:off x="11518712" y="6243646"/>
            <a:ext cx="470374" cy="365125"/>
          </a:xfrm>
          <a:prstGeom prst="rect">
            <a:avLst/>
          </a:prstGeom>
        </p:spPr>
        <p:txBody>
          <a:bodyPr anchor="ctr">
            <a:noAutofit/>
          </a:bodyP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
        <p:nvSpPr>
          <p:cNvPr id="16" name="Footer Placeholder 4">
            <a:extLst>
              <a:ext uri="{FF2B5EF4-FFF2-40B4-BE49-F238E27FC236}">
                <a16:creationId xmlns:a16="http://schemas.microsoft.com/office/drawing/2014/main" id="{B898C901-D666-493D-AB76-7EC1EAB4D6F9}"/>
              </a:ext>
            </a:extLst>
          </p:cNvPr>
          <p:cNvSpPr>
            <a:spLocks noGrp="1"/>
          </p:cNvSpPr>
          <p:nvPr>
            <p:ph type="ftr" sz="quarter" idx="11"/>
          </p:nvPr>
        </p:nvSpPr>
        <p:spPr>
          <a:xfrm>
            <a:off x="3144008" y="306601"/>
            <a:ext cx="4416852" cy="365125"/>
          </a:xfrm>
        </p:spPr>
        <p:txBody>
          <a:bodyPr>
            <a:noAutofit/>
          </a:bodyPr>
          <a:lstStyle>
            <a:lvl1pPr algn="l">
              <a:defRPr>
                <a:solidFill>
                  <a:schemeClr val="bg1">
                    <a:lumMod val="65000"/>
                  </a:schemeClr>
                </a:solidFill>
                <a:latin typeface="+mn-lt"/>
              </a:defRPr>
            </a:lvl1pPr>
          </a:lstStyle>
          <a:p>
            <a:endParaRPr lang="en-US" dirty="0"/>
          </a:p>
        </p:txBody>
      </p:sp>
      <p:sp>
        <p:nvSpPr>
          <p:cNvPr id="18" name="TextBox 17">
            <a:extLst>
              <a:ext uri="{FF2B5EF4-FFF2-40B4-BE49-F238E27FC236}">
                <a16:creationId xmlns:a16="http://schemas.microsoft.com/office/drawing/2014/main" id="{452DAD74-E64B-4CB2-AE8B-335B56FF6859}"/>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spTree>
    <p:extLst>
      <p:ext uri="{BB962C8B-B14F-4D97-AF65-F5344CB8AC3E}">
        <p14:creationId xmlns:p14="http://schemas.microsoft.com/office/powerpoint/2010/main" val="708429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Picture Bar 2_White">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137D37D5-1ED2-4B66-BC66-A106AB6A42C8}"/>
              </a:ext>
            </a:extLst>
          </p:cNvPr>
          <p:cNvSpPr>
            <a:spLocks noGrp="1"/>
          </p:cNvSpPr>
          <p:nvPr>
            <p:ph type="pic" idx="13"/>
          </p:nvPr>
        </p:nvSpPr>
        <p:spPr>
          <a:xfrm>
            <a:off x="7656394" y="1"/>
            <a:ext cx="4535606" cy="6714786"/>
          </a:xfrm>
        </p:spPr>
        <p:txBody>
          <a:bodyPr>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3" name="Title 1">
            <a:extLst>
              <a:ext uri="{FF2B5EF4-FFF2-40B4-BE49-F238E27FC236}">
                <a16:creationId xmlns:a16="http://schemas.microsoft.com/office/drawing/2014/main" id="{9F88FE60-AEC4-49D9-A1E3-68B1695A7D70}"/>
              </a:ext>
            </a:extLst>
          </p:cNvPr>
          <p:cNvSpPr>
            <a:spLocks noGrp="1"/>
          </p:cNvSpPr>
          <p:nvPr>
            <p:ph type="title" hasCustomPrompt="1"/>
          </p:nvPr>
        </p:nvSpPr>
        <p:spPr>
          <a:xfrm>
            <a:off x="831851" y="818754"/>
            <a:ext cx="6606180" cy="1242041"/>
          </a:xfrm>
        </p:spPr>
        <p:txBody>
          <a:bodyPr anchor="t">
            <a:noAutofit/>
          </a:bodyPr>
          <a:lstStyle>
            <a:lvl1pPr>
              <a:defRPr sz="3600">
                <a:latin typeface="Montserrat ExtraBold" panose="00000900000000000000" pitchFamily="2" charset="0"/>
              </a:defRPr>
            </a:lvl1pPr>
          </a:lstStyle>
          <a:p>
            <a:r>
              <a:rPr lang="en-US" dirty="0"/>
              <a:t>CLICK TO EDIT MASTER TITLE STYLE</a:t>
            </a:r>
          </a:p>
        </p:txBody>
      </p:sp>
      <p:sp>
        <p:nvSpPr>
          <p:cNvPr id="17" name="Rectangle 16">
            <a:extLst>
              <a:ext uri="{FF2B5EF4-FFF2-40B4-BE49-F238E27FC236}">
                <a16:creationId xmlns:a16="http://schemas.microsoft.com/office/drawing/2014/main" id="{EE10636F-D7F5-4137-9D83-DF62C195A786}"/>
              </a:ext>
            </a:extLst>
          </p:cNvPr>
          <p:cNvSpPr/>
          <p:nvPr userDrawn="1"/>
        </p:nvSpPr>
        <p:spPr>
          <a:xfrm>
            <a:off x="831850" y="726302"/>
            <a:ext cx="1031543" cy="9245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9" name="Content Placeholder 2">
            <a:extLst>
              <a:ext uri="{FF2B5EF4-FFF2-40B4-BE49-F238E27FC236}">
                <a16:creationId xmlns:a16="http://schemas.microsoft.com/office/drawing/2014/main" id="{9E2DC078-5686-4ECE-BD5B-20F397EAB308}"/>
              </a:ext>
            </a:extLst>
          </p:cNvPr>
          <p:cNvSpPr>
            <a:spLocks noGrp="1"/>
          </p:cNvSpPr>
          <p:nvPr>
            <p:ph idx="1"/>
          </p:nvPr>
        </p:nvSpPr>
        <p:spPr>
          <a:xfrm>
            <a:off x="831850" y="2183728"/>
            <a:ext cx="6606180" cy="4425044"/>
          </a:xfrm>
        </p:spPr>
        <p:txBody>
          <a:bodyPr>
            <a:noAutofit/>
          </a:bodyPr>
          <a:lstStyle>
            <a:lvl1pPr>
              <a:defRPr>
                <a:solidFill>
                  <a:schemeClr val="tx1"/>
                </a:solidFill>
                <a:latin typeface="Montserrat" panose="00000500000000000000" pitchFamily="2" charset="0"/>
              </a:defRPr>
            </a:lvl1pPr>
            <a:lvl2pPr>
              <a:defRPr>
                <a:solidFill>
                  <a:schemeClr val="tx1"/>
                </a:solidFill>
                <a:latin typeface="Montserrat" panose="00000500000000000000" pitchFamily="2" charset="0"/>
              </a:defRPr>
            </a:lvl2pPr>
            <a:lvl3pPr>
              <a:defRPr>
                <a:solidFill>
                  <a:schemeClr val="tx1"/>
                </a:solidFill>
                <a:latin typeface="Montserrat" panose="00000500000000000000" pitchFamily="2" charset="0"/>
              </a:defRPr>
            </a:lvl3pPr>
            <a:lvl4pPr>
              <a:defRPr>
                <a:solidFill>
                  <a:schemeClr val="tx1"/>
                </a:solidFill>
                <a:latin typeface="Montserrat" panose="00000500000000000000" pitchFamily="2" charset="0"/>
              </a:defRPr>
            </a:lvl4pPr>
            <a:lvl5pPr>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Rectangle 13">
            <a:extLst>
              <a:ext uri="{FF2B5EF4-FFF2-40B4-BE49-F238E27FC236}">
                <a16:creationId xmlns:a16="http://schemas.microsoft.com/office/drawing/2014/main" id="{09046392-7AB8-4EA6-8F8B-F9C2F696405C}"/>
              </a:ext>
            </a:extLst>
          </p:cNvPr>
          <p:cNvSpPr/>
          <p:nvPr userDrawn="1"/>
        </p:nvSpPr>
        <p:spPr>
          <a:xfrm>
            <a:off x="0" y="6745265"/>
            <a:ext cx="12192000" cy="12638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2" name="Slide Number Placeholder 5">
            <a:extLst>
              <a:ext uri="{FF2B5EF4-FFF2-40B4-BE49-F238E27FC236}">
                <a16:creationId xmlns:a16="http://schemas.microsoft.com/office/drawing/2014/main" id="{1071D70E-5DBA-4090-8BAE-111BD1D78A0A}"/>
              </a:ext>
            </a:extLst>
          </p:cNvPr>
          <p:cNvSpPr>
            <a:spLocks noGrp="1"/>
          </p:cNvSpPr>
          <p:nvPr>
            <p:ph type="sldNum" sz="quarter" idx="12"/>
          </p:nvPr>
        </p:nvSpPr>
        <p:spPr>
          <a:xfrm>
            <a:off x="11518712" y="6243646"/>
            <a:ext cx="470374" cy="365125"/>
          </a:xfrm>
          <a:prstGeom prst="rect">
            <a:avLst/>
          </a:prstGeom>
        </p:spPr>
        <p:txBody>
          <a:bodyPr anchor="ctr">
            <a:noAutofit/>
          </a:bodyP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
        <p:nvSpPr>
          <p:cNvPr id="10" name="Footer Placeholder 4">
            <a:extLst>
              <a:ext uri="{FF2B5EF4-FFF2-40B4-BE49-F238E27FC236}">
                <a16:creationId xmlns:a16="http://schemas.microsoft.com/office/drawing/2014/main" id="{4BCEA6CA-B084-4A20-9D1B-087775B1FE68}"/>
              </a:ext>
            </a:extLst>
          </p:cNvPr>
          <p:cNvSpPr>
            <a:spLocks noGrp="1"/>
          </p:cNvSpPr>
          <p:nvPr>
            <p:ph type="ftr" sz="quarter" idx="11"/>
          </p:nvPr>
        </p:nvSpPr>
        <p:spPr>
          <a:xfrm>
            <a:off x="3144008" y="306601"/>
            <a:ext cx="4294022" cy="365125"/>
          </a:xfrm>
        </p:spPr>
        <p:txBody>
          <a:bodyPr>
            <a:noAutofit/>
          </a:bodyPr>
          <a:lstStyle>
            <a:lvl1pPr algn="l">
              <a:defRPr>
                <a:solidFill>
                  <a:schemeClr val="bg1">
                    <a:lumMod val="65000"/>
                  </a:schemeClr>
                </a:solidFill>
                <a:latin typeface="+mn-lt"/>
              </a:defRPr>
            </a:lvl1pPr>
          </a:lstStyle>
          <a:p>
            <a:endParaRPr lang="en-US" dirty="0"/>
          </a:p>
        </p:txBody>
      </p:sp>
      <p:sp>
        <p:nvSpPr>
          <p:cNvPr id="15" name="TextBox 14">
            <a:extLst>
              <a:ext uri="{FF2B5EF4-FFF2-40B4-BE49-F238E27FC236}">
                <a16:creationId xmlns:a16="http://schemas.microsoft.com/office/drawing/2014/main" id="{6AB58DD8-6781-4C69-B4EA-960E6F698A84}"/>
              </a:ext>
            </a:extLst>
          </p:cNvPr>
          <p:cNvSpPr txBox="1"/>
          <p:nvPr userDrawn="1"/>
        </p:nvSpPr>
        <p:spPr>
          <a:xfrm>
            <a:off x="831850" y="350664"/>
            <a:ext cx="2458905"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spTree>
    <p:extLst>
      <p:ext uri="{BB962C8B-B14F-4D97-AF65-F5344CB8AC3E}">
        <p14:creationId xmlns:p14="http://schemas.microsoft.com/office/powerpoint/2010/main" val="4219704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_Dark">
    <p:bg>
      <p:bgPr>
        <a:solidFill>
          <a:srgbClr val="24202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48F7EF2-69A1-4ECB-AD2F-1A03294F0A24}"/>
              </a:ext>
            </a:extLst>
          </p:cNvPr>
          <p:cNvSpPr/>
          <p:nvPr userDrawn="1"/>
        </p:nvSpPr>
        <p:spPr>
          <a:xfrm>
            <a:off x="0" y="6745265"/>
            <a:ext cx="12192000" cy="12638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1" name="Title 1">
            <a:extLst>
              <a:ext uri="{FF2B5EF4-FFF2-40B4-BE49-F238E27FC236}">
                <a16:creationId xmlns:a16="http://schemas.microsoft.com/office/drawing/2014/main" id="{5E534B01-25BE-46BC-B36B-26870E820920}"/>
              </a:ext>
            </a:extLst>
          </p:cNvPr>
          <p:cNvSpPr>
            <a:spLocks noGrp="1"/>
          </p:cNvSpPr>
          <p:nvPr>
            <p:ph type="title" hasCustomPrompt="1"/>
          </p:nvPr>
        </p:nvSpPr>
        <p:spPr>
          <a:xfrm>
            <a:off x="831850" y="818755"/>
            <a:ext cx="8838063" cy="866586"/>
          </a:xfrm>
        </p:spPr>
        <p:txBody>
          <a:bodyPr>
            <a:noAutofit/>
          </a:bodyPr>
          <a:lstStyle>
            <a:lvl1pPr>
              <a:defRPr sz="3200">
                <a:solidFill>
                  <a:schemeClr val="bg1"/>
                </a:solidFill>
                <a:latin typeface="Montserrat ExtraBold" panose="00000900000000000000" pitchFamily="2" charset="0"/>
              </a:defRPr>
            </a:lvl1pPr>
          </a:lstStyle>
          <a:p>
            <a:r>
              <a:rPr lang="en-US" dirty="0"/>
              <a:t>CLICK TO EDIT MASTER TITLE STYLE</a:t>
            </a:r>
          </a:p>
        </p:txBody>
      </p:sp>
      <p:sp>
        <p:nvSpPr>
          <p:cNvPr id="23" name="Rectangle 22">
            <a:extLst>
              <a:ext uri="{FF2B5EF4-FFF2-40B4-BE49-F238E27FC236}">
                <a16:creationId xmlns:a16="http://schemas.microsoft.com/office/drawing/2014/main" id="{92461F47-BF4F-483C-9851-425408F4DF21}"/>
              </a:ext>
            </a:extLst>
          </p:cNvPr>
          <p:cNvSpPr/>
          <p:nvPr userDrawn="1"/>
        </p:nvSpPr>
        <p:spPr>
          <a:xfrm>
            <a:off x="831850" y="726302"/>
            <a:ext cx="1031543" cy="9245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6" name="Content Placeholder 2">
            <a:extLst>
              <a:ext uri="{FF2B5EF4-FFF2-40B4-BE49-F238E27FC236}">
                <a16:creationId xmlns:a16="http://schemas.microsoft.com/office/drawing/2014/main" id="{833D75E6-0711-4287-8AF0-F1DDA6C3A622}"/>
              </a:ext>
            </a:extLst>
          </p:cNvPr>
          <p:cNvSpPr>
            <a:spLocks noGrp="1"/>
          </p:cNvSpPr>
          <p:nvPr>
            <p:ph idx="1"/>
          </p:nvPr>
        </p:nvSpPr>
        <p:spPr>
          <a:xfrm>
            <a:off x="831850" y="1777794"/>
            <a:ext cx="10515600" cy="4830977"/>
          </a:xfrm>
        </p:spPr>
        <p:txBody>
          <a:bodyPr>
            <a:noAutofit/>
          </a:bodyPr>
          <a:lstStyle>
            <a:lvl1pPr>
              <a:defRPr>
                <a:solidFill>
                  <a:schemeClr val="bg1"/>
                </a:solidFill>
                <a:latin typeface="Montserrat" panose="00000500000000000000" pitchFamily="2" charset="0"/>
              </a:defRPr>
            </a:lvl1pPr>
            <a:lvl2pPr>
              <a:defRPr>
                <a:solidFill>
                  <a:schemeClr val="bg1"/>
                </a:solidFill>
                <a:latin typeface="Montserrat" panose="00000500000000000000" pitchFamily="2" charset="0"/>
              </a:defRPr>
            </a:lvl2pPr>
            <a:lvl3pPr>
              <a:defRPr>
                <a:solidFill>
                  <a:schemeClr val="bg1"/>
                </a:solidFill>
                <a:latin typeface="Montserrat" panose="00000500000000000000" pitchFamily="2" charset="0"/>
              </a:defRPr>
            </a:lvl3pPr>
            <a:lvl4pPr>
              <a:defRPr>
                <a:solidFill>
                  <a:schemeClr val="bg1"/>
                </a:solidFill>
                <a:latin typeface="Montserrat" panose="00000500000000000000" pitchFamily="2" charset="0"/>
              </a:defRPr>
            </a:lvl4pPr>
            <a:lvl5pPr>
              <a:defRPr>
                <a:solidFill>
                  <a:schemeClr val="bg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5">
            <a:extLst>
              <a:ext uri="{FF2B5EF4-FFF2-40B4-BE49-F238E27FC236}">
                <a16:creationId xmlns:a16="http://schemas.microsoft.com/office/drawing/2014/main" id="{567FC83B-58D0-4D21-8EAB-14C20640C535}"/>
              </a:ext>
            </a:extLst>
          </p:cNvPr>
          <p:cNvSpPr>
            <a:spLocks noGrp="1"/>
          </p:cNvSpPr>
          <p:nvPr>
            <p:ph type="sldNum" sz="quarter" idx="12"/>
          </p:nvPr>
        </p:nvSpPr>
        <p:spPr>
          <a:xfrm>
            <a:off x="11518712" y="6243646"/>
            <a:ext cx="470374" cy="365125"/>
          </a:xfrm>
          <a:prstGeom prst="rect">
            <a:avLst/>
          </a:prstGeom>
        </p:spPr>
        <p:txBody>
          <a:bodyPr anchor="ctr">
            <a:noAutofit/>
          </a:bodyP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
        <p:nvSpPr>
          <p:cNvPr id="11" name="Footer Placeholder 4">
            <a:extLst>
              <a:ext uri="{FF2B5EF4-FFF2-40B4-BE49-F238E27FC236}">
                <a16:creationId xmlns:a16="http://schemas.microsoft.com/office/drawing/2014/main" id="{25131776-5E8A-4492-9B6C-251794F583D3}"/>
              </a:ext>
            </a:extLst>
          </p:cNvPr>
          <p:cNvSpPr>
            <a:spLocks noGrp="1"/>
          </p:cNvSpPr>
          <p:nvPr>
            <p:ph type="ftr" sz="quarter" idx="11"/>
          </p:nvPr>
        </p:nvSpPr>
        <p:spPr>
          <a:xfrm>
            <a:off x="3144008" y="306601"/>
            <a:ext cx="4416852" cy="365125"/>
          </a:xfrm>
        </p:spPr>
        <p:txBody>
          <a:bodyPr>
            <a:noAutofit/>
          </a:bodyPr>
          <a:lstStyle>
            <a:lvl1pPr algn="l">
              <a:defRPr>
                <a:solidFill>
                  <a:schemeClr val="bg1">
                    <a:lumMod val="65000"/>
                  </a:schemeClr>
                </a:solidFill>
                <a:latin typeface="+mn-lt"/>
              </a:defRPr>
            </a:lvl1pPr>
          </a:lstStyle>
          <a:p>
            <a:endParaRPr lang="en-US" dirty="0"/>
          </a:p>
        </p:txBody>
      </p:sp>
      <p:sp>
        <p:nvSpPr>
          <p:cNvPr id="12" name="TextBox 11">
            <a:extLst>
              <a:ext uri="{FF2B5EF4-FFF2-40B4-BE49-F238E27FC236}">
                <a16:creationId xmlns:a16="http://schemas.microsoft.com/office/drawing/2014/main" id="{10725024-EDAD-4A38-88BA-2A8D4381E8C2}"/>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spTree>
    <p:extLst>
      <p:ext uri="{BB962C8B-B14F-4D97-AF65-F5344CB8AC3E}">
        <p14:creationId xmlns:p14="http://schemas.microsoft.com/office/powerpoint/2010/main" val="463718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Yellow">
    <p:bg>
      <p:bgPr>
        <a:solidFill>
          <a:srgbClr val="FFF10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48F7EF2-69A1-4ECB-AD2F-1A03294F0A24}"/>
              </a:ext>
            </a:extLst>
          </p:cNvPr>
          <p:cNvSpPr/>
          <p:nvPr userDrawn="1"/>
        </p:nvSpPr>
        <p:spPr>
          <a:xfrm>
            <a:off x="0" y="6745265"/>
            <a:ext cx="12192000" cy="126383"/>
          </a:xfrm>
          <a:prstGeom prst="rect">
            <a:avLst/>
          </a:prstGeom>
          <a:solidFill>
            <a:srgbClr val="242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1" name="Title 1">
            <a:extLst>
              <a:ext uri="{FF2B5EF4-FFF2-40B4-BE49-F238E27FC236}">
                <a16:creationId xmlns:a16="http://schemas.microsoft.com/office/drawing/2014/main" id="{FB504250-838E-4DC9-9A61-7B93FCF4210F}"/>
              </a:ext>
            </a:extLst>
          </p:cNvPr>
          <p:cNvSpPr>
            <a:spLocks noGrp="1"/>
          </p:cNvSpPr>
          <p:nvPr>
            <p:ph type="title" hasCustomPrompt="1"/>
          </p:nvPr>
        </p:nvSpPr>
        <p:spPr>
          <a:xfrm>
            <a:off x="831850" y="818755"/>
            <a:ext cx="8838063" cy="866586"/>
          </a:xfrm>
        </p:spPr>
        <p:txBody>
          <a:bodyPr>
            <a:noAutofit/>
          </a:bodyPr>
          <a:lstStyle>
            <a:lvl1pPr>
              <a:defRPr sz="3200">
                <a:solidFill>
                  <a:schemeClr val="tx1"/>
                </a:solidFill>
                <a:latin typeface="Montserrat ExtraBold" panose="00000900000000000000" pitchFamily="2" charset="0"/>
              </a:defRPr>
            </a:lvl1pPr>
          </a:lstStyle>
          <a:p>
            <a:r>
              <a:rPr lang="en-US" dirty="0"/>
              <a:t>CLICK TO EDIT MASTER TITLE STYLE</a:t>
            </a:r>
          </a:p>
        </p:txBody>
      </p:sp>
      <p:sp>
        <p:nvSpPr>
          <p:cNvPr id="13" name="Rectangle 12">
            <a:extLst>
              <a:ext uri="{FF2B5EF4-FFF2-40B4-BE49-F238E27FC236}">
                <a16:creationId xmlns:a16="http://schemas.microsoft.com/office/drawing/2014/main" id="{53BDA99C-5770-4BF4-B608-BA732DC9A8D9}"/>
              </a:ext>
            </a:extLst>
          </p:cNvPr>
          <p:cNvSpPr/>
          <p:nvPr userDrawn="1"/>
        </p:nvSpPr>
        <p:spPr>
          <a:xfrm>
            <a:off x="831850" y="726302"/>
            <a:ext cx="1031543" cy="92453"/>
          </a:xfrm>
          <a:prstGeom prst="rect">
            <a:avLst/>
          </a:prstGeom>
          <a:solidFill>
            <a:srgbClr val="242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rgbClr val="242021"/>
              </a:solidFill>
            </a:endParaRPr>
          </a:p>
        </p:txBody>
      </p:sp>
      <p:sp>
        <p:nvSpPr>
          <p:cNvPr id="18" name="Content Placeholder 2">
            <a:extLst>
              <a:ext uri="{FF2B5EF4-FFF2-40B4-BE49-F238E27FC236}">
                <a16:creationId xmlns:a16="http://schemas.microsoft.com/office/drawing/2014/main" id="{30B6F3F8-F928-46FF-A96F-1A22A7F3D608}"/>
              </a:ext>
            </a:extLst>
          </p:cNvPr>
          <p:cNvSpPr>
            <a:spLocks noGrp="1"/>
          </p:cNvSpPr>
          <p:nvPr>
            <p:ph idx="1"/>
          </p:nvPr>
        </p:nvSpPr>
        <p:spPr>
          <a:xfrm>
            <a:off x="831850" y="1777794"/>
            <a:ext cx="10515600" cy="4830977"/>
          </a:xfrm>
        </p:spPr>
        <p:txBody>
          <a:bodyPr>
            <a:noAutofit/>
          </a:bodyPr>
          <a:lstStyle>
            <a:lvl1pPr>
              <a:defRPr>
                <a:solidFill>
                  <a:schemeClr val="tx1"/>
                </a:solidFill>
                <a:latin typeface="Montserrat" panose="00000500000000000000" pitchFamily="2" charset="0"/>
              </a:defRPr>
            </a:lvl1pPr>
            <a:lvl2pPr>
              <a:defRPr>
                <a:solidFill>
                  <a:schemeClr val="tx1"/>
                </a:solidFill>
                <a:latin typeface="Montserrat" panose="00000500000000000000" pitchFamily="2" charset="0"/>
              </a:defRPr>
            </a:lvl2pPr>
            <a:lvl3pPr>
              <a:defRPr>
                <a:solidFill>
                  <a:schemeClr val="tx1"/>
                </a:solidFill>
                <a:latin typeface="Montserrat" panose="00000500000000000000" pitchFamily="2" charset="0"/>
              </a:defRPr>
            </a:lvl3pPr>
            <a:lvl4pPr>
              <a:defRPr>
                <a:solidFill>
                  <a:schemeClr val="tx1"/>
                </a:solidFill>
                <a:latin typeface="Montserrat" panose="00000500000000000000" pitchFamily="2" charset="0"/>
              </a:defRPr>
            </a:lvl4pPr>
            <a:lvl5pPr>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5">
            <a:extLst>
              <a:ext uri="{FF2B5EF4-FFF2-40B4-BE49-F238E27FC236}">
                <a16:creationId xmlns:a16="http://schemas.microsoft.com/office/drawing/2014/main" id="{D7BB344F-599B-457B-9628-31747692A332}"/>
              </a:ext>
            </a:extLst>
          </p:cNvPr>
          <p:cNvSpPr>
            <a:spLocks noGrp="1"/>
          </p:cNvSpPr>
          <p:nvPr>
            <p:ph type="sldNum" sz="quarter" idx="12"/>
          </p:nvPr>
        </p:nvSpPr>
        <p:spPr>
          <a:xfrm>
            <a:off x="11518712" y="6243646"/>
            <a:ext cx="470374" cy="365125"/>
          </a:xfrm>
          <a:prstGeom prst="rect">
            <a:avLst/>
          </a:prstGeom>
        </p:spPr>
        <p:txBody>
          <a:bodyPr anchor="ctr">
            <a:noAutofit/>
          </a:bodyPr>
          <a:lstStyle>
            <a:lvl1pPr algn="ctr">
              <a:defRPr sz="1200">
                <a:solidFill>
                  <a:schemeClr val="tx1"/>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
        <p:nvSpPr>
          <p:cNvPr id="10" name="Footer Placeholder 4">
            <a:extLst>
              <a:ext uri="{FF2B5EF4-FFF2-40B4-BE49-F238E27FC236}">
                <a16:creationId xmlns:a16="http://schemas.microsoft.com/office/drawing/2014/main" id="{0C011360-65FF-47C7-B6E2-DB9DAFA83764}"/>
              </a:ext>
            </a:extLst>
          </p:cNvPr>
          <p:cNvSpPr>
            <a:spLocks noGrp="1"/>
          </p:cNvSpPr>
          <p:nvPr>
            <p:ph type="ftr" sz="quarter" idx="11"/>
          </p:nvPr>
        </p:nvSpPr>
        <p:spPr>
          <a:xfrm>
            <a:off x="3144008" y="306601"/>
            <a:ext cx="4416852" cy="365125"/>
          </a:xfrm>
        </p:spPr>
        <p:txBody>
          <a:bodyPr>
            <a:noAutofit/>
          </a:bodyPr>
          <a:lstStyle>
            <a:lvl1pPr algn="l">
              <a:defRPr>
                <a:solidFill>
                  <a:schemeClr val="tx1"/>
                </a:solidFill>
                <a:latin typeface="+mn-lt"/>
              </a:defRPr>
            </a:lvl1pPr>
          </a:lstStyle>
          <a:p>
            <a:endParaRPr lang="en-US" dirty="0"/>
          </a:p>
        </p:txBody>
      </p:sp>
      <p:sp>
        <p:nvSpPr>
          <p:cNvPr id="12" name="TextBox 11">
            <a:extLst>
              <a:ext uri="{FF2B5EF4-FFF2-40B4-BE49-F238E27FC236}">
                <a16:creationId xmlns:a16="http://schemas.microsoft.com/office/drawing/2014/main" id="{79A668E7-8B66-4EEB-8617-A5CF7216FE91}"/>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tx1"/>
                </a:solidFill>
              </a:rPr>
              <a:t>GOLDEN SCREEN CINEMAS |</a:t>
            </a:r>
            <a:endParaRPr lang="en-US" sz="1200" dirty="0">
              <a:solidFill>
                <a:schemeClr val="tx1"/>
              </a:solidFill>
            </a:endParaRPr>
          </a:p>
        </p:txBody>
      </p:sp>
    </p:spTree>
    <p:extLst>
      <p:ext uri="{BB962C8B-B14F-4D97-AF65-F5344CB8AC3E}">
        <p14:creationId xmlns:p14="http://schemas.microsoft.com/office/powerpoint/2010/main" val="3778119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CAB64C4-147E-430E-805E-478E1A74B57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7133" y="-805"/>
            <a:ext cx="12219133" cy="6871648"/>
          </a:xfrm>
          <a:prstGeom prst="rect">
            <a:avLst/>
          </a:prstGeom>
        </p:spPr>
      </p:pic>
      <p:sp>
        <p:nvSpPr>
          <p:cNvPr id="2" name="Title 1">
            <a:extLst>
              <a:ext uri="{FF2B5EF4-FFF2-40B4-BE49-F238E27FC236}">
                <a16:creationId xmlns:a16="http://schemas.microsoft.com/office/drawing/2014/main" id="{B47B50D2-C307-447C-8611-EEE41B5C321C}"/>
              </a:ext>
            </a:extLst>
          </p:cNvPr>
          <p:cNvSpPr>
            <a:spLocks noGrp="1"/>
          </p:cNvSpPr>
          <p:nvPr>
            <p:ph type="title" hasCustomPrompt="1"/>
          </p:nvPr>
        </p:nvSpPr>
        <p:spPr>
          <a:xfrm>
            <a:off x="831850" y="1709738"/>
            <a:ext cx="7957308" cy="2852737"/>
          </a:xfrm>
        </p:spPr>
        <p:txBody>
          <a:bodyPr anchor="b">
            <a:noAutofit/>
          </a:bodyPr>
          <a:lstStyle>
            <a:lvl1pPr>
              <a:defRPr sz="4800">
                <a:solidFill>
                  <a:schemeClr val="bg1"/>
                </a:solidFill>
                <a:latin typeface="Montserrat ExtraBold" panose="00000900000000000000" pitchFamily="2"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77D2B06F-3C6E-497B-BB4A-490E9C05E3B5}"/>
              </a:ext>
            </a:extLst>
          </p:cNvPr>
          <p:cNvSpPr>
            <a:spLocks noGrp="1"/>
          </p:cNvSpPr>
          <p:nvPr>
            <p:ph type="body" idx="1"/>
          </p:nvPr>
        </p:nvSpPr>
        <p:spPr>
          <a:xfrm>
            <a:off x="831850" y="4589463"/>
            <a:ext cx="7957308" cy="1500187"/>
          </a:xfrm>
        </p:spPr>
        <p:txBody>
          <a:bodyPr>
            <a:noAutofit/>
          </a:bodyPr>
          <a:lstStyle>
            <a:lvl1pPr marL="0" indent="0">
              <a:buNone/>
              <a:defRPr sz="2400">
                <a:solidFill>
                  <a:schemeClr val="bg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Rectangle 13">
            <a:extLst>
              <a:ext uri="{FF2B5EF4-FFF2-40B4-BE49-F238E27FC236}">
                <a16:creationId xmlns:a16="http://schemas.microsoft.com/office/drawing/2014/main" id="{B16996BE-CB8D-4614-89E3-DFC52885BFCD}"/>
              </a:ext>
            </a:extLst>
          </p:cNvPr>
          <p:cNvSpPr/>
          <p:nvPr userDrawn="1"/>
        </p:nvSpPr>
        <p:spPr>
          <a:xfrm rot="16200000">
            <a:off x="-3365806" y="3365809"/>
            <a:ext cx="6858001" cy="12638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Footer Placeholder 4">
            <a:extLst>
              <a:ext uri="{FF2B5EF4-FFF2-40B4-BE49-F238E27FC236}">
                <a16:creationId xmlns:a16="http://schemas.microsoft.com/office/drawing/2014/main" id="{071E07BB-FC38-4F1A-9473-F102B1929B0F}"/>
              </a:ext>
            </a:extLst>
          </p:cNvPr>
          <p:cNvSpPr>
            <a:spLocks noGrp="1"/>
          </p:cNvSpPr>
          <p:nvPr>
            <p:ph type="ftr" sz="quarter" idx="11"/>
          </p:nvPr>
        </p:nvSpPr>
        <p:spPr>
          <a:xfrm>
            <a:off x="3144008" y="306601"/>
            <a:ext cx="4416852" cy="365125"/>
          </a:xfrm>
        </p:spPr>
        <p:txBody>
          <a:bodyPr>
            <a:noAutofit/>
          </a:bodyPr>
          <a:lstStyle>
            <a:lvl1pPr algn="l">
              <a:defRPr>
                <a:solidFill>
                  <a:schemeClr val="bg1">
                    <a:lumMod val="65000"/>
                  </a:schemeClr>
                </a:solidFill>
                <a:latin typeface="+mn-lt"/>
              </a:defRPr>
            </a:lvl1pPr>
          </a:lstStyle>
          <a:p>
            <a:endParaRPr lang="en-US" dirty="0"/>
          </a:p>
        </p:txBody>
      </p:sp>
      <p:sp>
        <p:nvSpPr>
          <p:cNvPr id="10" name="TextBox 9">
            <a:extLst>
              <a:ext uri="{FF2B5EF4-FFF2-40B4-BE49-F238E27FC236}">
                <a16:creationId xmlns:a16="http://schemas.microsoft.com/office/drawing/2014/main" id="{A0ADDF0A-8843-4E65-BBFF-FEBFC75BDF6B}"/>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pic>
        <p:nvPicPr>
          <p:cNvPr id="6" name="Picture 5">
            <a:extLst>
              <a:ext uri="{FF2B5EF4-FFF2-40B4-BE49-F238E27FC236}">
                <a16:creationId xmlns:a16="http://schemas.microsoft.com/office/drawing/2014/main" id="{2222A100-ABF7-4991-B8E2-96137A05A59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80293" y="-806"/>
            <a:ext cx="2211705" cy="6858000"/>
          </a:xfrm>
          <a:prstGeom prst="rect">
            <a:avLst/>
          </a:prstGeom>
        </p:spPr>
      </p:pic>
    </p:spTree>
    <p:extLst>
      <p:ext uri="{BB962C8B-B14F-4D97-AF65-F5344CB8AC3E}">
        <p14:creationId xmlns:p14="http://schemas.microsoft.com/office/powerpoint/2010/main" val="2701469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CAB64C4-147E-430E-805E-478E1A74B57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805"/>
            <a:ext cx="12192000" cy="6856389"/>
          </a:xfrm>
          <a:prstGeom prst="rect">
            <a:avLst/>
          </a:prstGeom>
        </p:spPr>
      </p:pic>
      <p:sp>
        <p:nvSpPr>
          <p:cNvPr id="2" name="Title 1">
            <a:extLst>
              <a:ext uri="{FF2B5EF4-FFF2-40B4-BE49-F238E27FC236}">
                <a16:creationId xmlns:a16="http://schemas.microsoft.com/office/drawing/2014/main" id="{B47B50D2-C307-447C-8611-EEE41B5C321C}"/>
              </a:ext>
            </a:extLst>
          </p:cNvPr>
          <p:cNvSpPr>
            <a:spLocks noGrp="1"/>
          </p:cNvSpPr>
          <p:nvPr>
            <p:ph type="title" hasCustomPrompt="1"/>
          </p:nvPr>
        </p:nvSpPr>
        <p:spPr>
          <a:xfrm>
            <a:off x="831850" y="1709738"/>
            <a:ext cx="7957308" cy="2852737"/>
          </a:xfrm>
        </p:spPr>
        <p:txBody>
          <a:bodyPr anchor="b">
            <a:noAutofit/>
          </a:bodyPr>
          <a:lstStyle>
            <a:lvl1pPr>
              <a:defRPr sz="4800">
                <a:solidFill>
                  <a:schemeClr val="bg1"/>
                </a:solidFill>
                <a:latin typeface="Montserrat ExtraBold" panose="00000900000000000000" pitchFamily="2"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77D2B06F-3C6E-497B-BB4A-490E9C05E3B5}"/>
              </a:ext>
            </a:extLst>
          </p:cNvPr>
          <p:cNvSpPr>
            <a:spLocks noGrp="1"/>
          </p:cNvSpPr>
          <p:nvPr>
            <p:ph type="body" idx="1"/>
          </p:nvPr>
        </p:nvSpPr>
        <p:spPr>
          <a:xfrm>
            <a:off x="831850" y="4589463"/>
            <a:ext cx="7957308" cy="1500187"/>
          </a:xfrm>
        </p:spPr>
        <p:txBody>
          <a:bodyPr>
            <a:noAutofit/>
          </a:bodyPr>
          <a:lstStyle>
            <a:lvl1pPr marL="0" indent="0">
              <a:buNone/>
              <a:defRPr sz="2400">
                <a:solidFill>
                  <a:schemeClr val="bg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a:extLst>
              <a:ext uri="{FF2B5EF4-FFF2-40B4-BE49-F238E27FC236}">
                <a16:creationId xmlns:a16="http://schemas.microsoft.com/office/drawing/2014/main" id="{55388878-0C6E-4951-8136-4393199F4C5E}"/>
              </a:ext>
            </a:extLst>
          </p:cNvPr>
          <p:cNvSpPr/>
          <p:nvPr userDrawn="1"/>
        </p:nvSpPr>
        <p:spPr>
          <a:xfrm rot="16200000">
            <a:off x="-3365806" y="3365809"/>
            <a:ext cx="6858001" cy="12638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Footer Placeholder 4">
            <a:extLst>
              <a:ext uri="{FF2B5EF4-FFF2-40B4-BE49-F238E27FC236}">
                <a16:creationId xmlns:a16="http://schemas.microsoft.com/office/drawing/2014/main" id="{55CBCB57-8311-433B-B62B-9E961CD70C5A}"/>
              </a:ext>
            </a:extLst>
          </p:cNvPr>
          <p:cNvSpPr>
            <a:spLocks noGrp="1"/>
          </p:cNvSpPr>
          <p:nvPr>
            <p:ph type="ftr" sz="quarter" idx="11"/>
          </p:nvPr>
        </p:nvSpPr>
        <p:spPr>
          <a:xfrm>
            <a:off x="3144008" y="306601"/>
            <a:ext cx="4416852" cy="365125"/>
          </a:xfrm>
        </p:spPr>
        <p:txBody>
          <a:bodyPr>
            <a:noAutofit/>
          </a:bodyPr>
          <a:lstStyle>
            <a:lvl1pPr algn="l">
              <a:defRPr>
                <a:solidFill>
                  <a:schemeClr val="bg1">
                    <a:lumMod val="65000"/>
                  </a:schemeClr>
                </a:solidFill>
                <a:latin typeface="+mn-lt"/>
              </a:defRPr>
            </a:lvl1pPr>
          </a:lstStyle>
          <a:p>
            <a:endParaRPr lang="en-US" dirty="0"/>
          </a:p>
        </p:txBody>
      </p:sp>
      <p:sp>
        <p:nvSpPr>
          <p:cNvPr id="14" name="TextBox 13">
            <a:extLst>
              <a:ext uri="{FF2B5EF4-FFF2-40B4-BE49-F238E27FC236}">
                <a16:creationId xmlns:a16="http://schemas.microsoft.com/office/drawing/2014/main" id="{EF001C5F-D359-4B72-88AD-4F64BA4F461D}"/>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pic>
        <p:nvPicPr>
          <p:cNvPr id="15" name="Picture 14">
            <a:extLst>
              <a:ext uri="{FF2B5EF4-FFF2-40B4-BE49-F238E27FC236}">
                <a16:creationId xmlns:a16="http://schemas.microsoft.com/office/drawing/2014/main" id="{B6354A41-BA35-4300-BBAD-A8519ECA89D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80293" y="-806"/>
            <a:ext cx="2211705" cy="6858000"/>
          </a:xfrm>
          <a:prstGeom prst="rect">
            <a:avLst/>
          </a:prstGeom>
        </p:spPr>
      </p:pic>
    </p:spTree>
    <p:extLst>
      <p:ext uri="{BB962C8B-B14F-4D97-AF65-F5344CB8AC3E}">
        <p14:creationId xmlns:p14="http://schemas.microsoft.com/office/powerpoint/2010/main" val="1765405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CAB64C4-147E-430E-805E-478E1A74B57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4492" y="497"/>
            <a:ext cx="12206490" cy="6857503"/>
          </a:xfrm>
          <a:prstGeom prst="rect">
            <a:avLst/>
          </a:prstGeom>
        </p:spPr>
      </p:pic>
      <p:sp>
        <p:nvSpPr>
          <p:cNvPr id="2" name="Title 1">
            <a:extLst>
              <a:ext uri="{FF2B5EF4-FFF2-40B4-BE49-F238E27FC236}">
                <a16:creationId xmlns:a16="http://schemas.microsoft.com/office/drawing/2014/main" id="{B47B50D2-C307-447C-8611-EEE41B5C321C}"/>
              </a:ext>
            </a:extLst>
          </p:cNvPr>
          <p:cNvSpPr>
            <a:spLocks noGrp="1"/>
          </p:cNvSpPr>
          <p:nvPr>
            <p:ph type="title" hasCustomPrompt="1"/>
          </p:nvPr>
        </p:nvSpPr>
        <p:spPr>
          <a:xfrm>
            <a:off x="831850" y="1709738"/>
            <a:ext cx="7957308" cy="2852737"/>
          </a:xfrm>
        </p:spPr>
        <p:txBody>
          <a:bodyPr anchor="b">
            <a:noAutofit/>
          </a:bodyPr>
          <a:lstStyle>
            <a:lvl1pPr>
              <a:defRPr sz="4800">
                <a:solidFill>
                  <a:schemeClr val="bg1"/>
                </a:solidFill>
                <a:latin typeface="Montserrat ExtraBold" panose="00000900000000000000" pitchFamily="2"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77D2B06F-3C6E-497B-BB4A-490E9C05E3B5}"/>
              </a:ext>
            </a:extLst>
          </p:cNvPr>
          <p:cNvSpPr>
            <a:spLocks noGrp="1"/>
          </p:cNvSpPr>
          <p:nvPr>
            <p:ph type="body" idx="1"/>
          </p:nvPr>
        </p:nvSpPr>
        <p:spPr>
          <a:xfrm>
            <a:off x="831850" y="4589463"/>
            <a:ext cx="7957308" cy="1500187"/>
          </a:xfrm>
        </p:spPr>
        <p:txBody>
          <a:bodyPr>
            <a:noAutofit/>
          </a:bodyPr>
          <a:lstStyle>
            <a:lvl1pPr marL="0" indent="0">
              <a:buNone/>
              <a:defRPr sz="2400">
                <a:solidFill>
                  <a:schemeClr val="bg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a:extLst>
              <a:ext uri="{FF2B5EF4-FFF2-40B4-BE49-F238E27FC236}">
                <a16:creationId xmlns:a16="http://schemas.microsoft.com/office/drawing/2014/main" id="{55388878-0C6E-4951-8136-4393199F4C5E}"/>
              </a:ext>
            </a:extLst>
          </p:cNvPr>
          <p:cNvSpPr/>
          <p:nvPr userDrawn="1"/>
        </p:nvSpPr>
        <p:spPr>
          <a:xfrm rot="16200000">
            <a:off x="-3365806" y="3365809"/>
            <a:ext cx="6858001" cy="12638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Footer Placeholder 4">
            <a:extLst>
              <a:ext uri="{FF2B5EF4-FFF2-40B4-BE49-F238E27FC236}">
                <a16:creationId xmlns:a16="http://schemas.microsoft.com/office/drawing/2014/main" id="{465D873F-CB21-4203-AA09-C941A609CF98}"/>
              </a:ext>
            </a:extLst>
          </p:cNvPr>
          <p:cNvSpPr>
            <a:spLocks noGrp="1"/>
          </p:cNvSpPr>
          <p:nvPr>
            <p:ph type="ftr" sz="quarter" idx="11"/>
          </p:nvPr>
        </p:nvSpPr>
        <p:spPr>
          <a:xfrm>
            <a:off x="3144008" y="306601"/>
            <a:ext cx="4416852" cy="365125"/>
          </a:xfrm>
        </p:spPr>
        <p:txBody>
          <a:bodyPr>
            <a:noAutofit/>
          </a:bodyPr>
          <a:lstStyle>
            <a:lvl1pPr algn="l">
              <a:defRPr>
                <a:solidFill>
                  <a:schemeClr val="bg1">
                    <a:lumMod val="65000"/>
                  </a:schemeClr>
                </a:solidFill>
                <a:latin typeface="+mn-lt"/>
              </a:defRPr>
            </a:lvl1pPr>
          </a:lstStyle>
          <a:p>
            <a:endParaRPr lang="en-US" dirty="0"/>
          </a:p>
        </p:txBody>
      </p:sp>
      <p:sp>
        <p:nvSpPr>
          <p:cNvPr id="14" name="TextBox 13">
            <a:extLst>
              <a:ext uri="{FF2B5EF4-FFF2-40B4-BE49-F238E27FC236}">
                <a16:creationId xmlns:a16="http://schemas.microsoft.com/office/drawing/2014/main" id="{29DB655D-69C8-4A32-AA98-37E66FC407E3}"/>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pic>
        <p:nvPicPr>
          <p:cNvPr id="15" name="Picture 14">
            <a:extLst>
              <a:ext uri="{FF2B5EF4-FFF2-40B4-BE49-F238E27FC236}">
                <a16:creationId xmlns:a16="http://schemas.microsoft.com/office/drawing/2014/main" id="{FA2242C9-4310-4A88-B0DA-5CC2E975A54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80293" y="-806"/>
            <a:ext cx="2211705" cy="6858000"/>
          </a:xfrm>
          <a:prstGeom prst="rect">
            <a:avLst/>
          </a:prstGeom>
        </p:spPr>
      </p:pic>
    </p:spTree>
    <p:extLst>
      <p:ext uri="{BB962C8B-B14F-4D97-AF65-F5344CB8AC3E}">
        <p14:creationId xmlns:p14="http://schemas.microsoft.com/office/powerpoint/2010/main" val="2618376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4">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CAB64C4-147E-430E-805E-478E1A74B57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2"/>
            <a:ext cx="12192000" cy="6858001"/>
          </a:xfrm>
          <a:prstGeom prst="rect">
            <a:avLst/>
          </a:prstGeom>
        </p:spPr>
      </p:pic>
      <p:sp>
        <p:nvSpPr>
          <p:cNvPr id="2" name="Title 1">
            <a:extLst>
              <a:ext uri="{FF2B5EF4-FFF2-40B4-BE49-F238E27FC236}">
                <a16:creationId xmlns:a16="http://schemas.microsoft.com/office/drawing/2014/main" id="{B47B50D2-C307-447C-8611-EEE41B5C321C}"/>
              </a:ext>
            </a:extLst>
          </p:cNvPr>
          <p:cNvSpPr>
            <a:spLocks noGrp="1"/>
          </p:cNvSpPr>
          <p:nvPr>
            <p:ph type="title" hasCustomPrompt="1"/>
          </p:nvPr>
        </p:nvSpPr>
        <p:spPr>
          <a:xfrm>
            <a:off x="831850" y="1709738"/>
            <a:ext cx="7957308" cy="2852737"/>
          </a:xfrm>
        </p:spPr>
        <p:txBody>
          <a:bodyPr anchor="b">
            <a:noAutofit/>
          </a:bodyPr>
          <a:lstStyle>
            <a:lvl1pPr>
              <a:defRPr sz="4800">
                <a:solidFill>
                  <a:schemeClr val="bg1"/>
                </a:solidFill>
                <a:latin typeface="Montserrat ExtraBold" panose="00000900000000000000" pitchFamily="2"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77D2B06F-3C6E-497B-BB4A-490E9C05E3B5}"/>
              </a:ext>
            </a:extLst>
          </p:cNvPr>
          <p:cNvSpPr>
            <a:spLocks noGrp="1"/>
          </p:cNvSpPr>
          <p:nvPr>
            <p:ph type="body" idx="1"/>
          </p:nvPr>
        </p:nvSpPr>
        <p:spPr>
          <a:xfrm>
            <a:off x="831850" y="4589463"/>
            <a:ext cx="7957308" cy="1500187"/>
          </a:xfrm>
        </p:spPr>
        <p:txBody>
          <a:bodyPr>
            <a:noAutofit/>
          </a:bodyPr>
          <a:lstStyle>
            <a:lvl1pPr marL="0" indent="0">
              <a:buNone/>
              <a:defRPr sz="2400">
                <a:solidFill>
                  <a:schemeClr val="bg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a:extLst>
              <a:ext uri="{FF2B5EF4-FFF2-40B4-BE49-F238E27FC236}">
                <a16:creationId xmlns:a16="http://schemas.microsoft.com/office/drawing/2014/main" id="{55388878-0C6E-4951-8136-4393199F4C5E}"/>
              </a:ext>
            </a:extLst>
          </p:cNvPr>
          <p:cNvSpPr/>
          <p:nvPr userDrawn="1"/>
        </p:nvSpPr>
        <p:spPr>
          <a:xfrm rot="16200000">
            <a:off x="-3365806" y="3365809"/>
            <a:ext cx="6858001" cy="12638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5" name="Footer Placeholder 4">
            <a:extLst>
              <a:ext uri="{FF2B5EF4-FFF2-40B4-BE49-F238E27FC236}">
                <a16:creationId xmlns:a16="http://schemas.microsoft.com/office/drawing/2014/main" id="{FD1976C9-DC16-4C76-B775-270070C77454}"/>
              </a:ext>
            </a:extLst>
          </p:cNvPr>
          <p:cNvSpPr>
            <a:spLocks noGrp="1"/>
          </p:cNvSpPr>
          <p:nvPr>
            <p:ph type="ftr" sz="quarter" idx="11"/>
          </p:nvPr>
        </p:nvSpPr>
        <p:spPr>
          <a:xfrm>
            <a:off x="3144008" y="306601"/>
            <a:ext cx="4416852" cy="365125"/>
          </a:xfrm>
        </p:spPr>
        <p:txBody>
          <a:bodyPr>
            <a:noAutofit/>
          </a:bodyPr>
          <a:lstStyle>
            <a:lvl1pPr algn="l">
              <a:defRPr>
                <a:solidFill>
                  <a:schemeClr val="bg1">
                    <a:lumMod val="65000"/>
                  </a:schemeClr>
                </a:solidFill>
                <a:latin typeface="+mn-lt"/>
              </a:defRPr>
            </a:lvl1pPr>
          </a:lstStyle>
          <a:p>
            <a:endParaRPr lang="en-US" dirty="0"/>
          </a:p>
        </p:txBody>
      </p:sp>
      <p:sp>
        <p:nvSpPr>
          <p:cNvPr id="16" name="TextBox 15">
            <a:extLst>
              <a:ext uri="{FF2B5EF4-FFF2-40B4-BE49-F238E27FC236}">
                <a16:creationId xmlns:a16="http://schemas.microsoft.com/office/drawing/2014/main" id="{0D9B62C9-F692-411B-A90D-CB7AE2678545}"/>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pic>
        <p:nvPicPr>
          <p:cNvPr id="17" name="Picture 16">
            <a:extLst>
              <a:ext uri="{FF2B5EF4-FFF2-40B4-BE49-F238E27FC236}">
                <a16:creationId xmlns:a16="http://schemas.microsoft.com/office/drawing/2014/main" id="{71911F86-72BA-4104-A95B-DB3E766DB95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80293" y="-806"/>
            <a:ext cx="2211705" cy="6858000"/>
          </a:xfrm>
          <a:prstGeom prst="rect">
            <a:avLst/>
          </a:prstGeom>
        </p:spPr>
      </p:pic>
    </p:spTree>
    <p:extLst>
      <p:ext uri="{BB962C8B-B14F-4D97-AF65-F5344CB8AC3E}">
        <p14:creationId xmlns:p14="http://schemas.microsoft.com/office/powerpoint/2010/main" val="4215346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48E70E5-2D13-4804-911F-272D2ABD21AB}"/>
              </a:ext>
            </a:extLst>
          </p:cNvPr>
          <p:cNvSpPr>
            <a:spLocks noGrp="1"/>
          </p:cNvSpPr>
          <p:nvPr>
            <p:ph type="title" hasCustomPrompt="1"/>
          </p:nvPr>
        </p:nvSpPr>
        <p:spPr>
          <a:xfrm>
            <a:off x="831850" y="818755"/>
            <a:ext cx="8838063" cy="866586"/>
          </a:xfrm>
        </p:spPr>
        <p:txBody>
          <a:bodyPr>
            <a:noAutofit/>
          </a:bodyPr>
          <a:lstStyle>
            <a:lvl1pPr>
              <a:defRPr sz="3200">
                <a:solidFill>
                  <a:schemeClr val="bg1"/>
                </a:solidFill>
                <a:latin typeface="Montserrat ExtraBold" panose="00000900000000000000" pitchFamily="2" charset="0"/>
              </a:defRPr>
            </a:lvl1pPr>
          </a:lstStyle>
          <a:p>
            <a:r>
              <a:rPr lang="en-US" dirty="0"/>
              <a:t>CLICK TO EDIT MASTER TITLE STYLE</a:t>
            </a:r>
          </a:p>
        </p:txBody>
      </p:sp>
      <p:sp>
        <p:nvSpPr>
          <p:cNvPr id="10" name="Rectangle 9">
            <a:extLst>
              <a:ext uri="{FF2B5EF4-FFF2-40B4-BE49-F238E27FC236}">
                <a16:creationId xmlns:a16="http://schemas.microsoft.com/office/drawing/2014/main" id="{7E047F6D-BFA7-4A80-8DDF-76177BC41F19}"/>
              </a:ext>
            </a:extLst>
          </p:cNvPr>
          <p:cNvSpPr/>
          <p:nvPr userDrawn="1"/>
        </p:nvSpPr>
        <p:spPr>
          <a:xfrm>
            <a:off x="831850" y="726302"/>
            <a:ext cx="1031543" cy="9245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8" name="Slide Number Placeholder 5">
            <a:extLst>
              <a:ext uri="{FF2B5EF4-FFF2-40B4-BE49-F238E27FC236}">
                <a16:creationId xmlns:a16="http://schemas.microsoft.com/office/drawing/2014/main" id="{628B76BD-70AA-4C48-AB32-53E828FEB6F6}"/>
              </a:ext>
            </a:extLst>
          </p:cNvPr>
          <p:cNvSpPr>
            <a:spLocks noGrp="1"/>
          </p:cNvSpPr>
          <p:nvPr>
            <p:ph type="sldNum" sz="quarter" idx="12"/>
          </p:nvPr>
        </p:nvSpPr>
        <p:spPr>
          <a:xfrm>
            <a:off x="11518712" y="6243646"/>
            <a:ext cx="470374" cy="365125"/>
          </a:xfrm>
          <a:prstGeom prst="rect">
            <a:avLst/>
          </a:prstGeom>
        </p:spPr>
        <p:txBody>
          <a:bodyPr anchor="ctr">
            <a:noAutofit/>
          </a:bodyP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
        <p:nvSpPr>
          <p:cNvPr id="11" name="Footer Placeholder 4">
            <a:extLst>
              <a:ext uri="{FF2B5EF4-FFF2-40B4-BE49-F238E27FC236}">
                <a16:creationId xmlns:a16="http://schemas.microsoft.com/office/drawing/2014/main" id="{3C12AE90-7EB4-4101-A985-D1C1C019A37D}"/>
              </a:ext>
            </a:extLst>
          </p:cNvPr>
          <p:cNvSpPr>
            <a:spLocks noGrp="1"/>
          </p:cNvSpPr>
          <p:nvPr>
            <p:ph type="ftr" sz="quarter" idx="11"/>
          </p:nvPr>
        </p:nvSpPr>
        <p:spPr>
          <a:xfrm>
            <a:off x="3144008" y="306601"/>
            <a:ext cx="4416852" cy="365125"/>
          </a:xfrm>
        </p:spPr>
        <p:txBody>
          <a:bodyPr>
            <a:noAutofit/>
          </a:bodyPr>
          <a:lstStyle>
            <a:lvl1pPr algn="l">
              <a:defRPr>
                <a:solidFill>
                  <a:schemeClr val="bg1">
                    <a:lumMod val="65000"/>
                  </a:schemeClr>
                </a:solidFill>
                <a:latin typeface="+mn-lt"/>
              </a:defRPr>
            </a:lvl1pPr>
          </a:lstStyle>
          <a:p>
            <a:endParaRPr lang="en-US" dirty="0"/>
          </a:p>
        </p:txBody>
      </p:sp>
      <p:sp>
        <p:nvSpPr>
          <p:cNvPr id="13" name="TextBox 12">
            <a:extLst>
              <a:ext uri="{FF2B5EF4-FFF2-40B4-BE49-F238E27FC236}">
                <a16:creationId xmlns:a16="http://schemas.microsoft.com/office/drawing/2014/main" id="{12FB86A9-E38C-4746-AE81-43804384A385}"/>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spTree>
    <p:extLst>
      <p:ext uri="{BB962C8B-B14F-4D97-AF65-F5344CB8AC3E}">
        <p14:creationId xmlns:p14="http://schemas.microsoft.com/office/powerpoint/2010/main" val="4458752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05348F1F-1B6D-410F-8F86-736BBD24321D}"/>
              </a:ext>
            </a:extLst>
          </p:cNvPr>
          <p:cNvSpPr>
            <a:spLocks noGrp="1"/>
          </p:cNvSpPr>
          <p:nvPr>
            <p:ph type="sldNum" sz="quarter" idx="12"/>
          </p:nvPr>
        </p:nvSpPr>
        <p:spPr>
          <a:xfrm>
            <a:off x="11518712" y="6243646"/>
            <a:ext cx="470374" cy="365125"/>
          </a:xfrm>
          <a:prstGeom prst="rect">
            <a:avLst/>
          </a:prstGeom>
        </p:spPr>
        <p:txBody>
          <a:bodyPr anchor="ct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Tree>
    <p:extLst>
      <p:ext uri="{BB962C8B-B14F-4D97-AF65-F5344CB8AC3E}">
        <p14:creationId xmlns:p14="http://schemas.microsoft.com/office/powerpoint/2010/main" val="20576591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2252E81-6FFD-44D3-8A48-5D08CEC8FCD6}"/>
              </a:ext>
            </a:extLst>
          </p:cNvPr>
          <p:cNvSpPr>
            <a:spLocks noGrp="1"/>
          </p:cNvSpPr>
          <p:nvPr>
            <p:ph type="sldNum" sz="quarter" idx="12"/>
          </p:nvPr>
        </p:nvSpPr>
        <p:spPr>
          <a:xfrm>
            <a:off x="11518712" y="6243646"/>
            <a:ext cx="470374" cy="365125"/>
          </a:xfrm>
          <a:prstGeom prst="rect">
            <a:avLst/>
          </a:prstGeom>
        </p:spPr>
        <p:txBody>
          <a:bodyPr anchor="ct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Tree>
    <p:extLst>
      <p:ext uri="{BB962C8B-B14F-4D97-AF65-F5344CB8AC3E}">
        <p14:creationId xmlns:p14="http://schemas.microsoft.com/office/powerpoint/2010/main" val="28320644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_Yel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18F8CEB0-0BB4-49A1-901E-51F0F7412880}"/>
              </a:ext>
            </a:extLst>
          </p:cNvPr>
          <p:cNvSpPr>
            <a:spLocks noGrp="1"/>
          </p:cNvSpPr>
          <p:nvPr>
            <p:ph type="sldNum" sz="quarter" idx="12"/>
          </p:nvPr>
        </p:nvSpPr>
        <p:spPr>
          <a:xfrm>
            <a:off x="11518712" y="6243646"/>
            <a:ext cx="470374" cy="365125"/>
          </a:xfrm>
          <a:prstGeom prst="rect">
            <a:avLst/>
          </a:prstGeom>
        </p:spPr>
        <p:txBody>
          <a:bodyPr anchor="ct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Tree>
    <p:extLst>
      <p:ext uri="{BB962C8B-B14F-4D97-AF65-F5344CB8AC3E}">
        <p14:creationId xmlns:p14="http://schemas.microsoft.com/office/powerpoint/2010/main" val="30365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L) / Title (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64A0A3C-ABEE-4D57-87A4-4CAE80E45519}"/>
              </a:ext>
            </a:extLst>
          </p:cNvPr>
          <p:cNvSpPr/>
          <p:nvPr userDrawn="1"/>
        </p:nvSpPr>
        <p:spPr>
          <a:xfrm>
            <a:off x="6096000" y="0"/>
            <a:ext cx="6096000" cy="6858000"/>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4" name="Content Placeholder 2">
            <a:extLst>
              <a:ext uri="{FF2B5EF4-FFF2-40B4-BE49-F238E27FC236}">
                <a16:creationId xmlns:a16="http://schemas.microsoft.com/office/drawing/2014/main" id="{C896A5C6-D2CE-474E-8826-FBF28C8617BB}"/>
              </a:ext>
            </a:extLst>
          </p:cNvPr>
          <p:cNvSpPr>
            <a:spLocks noGrp="1"/>
          </p:cNvSpPr>
          <p:nvPr>
            <p:ph idx="1"/>
          </p:nvPr>
        </p:nvSpPr>
        <p:spPr>
          <a:xfrm>
            <a:off x="838200" y="914401"/>
            <a:ext cx="4846320" cy="5694370"/>
          </a:xfrm>
        </p:spPr>
        <p:txBody>
          <a:bodyPr>
            <a:noAutofit/>
          </a:bodyPr>
          <a:lstStyle>
            <a:lvl1pPr>
              <a:defRPr>
                <a:solidFill>
                  <a:schemeClr val="tx1"/>
                </a:solidFill>
                <a:latin typeface="Montserrat" panose="00000500000000000000" pitchFamily="2" charset="0"/>
              </a:defRPr>
            </a:lvl1pPr>
            <a:lvl2pPr>
              <a:defRPr>
                <a:solidFill>
                  <a:schemeClr val="tx1"/>
                </a:solidFill>
                <a:latin typeface="Montserrat" panose="00000500000000000000" pitchFamily="2" charset="0"/>
              </a:defRPr>
            </a:lvl2pPr>
            <a:lvl3pPr>
              <a:defRPr>
                <a:solidFill>
                  <a:schemeClr val="tx1"/>
                </a:solidFill>
                <a:latin typeface="Montserrat" panose="00000500000000000000" pitchFamily="2" charset="0"/>
              </a:defRPr>
            </a:lvl3pPr>
            <a:lvl4pPr>
              <a:defRPr>
                <a:solidFill>
                  <a:schemeClr val="tx1"/>
                </a:solidFill>
                <a:latin typeface="Montserrat" panose="00000500000000000000" pitchFamily="2" charset="0"/>
              </a:defRPr>
            </a:lvl4pPr>
            <a:lvl5pPr>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Rectangle 14">
            <a:extLst>
              <a:ext uri="{FF2B5EF4-FFF2-40B4-BE49-F238E27FC236}">
                <a16:creationId xmlns:a16="http://schemas.microsoft.com/office/drawing/2014/main" id="{EE2ACF31-EB2D-4292-8234-EEFFF2E7BB38}"/>
              </a:ext>
            </a:extLst>
          </p:cNvPr>
          <p:cNvSpPr/>
          <p:nvPr userDrawn="1"/>
        </p:nvSpPr>
        <p:spPr>
          <a:xfrm>
            <a:off x="0" y="6745265"/>
            <a:ext cx="12192000" cy="126383"/>
          </a:xfrm>
          <a:prstGeom prst="rect">
            <a:avLst/>
          </a:prstGeom>
          <a:solidFill>
            <a:srgbClr val="242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4" name="Title 3">
            <a:extLst>
              <a:ext uri="{FF2B5EF4-FFF2-40B4-BE49-F238E27FC236}">
                <a16:creationId xmlns:a16="http://schemas.microsoft.com/office/drawing/2014/main" id="{F64BD2A4-B632-4E03-BABC-9A213D0A755A}"/>
              </a:ext>
            </a:extLst>
          </p:cNvPr>
          <p:cNvSpPr>
            <a:spLocks noGrp="1"/>
          </p:cNvSpPr>
          <p:nvPr>
            <p:ph type="title" hasCustomPrompt="1"/>
          </p:nvPr>
        </p:nvSpPr>
        <p:spPr>
          <a:xfrm>
            <a:off x="6096000" y="914401"/>
            <a:ext cx="5257800" cy="1325563"/>
          </a:xfrm>
        </p:spPr>
        <p:txBody>
          <a:bodyPr>
            <a:noAutofit/>
          </a:bodyPr>
          <a:lstStyle>
            <a:lvl1pPr>
              <a:defRPr sz="3200">
                <a:latin typeface="Montserrat ExtraBold" panose="00000900000000000000" pitchFamily="2" charset="0"/>
              </a:defRPr>
            </a:lvl1pPr>
          </a:lstStyle>
          <a:p>
            <a:r>
              <a:rPr lang="en-US" dirty="0"/>
              <a:t>CLICK TO EDIT MASTER TITLE STYLE</a:t>
            </a:r>
          </a:p>
        </p:txBody>
      </p:sp>
      <p:sp>
        <p:nvSpPr>
          <p:cNvPr id="12" name="Slide Number Placeholder 5">
            <a:extLst>
              <a:ext uri="{FF2B5EF4-FFF2-40B4-BE49-F238E27FC236}">
                <a16:creationId xmlns:a16="http://schemas.microsoft.com/office/drawing/2014/main" id="{58034974-6628-4DFA-8EB5-648DC6C62124}"/>
              </a:ext>
            </a:extLst>
          </p:cNvPr>
          <p:cNvSpPr>
            <a:spLocks noGrp="1"/>
          </p:cNvSpPr>
          <p:nvPr>
            <p:ph type="sldNum" sz="quarter" idx="12"/>
          </p:nvPr>
        </p:nvSpPr>
        <p:spPr>
          <a:xfrm>
            <a:off x="11518712" y="6243646"/>
            <a:ext cx="470374" cy="365125"/>
          </a:xfrm>
          <a:prstGeom prst="rect">
            <a:avLst/>
          </a:prstGeom>
        </p:spPr>
        <p:txBody>
          <a:bodyPr anchor="ctr">
            <a:noAutofit/>
          </a:bodyPr>
          <a:lstStyle>
            <a:lvl1pPr algn="ctr">
              <a:defRPr sz="1200">
                <a:solidFill>
                  <a:schemeClr val="tx1"/>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
        <p:nvSpPr>
          <p:cNvPr id="10" name="Footer Placeholder 4">
            <a:extLst>
              <a:ext uri="{FF2B5EF4-FFF2-40B4-BE49-F238E27FC236}">
                <a16:creationId xmlns:a16="http://schemas.microsoft.com/office/drawing/2014/main" id="{E0985F78-C6A7-493C-A0B1-36DA87E47815}"/>
              </a:ext>
            </a:extLst>
          </p:cNvPr>
          <p:cNvSpPr>
            <a:spLocks noGrp="1"/>
          </p:cNvSpPr>
          <p:nvPr>
            <p:ph type="ftr" sz="quarter" idx="11"/>
          </p:nvPr>
        </p:nvSpPr>
        <p:spPr>
          <a:xfrm>
            <a:off x="3144008" y="306601"/>
            <a:ext cx="2540512" cy="365125"/>
          </a:xfrm>
        </p:spPr>
        <p:txBody>
          <a:bodyPr>
            <a:noAutofit/>
          </a:bodyPr>
          <a:lstStyle>
            <a:lvl1pPr algn="l">
              <a:defRPr>
                <a:solidFill>
                  <a:schemeClr val="bg1">
                    <a:lumMod val="65000"/>
                  </a:schemeClr>
                </a:solidFill>
                <a:latin typeface="+mn-lt"/>
              </a:defRPr>
            </a:lvl1pPr>
          </a:lstStyle>
          <a:p>
            <a:endParaRPr lang="en-US" dirty="0"/>
          </a:p>
        </p:txBody>
      </p:sp>
      <p:sp>
        <p:nvSpPr>
          <p:cNvPr id="13" name="TextBox 12">
            <a:extLst>
              <a:ext uri="{FF2B5EF4-FFF2-40B4-BE49-F238E27FC236}">
                <a16:creationId xmlns:a16="http://schemas.microsoft.com/office/drawing/2014/main" id="{4BD149BB-1217-4D64-85E6-175FFC6A2ACF}"/>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spTree>
    <p:extLst>
      <p:ext uri="{BB962C8B-B14F-4D97-AF65-F5344CB8AC3E}">
        <p14:creationId xmlns:p14="http://schemas.microsoft.com/office/powerpoint/2010/main" val="28159821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L) / Content (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9E65B3-CBA5-433C-A46A-78E288F59FAC}"/>
              </a:ext>
            </a:extLst>
          </p:cNvPr>
          <p:cNvSpPr/>
          <p:nvPr userDrawn="1"/>
        </p:nvSpPr>
        <p:spPr>
          <a:xfrm>
            <a:off x="0" y="0"/>
            <a:ext cx="6096000" cy="6858000"/>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ntent Placeholder 2">
            <a:extLst>
              <a:ext uri="{FF2B5EF4-FFF2-40B4-BE49-F238E27FC236}">
                <a16:creationId xmlns:a16="http://schemas.microsoft.com/office/drawing/2014/main" id="{35FBFAE8-C59F-4B8B-A631-FD5865090CC6}"/>
              </a:ext>
            </a:extLst>
          </p:cNvPr>
          <p:cNvSpPr>
            <a:spLocks noGrp="1"/>
          </p:cNvSpPr>
          <p:nvPr>
            <p:ph idx="1"/>
          </p:nvPr>
        </p:nvSpPr>
        <p:spPr>
          <a:xfrm>
            <a:off x="6515100" y="902571"/>
            <a:ext cx="4846320" cy="5706200"/>
          </a:xfrm>
        </p:spPr>
        <p:txBody>
          <a:bodyPr>
            <a:noAutofit/>
          </a:bodyPr>
          <a:lstStyle>
            <a:lvl1pPr>
              <a:defRPr>
                <a:solidFill>
                  <a:schemeClr val="tx1"/>
                </a:solidFill>
                <a:latin typeface="Montserrat" panose="00000500000000000000" pitchFamily="2" charset="0"/>
              </a:defRPr>
            </a:lvl1pPr>
            <a:lvl2pPr>
              <a:defRPr>
                <a:solidFill>
                  <a:schemeClr val="tx1"/>
                </a:solidFill>
                <a:latin typeface="Montserrat" panose="00000500000000000000" pitchFamily="2" charset="0"/>
              </a:defRPr>
            </a:lvl2pPr>
            <a:lvl3pPr>
              <a:defRPr>
                <a:solidFill>
                  <a:schemeClr val="tx1"/>
                </a:solidFill>
                <a:latin typeface="Montserrat" panose="00000500000000000000" pitchFamily="2" charset="0"/>
              </a:defRPr>
            </a:lvl3pPr>
            <a:lvl4pPr>
              <a:defRPr>
                <a:solidFill>
                  <a:schemeClr val="tx1"/>
                </a:solidFill>
                <a:latin typeface="Montserrat" panose="00000500000000000000" pitchFamily="2" charset="0"/>
              </a:defRPr>
            </a:lvl4pPr>
            <a:lvl5pPr>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Rectangle 14">
            <a:extLst>
              <a:ext uri="{FF2B5EF4-FFF2-40B4-BE49-F238E27FC236}">
                <a16:creationId xmlns:a16="http://schemas.microsoft.com/office/drawing/2014/main" id="{5BF8481D-787E-481F-80EC-0933D8A738FB}"/>
              </a:ext>
            </a:extLst>
          </p:cNvPr>
          <p:cNvSpPr/>
          <p:nvPr userDrawn="1"/>
        </p:nvSpPr>
        <p:spPr>
          <a:xfrm>
            <a:off x="0" y="6745265"/>
            <a:ext cx="12192000" cy="126383"/>
          </a:xfrm>
          <a:prstGeom prst="rect">
            <a:avLst/>
          </a:prstGeom>
          <a:solidFill>
            <a:srgbClr val="242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0" name="Title 3">
            <a:extLst>
              <a:ext uri="{FF2B5EF4-FFF2-40B4-BE49-F238E27FC236}">
                <a16:creationId xmlns:a16="http://schemas.microsoft.com/office/drawing/2014/main" id="{4B3C4D85-ECA9-4B4B-8E8C-103669A31A84}"/>
              </a:ext>
            </a:extLst>
          </p:cNvPr>
          <p:cNvSpPr>
            <a:spLocks noGrp="1"/>
          </p:cNvSpPr>
          <p:nvPr>
            <p:ph type="title" hasCustomPrompt="1"/>
          </p:nvPr>
        </p:nvSpPr>
        <p:spPr>
          <a:xfrm>
            <a:off x="830580" y="902571"/>
            <a:ext cx="5257800" cy="1325563"/>
          </a:xfrm>
        </p:spPr>
        <p:txBody>
          <a:bodyPr>
            <a:noAutofit/>
          </a:bodyPr>
          <a:lstStyle>
            <a:lvl1pPr algn="r">
              <a:defRPr sz="3200">
                <a:latin typeface="Montserrat ExtraBold" panose="00000900000000000000" pitchFamily="2" charset="0"/>
              </a:defRPr>
            </a:lvl1pPr>
          </a:lstStyle>
          <a:p>
            <a:r>
              <a:rPr lang="en-US" dirty="0"/>
              <a:t>CLICK TO EDIT MASTER TITLE STYLE</a:t>
            </a:r>
          </a:p>
        </p:txBody>
      </p:sp>
      <p:sp>
        <p:nvSpPr>
          <p:cNvPr id="11" name="Slide Number Placeholder 5">
            <a:extLst>
              <a:ext uri="{FF2B5EF4-FFF2-40B4-BE49-F238E27FC236}">
                <a16:creationId xmlns:a16="http://schemas.microsoft.com/office/drawing/2014/main" id="{B42826FB-B8F8-492A-A1DB-06454782C4C8}"/>
              </a:ext>
            </a:extLst>
          </p:cNvPr>
          <p:cNvSpPr>
            <a:spLocks noGrp="1"/>
          </p:cNvSpPr>
          <p:nvPr>
            <p:ph type="sldNum" sz="quarter" idx="12"/>
          </p:nvPr>
        </p:nvSpPr>
        <p:spPr>
          <a:xfrm>
            <a:off x="11518712" y="6243646"/>
            <a:ext cx="470374" cy="365125"/>
          </a:xfrm>
          <a:prstGeom prst="rect">
            <a:avLst/>
          </a:prstGeom>
        </p:spPr>
        <p:txBody>
          <a:bodyPr anchor="ctr">
            <a:noAutofit/>
          </a:bodyP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
        <p:nvSpPr>
          <p:cNvPr id="12" name="Footer Placeholder 4">
            <a:extLst>
              <a:ext uri="{FF2B5EF4-FFF2-40B4-BE49-F238E27FC236}">
                <a16:creationId xmlns:a16="http://schemas.microsoft.com/office/drawing/2014/main" id="{0C42C2C7-0E93-4ABA-A8B9-040D4A08A572}"/>
              </a:ext>
            </a:extLst>
          </p:cNvPr>
          <p:cNvSpPr>
            <a:spLocks noGrp="1"/>
          </p:cNvSpPr>
          <p:nvPr>
            <p:ph type="ftr" sz="quarter" idx="11"/>
          </p:nvPr>
        </p:nvSpPr>
        <p:spPr>
          <a:xfrm>
            <a:off x="3144008" y="306601"/>
            <a:ext cx="2944372" cy="365125"/>
          </a:xfrm>
        </p:spPr>
        <p:txBody>
          <a:bodyPr>
            <a:noAutofit/>
          </a:bodyPr>
          <a:lstStyle>
            <a:lvl1pPr algn="l">
              <a:defRPr>
                <a:solidFill>
                  <a:schemeClr val="bg1">
                    <a:lumMod val="65000"/>
                  </a:schemeClr>
                </a:solidFill>
                <a:latin typeface="+mn-lt"/>
              </a:defRPr>
            </a:lvl1pPr>
          </a:lstStyle>
          <a:p>
            <a:endParaRPr lang="en-US" dirty="0"/>
          </a:p>
        </p:txBody>
      </p:sp>
      <p:sp>
        <p:nvSpPr>
          <p:cNvPr id="14" name="TextBox 13">
            <a:extLst>
              <a:ext uri="{FF2B5EF4-FFF2-40B4-BE49-F238E27FC236}">
                <a16:creationId xmlns:a16="http://schemas.microsoft.com/office/drawing/2014/main" id="{D4485157-E85B-476A-A2BE-817729E3BD7F}"/>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spTree>
    <p:extLst>
      <p:ext uri="{BB962C8B-B14F-4D97-AF65-F5344CB8AC3E}">
        <p14:creationId xmlns:p14="http://schemas.microsoft.com/office/powerpoint/2010/main" val="14912070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R)">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53473D02-9DFE-472E-9EB1-1BCD5145A9DB}"/>
              </a:ext>
            </a:extLst>
          </p:cNvPr>
          <p:cNvSpPr>
            <a:spLocks noGrp="1"/>
          </p:cNvSpPr>
          <p:nvPr>
            <p:ph type="pic" idx="13"/>
          </p:nvPr>
        </p:nvSpPr>
        <p:spPr>
          <a:xfrm>
            <a:off x="6096000" y="0"/>
            <a:ext cx="6096000" cy="6858000"/>
          </a:xfrm>
        </p:spPr>
        <p:txBody>
          <a:bodyPr>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Content Placeholder 2">
            <a:extLst>
              <a:ext uri="{FF2B5EF4-FFF2-40B4-BE49-F238E27FC236}">
                <a16:creationId xmlns:a16="http://schemas.microsoft.com/office/drawing/2014/main" id="{E9806683-09EB-4594-82EA-F4CB77859236}"/>
              </a:ext>
            </a:extLst>
          </p:cNvPr>
          <p:cNvSpPr>
            <a:spLocks noGrp="1"/>
          </p:cNvSpPr>
          <p:nvPr>
            <p:ph idx="1"/>
          </p:nvPr>
        </p:nvSpPr>
        <p:spPr>
          <a:xfrm>
            <a:off x="838200" y="2364628"/>
            <a:ext cx="4846320" cy="4244142"/>
          </a:xfrm>
        </p:spPr>
        <p:txBody>
          <a:bodyPr>
            <a:noAutofit/>
          </a:bodyPr>
          <a:lstStyle>
            <a:lvl1pPr>
              <a:defRPr>
                <a:solidFill>
                  <a:schemeClr val="tx1"/>
                </a:solidFill>
                <a:latin typeface="Montserrat" panose="00000500000000000000" pitchFamily="2" charset="0"/>
              </a:defRPr>
            </a:lvl1pPr>
            <a:lvl2pPr>
              <a:defRPr>
                <a:solidFill>
                  <a:schemeClr val="tx1"/>
                </a:solidFill>
                <a:latin typeface="Montserrat" panose="00000500000000000000" pitchFamily="2" charset="0"/>
              </a:defRPr>
            </a:lvl2pPr>
            <a:lvl3pPr>
              <a:defRPr>
                <a:solidFill>
                  <a:schemeClr val="tx1"/>
                </a:solidFill>
                <a:latin typeface="Montserrat" panose="00000500000000000000" pitchFamily="2" charset="0"/>
              </a:defRPr>
            </a:lvl3pPr>
            <a:lvl4pPr>
              <a:defRPr>
                <a:solidFill>
                  <a:schemeClr val="tx1"/>
                </a:solidFill>
                <a:latin typeface="Montserrat" panose="00000500000000000000" pitchFamily="2" charset="0"/>
              </a:defRPr>
            </a:lvl4pPr>
            <a:lvl5pPr>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Rectangle 13">
            <a:extLst>
              <a:ext uri="{FF2B5EF4-FFF2-40B4-BE49-F238E27FC236}">
                <a16:creationId xmlns:a16="http://schemas.microsoft.com/office/drawing/2014/main" id="{42F469CC-83AB-4882-ADE4-0C18296770BE}"/>
              </a:ext>
            </a:extLst>
          </p:cNvPr>
          <p:cNvSpPr/>
          <p:nvPr userDrawn="1"/>
        </p:nvSpPr>
        <p:spPr>
          <a:xfrm>
            <a:off x="0" y="6745265"/>
            <a:ext cx="12192000" cy="12638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3" name="Title 3">
            <a:extLst>
              <a:ext uri="{FF2B5EF4-FFF2-40B4-BE49-F238E27FC236}">
                <a16:creationId xmlns:a16="http://schemas.microsoft.com/office/drawing/2014/main" id="{97110B07-BDD7-49EB-AB46-D9A540FCCE37}"/>
              </a:ext>
            </a:extLst>
          </p:cNvPr>
          <p:cNvSpPr>
            <a:spLocks noGrp="1"/>
          </p:cNvSpPr>
          <p:nvPr>
            <p:ph type="title" hasCustomPrompt="1"/>
          </p:nvPr>
        </p:nvSpPr>
        <p:spPr>
          <a:xfrm>
            <a:off x="830580" y="902571"/>
            <a:ext cx="4853940" cy="1325563"/>
          </a:xfrm>
        </p:spPr>
        <p:txBody>
          <a:bodyPr>
            <a:noAutofit/>
          </a:bodyPr>
          <a:lstStyle>
            <a:lvl1pPr algn="r">
              <a:defRPr sz="3200">
                <a:latin typeface="Montserrat ExtraBold" panose="00000900000000000000" pitchFamily="2" charset="0"/>
              </a:defRPr>
            </a:lvl1pPr>
          </a:lstStyle>
          <a:p>
            <a:r>
              <a:rPr lang="en-US" dirty="0"/>
              <a:t>CLICK TO EDIT MASTER TITLE STYLE</a:t>
            </a:r>
          </a:p>
        </p:txBody>
      </p:sp>
      <p:sp>
        <p:nvSpPr>
          <p:cNvPr id="15" name="Slide Number Placeholder 5">
            <a:extLst>
              <a:ext uri="{FF2B5EF4-FFF2-40B4-BE49-F238E27FC236}">
                <a16:creationId xmlns:a16="http://schemas.microsoft.com/office/drawing/2014/main" id="{C3D9A98A-117F-4B4E-A23A-2A3D7219CDEF}"/>
              </a:ext>
            </a:extLst>
          </p:cNvPr>
          <p:cNvSpPr>
            <a:spLocks noGrp="1"/>
          </p:cNvSpPr>
          <p:nvPr>
            <p:ph type="sldNum" sz="quarter" idx="12"/>
          </p:nvPr>
        </p:nvSpPr>
        <p:spPr>
          <a:xfrm>
            <a:off x="11518712" y="6243646"/>
            <a:ext cx="470374" cy="365125"/>
          </a:xfrm>
          <a:prstGeom prst="rect">
            <a:avLst/>
          </a:prstGeom>
        </p:spPr>
        <p:txBody>
          <a:bodyPr anchor="ctr">
            <a:noAutofit/>
          </a:bodyP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
        <p:nvSpPr>
          <p:cNvPr id="11" name="Footer Placeholder 4">
            <a:extLst>
              <a:ext uri="{FF2B5EF4-FFF2-40B4-BE49-F238E27FC236}">
                <a16:creationId xmlns:a16="http://schemas.microsoft.com/office/drawing/2014/main" id="{CCEE9125-A229-4882-9C9B-CA08AA23FAB5}"/>
              </a:ext>
            </a:extLst>
          </p:cNvPr>
          <p:cNvSpPr>
            <a:spLocks noGrp="1"/>
          </p:cNvSpPr>
          <p:nvPr>
            <p:ph type="ftr" sz="quarter" idx="11"/>
          </p:nvPr>
        </p:nvSpPr>
        <p:spPr>
          <a:xfrm>
            <a:off x="3144008" y="306601"/>
            <a:ext cx="2540512" cy="365125"/>
          </a:xfrm>
        </p:spPr>
        <p:txBody>
          <a:bodyPr>
            <a:noAutofit/>
          </a:bodyPr>
          <a:lstStyle>
            <a:lvl1pPr algn="l">
              <a:defRPr>
                <a:solidFill>
                  <a:schemeClr val="bg1">
                    <a:lumMod val="65000"/>
                  </a:schemeClr>
                </a:solidFill>
                <a:latin typeface="+mn-lt"/>
              </a:defRPr>
            </a:lvl1pPr>
          </a:lstStyle>
          <a:p>
            <a:endParaRPr lang="en-US" dirty="0"/>
          </a:p>
        </p:txBody>
      </p:sp>
      <p:sp>
        <p:nvSpPr>
          <p:cNvPr id="16" name="TextBox 15">
            <a:extLst>
              <a:ext uri="{FF2B5EF4-FFF2-40B4-BE49-F238E27FC236}">
                <a16:creationId xmlns:a16="http://schemas.microsoft.com/office/drawing/2014/main" id="{3EC46DBB-F1B0-42EF-A871-652D11A8065A}"/>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spTree>
    <p:extLst>
      <p:ext uri="{BB962C8B-B14F-4D97-AF65-F5344CB8AC3E}">
        <p14:creationId xmlns:p14="http://schemas.microsoft.com/office/powerpoint/2010/main" val="10502390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L)">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C2F489CF-E064-4777-BEB2-C62B0343BBAA}"/>
              </a:ext>
            </a:extLst>
          </p:cNvPr>
          <p:cNvSpPr>
            <a:spLocks noGrp="1"/>
          </p:cNvSpPr>
          <p:nvPr>
            <p:ph type="pic" idx="1"/>
          </p:nvPr>
        </p:nvSpPr>
        <p:spPr>
          <a:xfrm>
            <a:off x="0" y="0"/>
            <a:ext cx="6096000" cy="6858000"/>
          </a:xfrm>
        </p:spPr>
        <p:txBody>
          <a:bodyPr>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Content Placeholder 2">
            <a:extLst>
              <a:ext uri="{FF2B5EF4-FFF2-40B4-BE49-F238E27FC236}">
                <a16:creationId xmlns:a16="http://schemas.microsoft.com/office/drawing/2014/main" id="{04D5BEE8-36BF-4F29-ACA0-E3E1CA64C867}"/>
              </a:ext>
            </a:extLst>
          </p:cNvPr>
          <p:cNvSpPr>
            <a:spLocks noGrp="1"/>
          </p:cNvSpPr>
          <p:nvPr>
            <p:ph idx="13"/>
          </p:nvPr>
        </p:nvSpPr>
        <p:spPr>
          <a:xfrm>
            <a:off x="6515100" y="1700829"/>
            <a:ext cx="4846320" cy="4907942"/>
          </a:xfrm>
        </p:spPr>
        <p:txBody>
          <a:bodyPr>
            <a:noAutofit/>
          </a:bodyPr>
          <a:lstStyle>
            <a:lvl1pPr>
              <a:defRPr>
                <a:solidFill>
                  <a:schemeClr val="tx1"/>
                </a:solidFill>
                <a:latin typeface="Montserrat" panose="00000500000000000000" pitchFamily="2" charset="0"/>
              </a:defRPr>
            </a:lvl1pPr>
            <a:lvl2pPr>
              <a:defRPr>
                <a:solidFill>
                  <a:schemeClr val="tx1"/>
                </a:solidFill>
                <a:latin typeface="Montserrat" panose="00000500000000000000" pitchFamily="2" charset="0"/>
              </a:defRPr>
            </a:lvl2pPr>
            <a:lvl3pPr>
              <a:defRPr>
                <a:solidFill>
                  <a:schemeClr val="tx1"/>
                </a:solidFill>
                <a:latin typeface="Montserrat" panose="00000500000000000000" pitchFamily="2" charset="0"/>
              </a:defRPr>
            </a:lvl3pPr>
            <a:lvl4pPr>
              <a:defRPr>
                <a:solidFill>
                  <a:schemeClr val="tx1"/>
                </a:solidFill>
                <a:latin typeface="Montserrat" panose="00000500000000000000" pitchFamily="2" charset="0"/>
              </a:defRPr>
            </a:lvl4pPr>
            <a:lvl5pPr>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ectangle 10">
            <a:extLst>
              <a:ext uri="{FF2B5EF4-FFF2-40B4-BE49-F238E27FC236}">
                <a16:creationId xmlns:a16="http://schemas.microsoft.com/office/drawing/2014/main" id="{1F970FA8-81BB-415A-89B1-6291626A469E}"/>
              </a:ext>
            </a:extLst>
          </p:cNvPr>
          <p:cNvSpPr/>
          <p:nvPr userDrawn="1"/>
        </p:nvSpPr>
        <p:spPr>
          <a:xfrm>
            <a:off x="0" y="6745265"/>
            <a:ext cx="12192000" cy="12638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Title 3">
            <a:extLst>
              <a:ext uri="{FF2B5EF4-FFF2-40B4-BE49-F238E27FC236}">
                <a16:creationId xmlns:a16="http://schemas.microsoft.com/office/drawing/2014/main" id="{470EA042-1068-4473-A7F4-F479A0D7FB7B}"/>
              </a:ext>
            </a:extLst>
          </p:cNvPr>
          <p:cNvSpPr>
            <a:spLocks noGrp="1"/>
          </p:cNvSpPr>
          <p:nvPr>
            <p:ph type="title" hasCustomPrompt="1"/>
          </p:nvPr>
        </p:nvSpPr>
        <p:spPr>
          <a:xfrm>
            <a:off x="6521450" y="268724"/>
            <a:ext cx="4838700" cy="1325563"/>
          </a:xfrm>
        </p:spPr>
        <p:txBody>
          <a:bodyPr>
            <a:noAutofit/>
          </a:bodyPr>
          <a:lstStyle>
            <a:lvl1pPr>
              <a:defRPr sz="3200">
                <a:latin typeface="Montserrat ExtraBold" panose="00000900000000000000" pitchFamily="2" charset="0"/>
              </a:defRPr>
            </a:lvl1pPr>
          </a:lstStyle>
          <a:p>
            <a:r>
              <a:rPr lang="en-US" dirty="0"/>
              <a:t>CLICK TO EDIT MASTER TITLE STYLE</a:t>
            </a:r>
          </a:p>
        </p:txBody>
      </p:sp>
      <p:sp>
        <p:nvSpPr>
          <p:cNvPr id="12" name="Slide Number Placeholder 5">
            <a:extLst>
              <a:ext uri="{FF2B5EF4-FFF2-40B4-BE49-F238E27FC236}">
                <a16:creationId xmlns:a16="http://schemas.microsoft.com/office/drawing/2014/main" id="{F57CF61D-5D11-4B6A-BF21-87A25EC45896}"/>
              </a:ext>
            </a:extLst>
          </p:cNvPr>
          <p:cNvSpPr>
            <a:spLocks noGrp="1"/>
          </p:cNvSpPr>
          <p:nvPr>
            <p:ph type="sldNum" sz="quarter" idx="12"/>
          </p:nvPr>
        </p:nvSpPr>
        <p:spPr>
          <a:xfrm>
            <a:off x="11518712" y="6243646"/>
            <a:ext cx="470374" cy="365125"/>
          </a:xfrm>
          <a:prstGeom prst="rect">
            <a:avLst/>
          </a:prstGeom>
        </p:spPr>
        <p:txBody>
          <a:bodyPr anchor="ctr">
            <a:noAutofit/>
          </a:bodyPr>
          <a:lstStyle>
            <a:lvl1pPr algn="ctr">
              <a:defRPr sz="1200">
                <a:solidFill>
                  <a:schemeClr val="bg1">
                    <a:lumMod val="65000"/>
                  </a:schemeClr>
                </a:solidFill>
                <a:latin typeface="Montserrat" panose="00000500000000000000" pitchFamily="2" charset="0"/>
                <a:cs typeface="Arial" panose="020B0604020202020204" pitchFamily="34" charset="0"/>
              </a:defRPr>
            </a:lvl1pPr>
          </a:lstStyle>
          <a:p>
            <a:fld id="{9671BE55-183A-4B43-A841-3E8A703A0EFF}" type="slidenum">
              <a:rPr lang="en-US" smtClean="0"/>
              <a:pPr/>
              <a:t>‹#›</a:t>
            </a:fld>
            <a:endParaRPr lang="en-US" dirty="0"/>
          </a:p>
        </p:txBody>
      </p:sp>
      <p:sp>
        <p:nvSpPr>
          <p:cNvPr id="13" name="Footer Placeholder 4">
            <a:extLst>
              <a:ext uri="{FF2B5EF4-FFF2-40B4-BE49-F238E27FC236}">
                <a16:creationId xmlns:a16="http://schemas.microsoft.com/office/drawing/2014/main" id="{119BF810-A94D-4861-AC5B-3F61E89E863A}"/>
              </a:ext>
            </a:extLst>
          </p:cNvPr>
          <p:cNvSpPr>
            <a:spLocks noGrp="1"/>
          </p:cNvSpPr>
          <p:nvPr>
            <p:ph type="ftr" sz="quarter" idx="11"/>
          </p:nvPr>
        </p:nvSpPr>
        <p:spPr>
          <a:xfrm>
            <a:off x="3144008" y="306601"/>
            <a:ext cx="2669938" cy="365125"/>
          </a:xfrm>
        </p:spPr>
        <p:txBody>
          <a:bodyPr>
            <a:noAutofit/>
          </a:bodyPr>
          <a:lstStyle>
            <a:lvl1pPr algn="l">
              <a:defRPr>
                <a:solidFill>
                  <a:schemeClr val="bg1">
                    <a:lumMod val="65000"/>
                  </a:schemeClr>
                </a:solidFill>
                <a:latin typeface="+mn-lt"/>
              </a:defRPr>
            </a:lvl1pPr>
          </a:lstStyle>
          <a:p>
            <a:endParaRPr lang="en-US" dirty="0"/>
          </a:p>
        </p:txBody>
      </p:sp>
      <p:sp>
        <p:nvSpPr>
          <p:cNvPr id="14" name="TextBox 13">
            <a:extLst>
              <a:ext uri="{FF2B5EF4-FFF2-40B4-BE49-F238E27FC236}">
                <a16:creationId xmlns:a16="http://schemas.microsoft.com/office/drawing/2014/main" id="{D4DC31D2-67DC-430C-8F88-57F9F1EDA586}"/>
              </a:ext>
            </a:extLst>
          </p:cNvPr>
          <p:cNvSpPr txBox="1"/>
          <p:nvPr userDrawn="1"/>
        </p:nvSpPr>
        <p:spPr>
          <a:xfrm>
            <a:off x="831850" y="350664"/>
            <a:ext cx="2529242" cy="276999"/>
          </a:xfrm>
          <a:prstGeom prst="rect">
            <a:avLst/>
          </a:prstGeom>
          <a:noFill/>
        </p:spPr>
        <p:txBody>
          <a:bodyPr wrap="square" rtlCol="0">
            <a:spAutoFit/>
          </a:bodyPr>
          <a:lstStyle/>
          <a:p>
            <a:r>
              <a:rPr lang="en-MY" sz="1200" dirty="0">
                <a:solidFill>
                  <a:schemeClr val="bg1">
                    <a:lumMod val="65000"/>
                  </a:schemeClr>
                </a:solidFill>
              </a:rPr>
              <a:t>GOLDEN SCREEN CINEMAS |</a:t>
            </a:r>
            <a:endParaRPr lang="en-US" sz="1200" dirty="0">
              <a:solidFill>
                <a:schemeClr val="bg1">
                  <a:lumMod val="65000"/>
                </a:schemeClr>
              </a:solidFill>
            </a:endParaRPr>
          </a:p>
        </p:txBody>
      </p:sp>
    </p:spTree>
    <p:extLst>
      <p:ext uri="{BB962C8B-B14F-4D97-AF65-F5344CB8AC3E}">
        <p14:creationId xmlns:p14="http://schemas.microsoft.com/office/powerpoint/2010/main" val="2793242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USP 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F11BC97-9951-4260-AEA2-905525CF41E4}"/>
              </a:ext>
            </a:extLst>
          </p:cNvPr>
          <p:cNvSpPr/>
          <p:nvPr userDrawn="1"/>
        </p:nvSpPr>
        <p:spPr>
          <a:xfrm>
            <a:off x="0" y="5943599"/>
            <a:ext cx="12192000" cy="914401"/>
          </a:xfrm>
          <a:prstGeom prst="rect">
            <a:avLst/>
          </a:prstGeom>
          <a:solidFill>
            <a:srgbClr val="242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DAF6A4F-64AB-4A7F-B06C-BB6414032523}"/>
              </a:ext>
            </a:extLst>
          </p:cNvPr>
          <p:cNvSpPr txBox="1"/>
          <p:nvPr userDrawn="1"/>
        </p:nvSpPr>
        <p:spPr>
          <a:xfrm>
            <a:off x="2190750" y="6522464"/>
            <a:ext cx="7810500" cy="246221"/>
          </a:xfrm>
          <a:prstGeom prst="rect">
            <a:avLst/>
          </a:prstGeom>
          <a:noFill/>
          <a:ln>
            <a:noFill/>
          </a:ln>
        </p:spPr>
        <p:txBody>
          <a:bodyPr wrap="square" rtlCol="0">
            <a:spAutoFit/>
          </a:bodyPr>
          <a:lstStyle/>
          <a:p>
            <a:pPr algn="ctr"/>
            <a:r>
              <a:rPr lang="en-MY" sz="1000" dirty="0">
                <a:solidFill>
                  <a:schemeClr val="bg1">
                    <a:lumMod val="65000"/>
                  </a:schemeClr>
                </a:solidFill>
                <a:latin typeface="Montserrat" panose="00000500000000000000" pitchFamily="2" charset="0"/>
              </a:rPr>
              <a:t>GOLDEN SCREEN CINEMAS (3609-M) | 1, JALAN SS 22/19, DAMANSARA JAYA 47400 PETALING JAYA, SELANGOR</a:t>
            </a:r>
            <a:endParaRPr lang="en-US" sz="1000" dirty="0">
              <a:solidFill>
                <a:schemeClr val="bg1">
                  <a:lumMod val="65000"/>
                </a:schemeClr>
              </a:solidFill>
              <a:latin typeface="Montserrat" panose="00000500000000000000" pitchFamily="2" charset="0"/>
            </a:endParaRPr>
          </a:p>
        </p:txBody>
      </p:sp>
      <p:grpSp>
        <p:nvGrpSpPr>
          <p:cNvPr id="12" name="Group 11">
            <a:extLst>
              <a:ext uri="{FF2B5EF4-FFF2-40B4-BE49-F238E27FC236}">
                <a16:creationId xmlns:a16="http://schemas.microsoft.com/office/drawing/2014/main" id="{DE1D19D3-FDEF-48DB-AAD5-EAAB7CAD0EEB}"/>
              </a:ext>
            </a:extLst>
          </p:cNvPr>
          <p:cNvGrpSpPr/>
          <p:nvPr userDrawn="1"/>
        </p:nvGrpSpPr>
        <p:grpSpPr>
          <a:xfrm>
            <a:off x="1955027" y="2743200"/>
            <a:ext cx="8281946" cy="1371600"/>
            <a:chOff x="1700254" y="2915188"/>
            <a:chExt cx="8281946" cy="1371600"/>
          </a:xfrm>
        </p:grpSpPr>
        <p:pic>
          <p:nvPicPr>
            <p:cNvPr id="5" name="Picture 4">
              <a:extLst>
                <a:ext uri="{FF2B5EF4-FFF2-40B4-BE49-F238E27FC236}">
                  <a16:creationId xmlns:a16="http://schemas.microsoft.com/office/drawing/2014/main" id="{AAB9463F-6978-4991-9538-7DB95A9F143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700254" y="3143788"/>
              <a:ext cx="4520421" cy="914400"/>
            </a:xfrm>
            <a:prstGeom prst="rect">
              <a:avLst/>
            </a:prstGeom>
          </p:spPr>
        </p:pic>
        <p:sp>
          <p:nvSpPr>
            <p:cNvPr id="8" name="Rectangle 7">
              <a:extLst>
                <a:ext uri="{FF2B5EF4-FFF2-40B4-BE49-F238E27FC236}">
                  <a16:creationId xmlns:a16="http://schemas.microsoft.com/office/drawing/2014/main" id="{5CD0E53B-5A94-401E-92B3-3D54F5CBC7D1}"/>
                </a:ext>
              </a:extLst>
            </p:cNvPr>
            <p:cNvSpPr/>
            <p:nvPr userDrawn="1"/>
          </p:nvSpPr>
          <p:spPr>
            <a:xfrm rot="16200000">
              <a:off x="6284402" y="3568985"/>
              <a:ext cx="914400" cy="64008"/>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6B775970-9AFD-4156-B483-D483226FE8CE}"/>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7262529" y="2915188"/>
              <a:ext cx="886652" cy="1371600"/>
            </a:xfrm>
            <a:prstGeom prst="rect">
              <a:avLst/>
            </a:prstGeom>
          </p:spPr>
        </p:pic>
        <p:pic>
          <p:nvPicPr>
            <p:cNvPr id="11" name="Picture 10">
              <a:extLst>
                <a:ext uri="{FF2B5EF4-FFF2-40B4-BE49-F238E27FC236}">
                  <a16:creationId xmlns:a16="http://schemas.microsoft.com/office/drawing/2014/main" id="{1AAA1868-F165-427E-99F4-D0B478358707}"/>
                </a:ext>
              </a:extLst>
            </p:cNvPr>
            <p:cNvPicPr>
              <a:picLocks noChangeAspect="1"/>
            </p:cNvPicPr>
            <p:nvPr userDrawn="1"/>
          </p:nvPicPr>
          <p:blipFill rotWithShape="1">
            <a:blip r:embed="rId5" cstate="screen">
              <a:clrChange>
                <a:clrFrom>
                  <a:srgbClr val="000000"/>
                </a:clrFrom>
                <a:clrTo>
                  <a:srgbClr val="000000">
                    <a:alpha val="0"/>
                  </a:srgbClr>
                </a:clrTo>
              </a:clrChange>
              <a:extLst>
                <a:ext uri="{28A0092B-C50C-407E-A947-70E740481C1C}">
                  <a14:useLocalDpi xmlns:a14="http://schemas.microsoft.com/office/drawing/2010/main"/>
                </a:ext>
              </a:extLst>
            </a:blip>
            <a:srcRect/>
            <a:stretch/>
          </p:blipFill>
          <p:spPr>
            <a:xfrm>
              <a:off x="8638105" y="2915188"/>
              <a:ext cx="1344095" cy="1371600"/>
            </a:xfrm>
            <a:prstGeom prst="rect">
              <a:avLst/>
            </a:prstGeom>
          </p:spPr>
        </p:pic>
      </p:grpSp>
      <p:grpSp>
        <p:nvGrpSpPr>
          <p:cNvPr id="40" name="Group 39">
            <a:extLst>
              <a:ext uri="{FF2B5EF4-FFF2-40B4-BE49-F238E27FC236}">
                <a16:creationId xmlns:a16="http://schemas.microsoft.com/office/drawing/2014/main" id="{2FCAFE38-C54B-40B5-A888-9CBD96FE4866}"/>
              </a:ext>
            </a:extLst>
          </p:cNvPr>
          <p:cNvGrpSpPr/>
          <p:nvPr userDrawn="1"/>
        </p:nvGrpSpPr>
        <p:grpSpPr>
          <a:xfrm>
            <a:off x="736059" y="6081364"/>
            <a:ext cx="10719881" cy="370965"/>
            <a:chOff x="746058" y="5872837"/>
            <a:chExt cx="10719881" cy="370965"/>
          </a:xfrm>
        </p:grpSpPr>
        <p:pic>
          <p:nvPicPr>
            <p:cNvPr id="41" name="Picture 6" descr="Image result for samsung onyx logo white">
              <a:extLst>
                <a:ext uri="{FF2B5EF4-FFF2-40B4-BE49-F238E27FC236}">
                  <a16:creationId xmlns:a16="http://schemas.microsoft.com/office/drawing/2014/main" id="{4A581BEE-F42C-4674-BBA0-088CEF724E38}"/>
                </a:ext>
              </a:extLst>
            </p:cNvPr>
            <p:cNvPicPr>
              <a:picLocks noChangeAspect="1" noChangeArrowheads="1"/>
            </p:cNvPicPr>
            <p:nvPr userDrawn="1"/>
          </p:nvPicPr>
          <p:blipFill rotWithShape="1">
            <a:blip r:embed="rId6" cstate="screen">
              <a:extLst>
                <a:ext uri="{28A0092B-C50C-407E-A947-70E740481C1C}">
                  <a14:useLocalDpi xmlns:a14="http://schemas.microsoft.com/office/drawing/2010/main"/>
                </a:ext>
              </a:extLst>
            </a:blip>
            <a:srcRect t="36647"/>
            <a:stretch/>
          </p:blipFill>
          <p:spPr bwMode="auto">
            <a:xfrm>
              <a:off x="746058" y="5902047"/>
              <a:ext cx="1084933" cy="319236"/>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Group 41">
              <a:extLst>
                <a:ext uri="{FF2B5EF4-FFF2-40B4-BE49-F238E27FC236}">
                  <a16:creationId xmlns:a16="http://schemas.microsoft.com/office/drawing/2014/main" id="{06E30E08-ACC6-4FFC-9895-0FEF059982EF}"/>
                </a:ext>
              </a:extLst>
            </p:cNvPr>
            <p:cNvGrpSpPr/>
            <p:nvPr userDrawn="1"/>
          </p:nvGrpSpPr>
          <p:grpSpPr>
            <a:xfrm>
              <a:off x="1987889" y="5872837"/>
              <a:ext cx="9478050" cy="370965"/>
              <a:chOff x="1987889" y="5937114"/>
              <a:chExt cx="9478050" cy="370965"/>
            </a:xfrm>
          </p:grpSpPr>
          <p:pic>
            <p:nvPicPr>
              <p:cNvPr id="43" name="Picture 42">
                <a:extLst>
                  <a:ext uri="{FF2B5EF4-FFF2-40B4-BE49-F238E27FC236}">
                    <a16:creationId xmlns:a16="http://schemas.microsoft.com/office/drawing/2014/main" id="{C742105D-A21C-4121-BA3F-8CF616AA26EA}"/>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3251661" y="5945346"/>
                <a:ext cx="928604" cy="354501"/>
              </a:xfrm>
              <a:prstGeom prst="rect">
                <a:avLst/>
              </a:prstGeom>
            </p:spPr>
          </p:pic>
          <p:pic>
            <p:nvPicPr>
              <p:cNvPr id="44" name="Picture 43">
                <a:extLst>
                  <a:ext uri="{FF2B5EF4-FFF2-40B4-BE49-F238E27FC236}">
                    <a16:creationId xmlns:a16="http://schemas.microsoft.com/office/drawing/2014/main" id="{ADB99AA3-9F7D-4749-ABE0-A71F0460DF30}"/>
                  </a:ext>
                </a:extLst>
              </p:cNvPr>
              <p:cNvPicPr>
                <a:picLocks noChangeAspect="1"/>
              </p:cNvPicPr>
              <p:nvPr userDrawn="1"/>
            </p:nvPicPr>
            <p:blipFill rotWithShape="1">
              <a:blip r:embed="rId8" cstate="screen">
                <a:extLst>
                  <a:ext uri="{28A0092B-C50C-407E-A947-70E740481C1C}">
                    <a14:useLocalDpi xmlns:a14="http://schemas.microsoft.com/office/drawing/2010/main"/>
                  </a:ext>
                </a:extLst>
              </a:blip>
              <a:srcRect/>
              <a:stretch/>
            </p:blipFill>
            <p:spPr>
              <a:xfrm>
                <a:off x="5488781" y="6016969"/>
                <a:ext cx="1936815" cy="211255"/>
              </a:xfrm>
              <a:prstGeom prst="rect">
                <a:avLst/>
              </a:prstGeom>
            </p:spPr>
          </p:pic>
          <p:pic>
            <p:nvPicPr>
              <p:cNvPr id="45" name="Picture 2" descr="Image result for dbox logo white">
                <a:extLst>
                  <a:ext uri="{FF2B5EF4-FFF2-40B4-BE49-F238E27FC236}">
                    <a16:creationId xmlns:a16="http://schemas.microsoft.com/office/drawing/2014/main" id="{6F28F69A-9AE2-4A6E-8DBB-63B4983FD2D6}"/>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4314314" y="6037784"/>
                <a:ext cx="1040418" cy="169624"/>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a:extLst>
                  <a:ext uri="{FF2B5EF4-FFF2-40B4-BE49-F238E27FC236}">
                    <a16:creationId xmlns:a16="http://schemas.microsoft.com/office/drawing/2014/main" id="{D4D1738C-3C8F-498C-98DC-A148C90447C4}"/>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1987889" y="5943813"/>
                <a:ext cx="1129723" cy="357566"/>
              </a:xfrm>
              <a:prstGeom prst="rect">
                <a:avLst/>
              </a:prstGeom>
            </p:spPr>
          </p:pic>
          <p:pic>
            <p:nvPicPr>
              <p:cNvPr id="47" name="Picture 4" descr="Image result for thx logo white">
                <a:extLst>
                  <a:ext uri="{FF2B5EF4-FFF2-40B4-BE49-F238E27FC236}">
                    <a16:creationId xmlns:a16="http://schemas.microsoft.com/office/drawing/2014/main" id="{3577236B-AD0F-4506-A37A-75DA01B26154}"/>
                  </a:ext>
                </a:extLst>
              </p:cNvPr>
              <p:cNvPicPr>
                <a:picLocks noChangeAspect="1" noChangeArrowheads="1"/>
              </p:cNvPicPr>
              <p:nvPr userDrawn="1"/>
            </p:nvPicPr>
            <p:blipFill rotWithShape="1">
              <a:blip r:embed="rId11" cstate="screen">
                <a:extLst>
                  <a:ext uri="{28A0092B-C50C-407E-A947-70E740481C1C}">
                    <a14:useLocalDpi xmlns:a14="http://schemas.microsoft.com/office/drawing/2010/main"/>
                  </a:ext>
                </a:extLst>
              </a:blip>
              <a:srcRect/>
              <a:stretch/>
            </p:blipFill>
            <p:spPr bwMode="auto">
              <a:xfrm>
                <a:off x="7559645" y="5966324"/>
                <a:ext cx="786645" cy="312545"/>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3C5D858C-E2B6-48B1-93FD-03FE2524A39B}"/>
                  </a:ext>
                </a:extLst>
              </p:cNvPr>
              <p:cNvPicPr>
                <a:picLocks noChangeAspect="1"/>
              </p:cNvPicPr>
              <p:nvPr userDrawn="1"/>
            </p:nvPicPr>
            <p:blipFill rotWithShape="1">
              <a:blip r:embed="rId12" cstate="screen">
                <a:extLst>
                  <a:ext uri="{28A0092B-C50C-407E-A947-70E740481C1C}">
                    <a14:useLocalDpi xmlns:a14="http://schemas.microsoft.com/office/drawing/2010/main"/>
                  </a:ext>
                </a:extLst>
              </a:blip>
              <a:srcRect/>
              <a:stretch/>
            </p:blipFill>
            <p:spPr>
              <a:xfrm>
                <a:off x="8480339" y="5937114"/>
                <a:ext cx="786645" cy="370965"/>
              </a:xfrm>
              <a:prstGeom prst="rect">
                <a:avLst/>
              </a:prstGeom>
            </p:spPr>
          </p:pic>
          <p:pic>
            <p:nvPicPr>
              <p:cNvPr id="49" name="Picture 48">
                <a:extLst>
                  <a:ext uri="{FF2B5EF4-FFF2-40B4-BE49-F238E27FC236}">
                    <a16:creationId xmlns:a16="http://schemas.microsoft.com/office/drawing/2014/main" id="{873F3D7D-35B1-4348-A0CE-889B5EE1A5AC}"/>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10321728" y="5937174"/>
                <a:ext cx="1144211" cy="370845"/>
              </a:xfrm>
              <a:prstGeom prst="rect">
                <a:avLst/>
              </a:prstGeom>
            </p:spPr>
          </p:pic>
          <p:pic>
            <p:nvPicPr>
              <p:cNvPr id="50" name="Picture 49">
                <a:extLst>
                  <a:ext uri="{FF2B5EF4-FFF2-40B4-BE49-F238E27FC236}">
                    <a16:creationId xmlns:a16="http://schemas.microsoft.com/office/drawing/2014/main" id="{84F500A1-7C79-428C-8E4F-F74E50E7066D}"/>
                  </a:ext>
                </a:extLst>
              </p:cNvPr>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9401033" y="5976354"/>
                <a:ext cx="786645" cy="292484"/>
              </a:xfrm>
              <a:prstGeom prst="rect">
                <a:avLst/>
              </a:prstGeom>
            </p:spPr>
          </p:pic>
        </p:grpSp>
      </p:grpSp>
    </p:spTree>
    <p:extLst>
      <p:ext uri="{BB962C8B-B14F-4D97-AF65-F5344CB8AC3E}">
        <p14:creationId xmlns:p14="http://schemas.microsoft.com/office/powerpoint/2010/main" val="11619251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Regular 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AF6A4F-64AB-4A7F-B06C-BB6414032523}"/>
              </a:ext>
            </a:extLst>
          </p:cNvPr>
          <p:cNvSpPr txBox="1"/>
          <p:nvPr userDrawn="1"/>
        </p:nvSpPr>
        <p:spPr>
          <a:xfrm>
            <a:off x="2190750" y="6451610"/>
            <a:ext cx="7810500" cy="246221"/>
          </a:xfrm>
          <a:prstGeom prst="rect">
            <a:avLst/>
          </a:prstGeom>
          <a:noFill/>
          <a:ln>
            <a:noFill/>
          </a:ln>
        </p:spPr>
        <p:txBody>
          <a:bodyPr wrap="square" rtlCol="0">
            <a:spAutoFit/>
          </a:bodyPr>
          <a:lstStyle/>
          <a:p>
            <a:pPr algn="ctr"/>
            <a:r>
              <a:rPr lang="en-MY" sz="1000" dirty="0">
                <a:solidFill>
                  <a:schemeClr val="bg1">
                    <a:lumMod val="65000"/>
                  </a:schemeClr>
                </a:solidFill>
                <a:latin typeface="Montserrat" panose="00000500000000000000" pitchFamily="2" charset="0"/>
              </a:rPr>
              <a:t>GOLDEN SCREEN CINEMAS (3609-M) | 1, JALAN SS 22/19, DAMANSARA JAYA 47400 PETALING JAYA, SELANGOR</a:t>
            </a:r>
            <a:endParaRPr lang="en-US" sz="1000" dirty="0">
              <a:solidFill>
                <a:schemeClr val="bg1">
                  <a:lumMod val="65000"/>
                </a:schemeClr>
              </a:solidFill>
              <a:latin typeface="Montserrat" panose="00000500000000000000" pitchFamily="2" charset="0"/>
            </a:endParaRPr>
          </a:p>
        </p:txBody>
      </p:sp>
      <p:grpSp>
        <p:nvGrpSpPr>
          <p:cNvPr id="12" name="Group 11">
            <a:extLst>
              <a:ext uri="{FF2B5EF4-FFF2-40B4-BE49-F238E27FC236}">
                <a16:creationId xmlns:a16="http://schemas.microsoft.com/office/drawing/2014/main" id="{DE1D19D3-FDEF-48DB-AAD5-EAAB7CAD0EEB}"/>
              </a:ext>
            </a:extLst>
          </p:cNvPr>
          <p:cNvGrpSpPr/>
          <p:nvPr userDrawn="1"/>
        </p:nvGrpSpPr>
        <p:grpSpPr>
          <a:xfrm>
            <a:off x="1955027" y="2743200"/>
            <a:ext cx="8281946" cy="1371600"/>
            <a:chOff x="1700254" y="2915188"/>
            <a:chExt cx="8281946" cy="1371600"/>
          </a:xfrm>
        </p:grpSpPr>
        <p:pic>
          <p:nvPicPr>
            <p:cNvPr id="5" name="Picture 4">
              <a:extLst>
                <a:ext uri="{FF2B5EF4-FFF2-40B4-BE49-F238E27FC236}">
                  <a16:creationId xmlns:a16="http://schemas.microsoft.com/office/drawing/2014/main" id="{AAB9463F-6978-4991-9538-7DB95A9F143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700254" y="3143788"/>
              <a:ext cx="4520421" cy="914400"/>
            </a:xfrm>
            <a:prstGeom prst="rect">
              <a:avLst/>
            </a:prstGeom>
          </p:spPr>
        </p:pic>
        <p:sp>
          <p:nvSpPr>
            <p:cNvPr id="8" name="Rectangle 7">
              <a:extLst>
                <a:ext uri="{FF2B5EF4-FFF2-40B4-BE49-F238E27FC236}">
                  <a16:creationId xmlns:a16="http://schemas.microsoft.com/office/drawing/2014/main" id="{5CD0E53B-5A94-401E-92B3-3D54F5CBC7D1}"/>
                </a:ext>
              </a:extLst>
            </p:cNvPr>
            <p:cNvSpPr/>
            <p:nvPr userDrawn="1"/>
          </p:nvSpPr>
          <p:spPr>
            <a:xfrm rot="16200000">
              <a:off x="6284402" y="3568985"/>
              <a:ext cx="914400" cy="64008"/>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6B775970-9AFD-4156-B483-D483226FE8CE}"/>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7262529" y="2915188"/>
              <a:ext cx="886652" cy="1371600"/>
            </a:xfrm>
            <a:prstGeom prst="rect">
              <a:avLst/>
            </a:prstGeom>
          </p:spPr>
        </p:pic>
        <p:pic>
          <p:nvPicPr>
            <p:cNvPr id="11" name="Picture 10">
              <a:extLst>
                <a:ext uri="{FF2B5EF4-FFF2-40B4-BE49-F238E27FC236}">
                  <a16:creationId xmlns:a16="http://schemas.microsoft.com/office/drawing/2014/main" id="{1AAA1868-F165-427E-99F4-D0B478358707}"/>
                </a:ext>
              </a:extLst>
            </p:cNvPr>
            <p:cNvPicPr>
              <a:picLocks noChangeAspect="1"/>
            </p:cNvPicPr>
            <p:nvPr userDrawn="1"/>
          </p:nvPicPr>
          <p:blipFill rotWithShape="1">
            <a:blip r:embed="rId5" cstate="screen">
              <a:clrChange>
                <a:clrFrom>
                  <a:srgbClr val="000000"/>
                </a:clrFrom>
                <a:clrTo>
                  <a:srgbClr val="000000">
                    <a:alpha val="0"/>
                  </a:srgbClr>
                </a:clrTo>
              </a:clrChange>
              <a:extLst>
                <a:ext uri="{28A0092B-C50C-407E-A947-70E740481C1C}">
                  <a14:useLocalDpi xmlns:a14="http://schemas.microsoft.com/office/drawing/2010/main"/>
                </a:ext>
              </a:extLst>
            </a:blip>
            <a:srcRect/>
            <a:stretch/>
          </p:blipFill>
          <p:spPr>
            <a:xfrm>
              <a:off x="8638105" y="2915188"/>
              <a:ext cx="1344095" cy="1371600"/>
            </a:xfrm>
            <a:prstGeom prst="rect">
              <a:avLst/>
            </a:prstGeom>
          </p:spPr>
        </p:pic>
      </p:grpSp>
      <p:sp>
        <p:nvSpPr>
          <p:cNvPr id="22" name="Rectangle 21">
            <a:extLst>
              <a:ext uri="{FF2B5EF4-FFF2-40B4-BE49-F238E27FC236}">
                <a16:creationId xmlns:a16="http://schemas.microsoft.com/office/drawing/2014/main" id="{5DC23272-BC6A-4FBE-9AA9-CF43606E3FA8}"/>
              </a:ext>
            </a:extLst>
          </p:cNvPr>
          <p:cNvSpPr/>
          <p:nvPr userDrawn="1"/>
        </p:nvSpPr>
        <p:spPr>
          <a:xfrm>
            <a:off x="0" y="6745265"/>
            <a:ext cx="12192000" cy="126383"/>
          </a:xfrm>
          <a:prstGeom prst="rect">
            <a:avLst/>
          </a:prstGeom>
          <a:solidFill>
            <a:srgbClr val="FFF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4194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C71DF2-E7A6-494D-948C-0B89FFCD89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7E4C1F2-8FB8-4C10-95A5-51696B385BB8}"/>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CDD9DF1-06DB-4808-BA1E-97A8569E73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tx1">
                    <a:tint val="75000"/>
                  </a:schemeClr>
                </a:solidFill>
                <a:latin typeface="Montserrat" panose="00000500000000000000" pitchFamily="2" charset="0"/>
              </a:defRPr>
            </a:lvl1pPr>
          </a:lstStyle>
          <a:p>
            <a:fld id="{B4EB6B26-4FB5-46A5-BD1D-1BB5A2131266}" type="datetimeFigureOut">
              <a:rPr lang="en-US" smtClean="0"/>
              <a:pPr/>
              <a:t>10/09/2019</a:t>
            </a:fld>
            <a:endParaRPr lang="en-US"/>
          </a:p>
        </p:txBody>
      </p:sp>
      <p:sp>
        <p:nvSpPr>
          <p:cNvPr id="5" name="Footer Placeholder 4">
            <a:extLst>
              <a:ext uri="{FF2B5EF4-FFF2-40B4-BE49-F238E27FC236}">
                <a16:creationId xmlns:a16="http://schemas.microsoft.com/office/drawing/2014/main" id="{5B7933A4-4E0F-47AC-B3D0-979C2771D0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1">
                    <a:tint val="75000"/>
                  </a:schemeClr>
                </a:solidFill>
                <a:latin typeface="Montserrat" panose="00000500000000000000" pitchFamily="2" charset="0"/>
              </a:defRPr>
            </a:lvl1pPr>
          </a:lstStyle>
          <a:p>
            <a:endParaRPr lang="en-US"/>
          </a:p>
        </p:txBody>
      </p:sp>
    </p:spTree>
    <p:extLst>
      <p:ext uri="{BB962C8B-B14F-4D97-AF65-F5344CB8AC3E}">
        <p14:creationId xmlns:p14="http://schemas.microsoft.com/office/powerpoint/2010/main" val="33410274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4" r:id="rId3"/>
    <p:sldLayoutId id="2147483675" r:id="rId4"/>
    <p:sldLayoutId id="2147483676" r:id="rId5"/>
    <p:sldLayoutId id="2147483667" r:id="rId6"/>
    <p:sldLayoutId id="2147483668" r:id="rId7"/>
    <p:sldLayoutId id="2147483651" r:id="rId8"/>
    <p:sldLayoutId id="2147483660" r:id="rId9"/>
    <p:sldLayoutId id="2147483661" r:id="rId10"/>
    <p:sldLayoutId id="2147483662" r:id="rId11"/>
    <p:sldLayoutId id="2147483654" r:id="rId12"/>
    <p:sldLayoutId id="2147483655" r:id="rId13"/>
    <p:sldLayoutId id="2147483672" r:id="rId14"/>
    <p:sldLayoutId id="2147483673" r:id="rId15"/>
    <p:sldLayoutId id="2147483663" r:id="rId16"/>
    <p:sldLayoutId id="2147483670" r:id="rId17"/>
    <p:sldLayoutId id="2147483669" r:id="rId18"/>
    <p:sldLayoutId id="2147483664" r:id="rId19"/>
    <p:sldLayoutId id="2147483671" r:id="rId20"/>
    <p:sldLayoutId id="2147483678" r:id="rId21"/>
  </p:sldLayoutIdLst>
  <p:txStyles>
    <p:titleStyle>
      <a:lvl1pPr algn="l" defTabSz="914400" rtl="0" eaLnBrk="1" latinLnBrk="0" hangingPunct="1">
        <a:lnSpc>
          <a:spcPct val="90000"/>
        </a:lnSpc>
        <a:spcBef>
          <a:spcPct val="0"/>
        </a:spcBef>
        <a:buNone/>
        <a:defRPr sz="3600" b="1" kern="1200">
          <a:solidFill>
            <a:schemeClr val="tx1"/>
          </a:solidFill>
          <a:latin typeface="Montserrat ExtraBold" panose="00000900000000000000" pitchFamily="2" charset="0"/>
          <a:ea typeface="+mj-ea"/>
          <a:cs typeface="+mj-cs"/>
        </a:defRPr>
      </a:lvl1pPr>
    </p:titleStyle>
    <p:bodyStyle>
      <a:lvl1pPr marL="228600" indent="-228600" algn="l" defTabSz="914400" rtl="0" eaLnBrk="1" latinLnBrk="0" hangingPunct="1">
        <a:lnSpc>
          <a:spcPct val="120000"/>
        </a:lnSpc>
        <a:spcBef>
          <a:spcPts val="0"/>
        </a:spcBef>
        <a:buFont typeface="Arial" panose="020B0604020202020204" pitchFamily="34" charset="0"/>
        <a:buChar char="•"/>
        <a:defRPr sz="160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120000"/>
        </a:lnSpc>
        <a:spcBef>
          <a:spcPts val="0"/>
        </a:spcBef>
        <a:buFont typeface="Arial" panose="020B0604020202020204" pitchFamily="34" charset="0"/>
        <a:buChar char="•"/>
        <a:defRPr sz="1600" kern="1200">
          <a:solidFill>
            <a:schemeClr val="tx1"/>
          </a:solidFill>
          <a:latin typeface="Montserrat" panose="00000500000000000000" pitchFamily="2" charset="0"/>
          <a:ea typeface="+mn-ea"/>
          <a:cs typeface="Arial" panose="020B0604020202020204" pitchFamily="34" charset="0"/>
        </a:defRPr>
      </a:lvl2pPr>
      <a:lvl3pPr marL="1143000" indent="-228600" algn="l" defTabSz="914400" rtl="0" eaLnBrk="1" latinLnBrk="0" hangingPunct="1">
        <a:lnSpc>
          <a:spcPct val="120000"/>
        </a:lnSpc>
        <a:spcBef>
          <a:spcPts val="0"/>
        </a:spcBef>
        <a:buFont typeface="Arial" panose="020B0604020202020204" pitchFamily="34" charset="0"/>
        <a:buChar char="•"/>
        <a:defRPr sz="1600" kern="1200">
          <a:solidFill>
            <a:schemeClr val="tx1"/>
          </a:solidFill>
          <a:latin typeface="Montserrat" panose="00000500000000000000" pitchFamily="2" charset="0"/>
          <a:ea typeface="+mn-ea"/>
          <a:cs typeface="Arial" panose="020B0604020202020204" pitchFamily="34" charset="0"/>
        </a:defRPr>
      </a:lvl3pPr>
      <a:lvl4pPr marL="1600200" indent="-228600" algn="l" defTabSz="914400" rtl="0" eaLnBrk="1" latinLnBrk="0" hangingPunct="1">
        <a:lnSpc>
          <a:spcPct val="120000"/>
        </a:lnSpc>
        <a:spcBef>
          <a:spcPts val="0"/>
        </a:spcBef>
        <a:buFont typeface="Arial" panose="020B0604020202020204" pitchFamily="34" charset="0"/>
        <a:buChar char="•"/>
        <a:defRPr sz="1600" kern="1200">
          <a:solidFill>
            <a:schemeClr val="tx1"/>
          </a:solidFill>
          <a:latin typeface="Montserrat" panose="00000500000000000000" pitchFamily="2" charset="0"/>
          <a:ea typeface="+mn-ea"/>
          <a:cs typeface="Arial" panose="020B0604020202020204" pitchFamily="34" charset="0"/>
        </a:defRPr>
      </a:lvl4pPr>
      <a:lvl5pPr marL="2057400" indent="-228600" algn="l" defTabSz="914400" rtl="0" eaLnBrk="1" latinLnBrk="0" hangingPunct="1">
        <a:lnSpc>
          <a:spcPct val="120000"/>
        </a:lnSpc>
        <a:spcBef>
          <a:spcPts val="0"/>
        </a:spcBef>
        <a:buFont typeface="Arial" panose="020B0604020202020204" pitchFamily="34" charset="0"/>
        <a:buChar char="•"/>
        <a:defRPr sz="1600" kern="1200">
          <a:solidFill>
            <a:schemeClr val="tx1"/>
          </a:solidFill>
          <a:latin typeface="Montserrat" panose="00000500000000000000"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62349-CDE2-4C96-9EC7-AAF023CED6EA}"/>
              </a:ext>
            </a:extLst>
          </p:cNvPr>
          <p:cNvSpPr>
            <a:spLocks noGrp="1"/>
          </p:cNvSpPr>
          <p:nvPr>
            <p:ph type="ctrTitle"/>
          </p:nvPr>
        </p:nvSpPr>
        <p:spPr>
          <a:xfrm>
            <a:off x="800099" y="2285999"/>
            <a:ext cx="9741627" cy="1846263"/>
          </a:xfrm>
        </p:spPr>
        <p:txBody>
          <a:bodyPr/>
          <a:lstStyle/>
          <a:p>
            <a:r>
              <a:rPr lang="en-US" dirty="0"/>
              <a:t>FILM FESTIVAL GUIDELINES </a:t>
            </a:r>
            <a:br>
              <a:rPr lang="en-US" dirty="0"/>
            </a:br>
            <a:r>
              <a:rPr lang="en-US" dirty="0"/>
              <a:t>IN GSC CIRCUIT</a:t>
            </a:r>
          </a:p>
        </p:txBody>
      </p:sp>
      <p:sp>
        <p:nvSpPr>
          <p:cNvPr id="3" name="Subtitle 2">
            <a:extLst>
              <a:ext uri="{FF2B5EF4-FFF2-40B4-BE49-F238E27FC236}">
                <a16:creationId xmlns:a16="http://schemas.microsoft.com/office/drawing/2014/main" id="{1CABC094-DF68-4C19-8059-5647F4960AFF}"/>
              </a:ext>
            </a:extLst>
          </p:cNvPr>
          <p:cNvSpPr>
            <a:spLocks noGrp="1"/>
          </p:cNvSpPr>
          <p:nvPr>
            <p:ph type="subTitle" idx="1"/>
          </p:nvPr>
        </p:nvSpPr>
        <p:spPr/>
        <p:txBody>
          <a:bodyPr/>
          <a:lstStyle/>
          <a:p>
            <a:r>
              <a:rPr lang="en-US" dirty="0"/>
              <a:t>(updated  Aug 14, 2019)</a:t>
            </a:r>
          </a:p>
        </p:txBody>
      </p:sp>
    </p:spTree>
    <p:extLst>
      <p:ext uri="{BB962C8B-B14F-4D97-AF65-F5344CB8AC3E}">
        <p14:creationId xmlns:p14="http://schemas.microsoft.com/office/powerpoint/2010/main" val="150189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7CCB23-E2F0-468E-90F9-C79578655E31}"/>
              </a:ext>
            </a:extLst>
          </p:cNvPr>
          <p:cNvPicPr>
            <a:picLocks noChangeAspect="1"/>
          </p:cNvPicPr>
          <p:nvPr/>
        </p:nvPicPr>
        <p:blipFill>
          <a:blip r:embed="rId2"/>
          <a:stretch>
            <a:fillRect/>
          </a:stretch>
        </p:blipFill>
        <p:spPr>
          <a:xfrm>
            <a:off x="10030286" y="2046514"/>
            <a:ext cx="1685731" cy="2383884"/>
          </a:xfrm>
          <a:prstGeom prst="rect">
            <a:avLst/>
          </a:prstGeom>
        </p:spPr>
      </p:pic>
      <p:sp>
        <p:nvSpPr>
          <p:cNvPr id="2" name="Title 1">
            <a:extLst>
              <a:ext uri="{FF2B5EF4-FFF2-40B4-BE49-F238E27FC236}">
                <a16:creationId xmlns:a16="http://schemas.microsoft.com/office/drawing/2014/main" id="{C5DDD193-9939-45BD-81F7-96B472AC4A78}"/>
              </a:ext>
            </a:extLst>
          </p:cNvPr>
          <p:cNvSpPr>
            <a:spLocks noGrp="1"/>
          </p:cNvSpPr>
          <p:nvPr>
            <p:ph type="title"/>
          </p:nvPr>
        </p:nvSpPr>
        <p:spPr>
          <a:xfrm>
            <a:off x="831850" y="949382"/>
            <a:ext cx="10028983" cy="866586"/>
          </a:xfrm>
        </p:spPr>
        <p:txBody>
          <a:bodyPr/>
          <a:lstStyle/>
          <a:p>
            <a:r>
              <a:rPr lang="en-US" sz="2600" u="sng" dirty="0"/>
              <a:t>BACKGROUND INFO</a:t>
            </a:r>
            <a:r>
              <a:rPr lang="en-US" sz="2600" u="sng" dirty="0">
                <a:solidFill>
                  <a:srgbClr val="000000"/>
                </a:solidFill>
              </a:rPr>
              <a:t>- FILM FESTIVALS IN GSC CIRCUIT</a:t>
            </a:r>
            <a:br>
              <a:rPr lang="en-MY" u="sng" dirty="0">
                <a:solidFill>
                  <a:srgbClr val="000000"/>
                </a:solidFill>
              </a:rPr>
            </a:br>
            <a:endParaRPr lang="en-US" dirty="0"/>
          </a:p>
        </p:txBody>
      </p:sp>
      <p:sp>
        <p:nvSpPr>
          <p:cNvPr id="3" name="Content Placeholder 2">
            <a:extLst>
              <a:ext uri="{FF2B5EF4-FFF2-40B4-BE49-F238E27FC236}">
                <a16:creationId xmlns:a16="http://schemas.microsoft.com/office/drawing/2014/main" id="{AF0C9AEC-6C36-4490-B8C8-06652141D8B2}"/>
              </a:ext>
            </a:extLst>
          </p:cNvPr>
          <p:cNvSpPr>
            <a:spLocks noGrp="1"/>
          </p:cNvSpPr>
          <p:nvPr>
            <p:ph idx="1"/>
          </p:nvPr>
        </p:nvSpPr>
        <p:spPr>
          <a:xfrm>
            <a:off x="624110" y="1549124"/>
            <a:ext cx="11091907" cy="4830977"/>
          </a:xfrm>
        </p:spPr>
        <p:txBody>
          <a:bodyPr/>
          <a:lstStyle/>
          <a:p>
            <a:pPr marL="182880" indent="0" algn="just">
              <a:lnSpc>
                <a:spcPct val="90000"/>
              </a:lnSpc>
              <a:spcBef>
                <a:spcPts val="1000"/>
              </a:spcBef>
              <a:buNone/>
            </a:pPr>
            <a:r>
              <a:rPr lang="en-US" b="1" dirty="0"/>
              <a:t>The GSC International Screens </a:t>
            </a:r>
            <a:r>
              <a:rPr lang="en-US" dirty="0"/>
              <a:t>, located exclusive in GSC Mid Valley, </a:t>
            </a:r>
            <a:r>
              <a:rPr lang="en-US" b="1" dirty="0">
                <a:solidFill>
                  <a:schemeClr val="accent6">
                    <a:lumMod val="60000"/>
                    <a:lumOff val="40000"/>
                  </a:schemeClr>
                </a:solidFill>
              </a:rPr>
              <a:t>GSC</a:t>
            </a:r>
            <a:r>
              <a:rPr lang="en-US" dirty="0"/>
              <a:t> </a:t>
            </a:r>
            <a:r>
              <a:rPr lang="en-US" b="1" dirty="0">
                <a:solidFill>
                  <a:schemeClr val="accent6">
                    <a:lumMod val="60000"/>
                    <a:lumOff val="40000"/>
                  </a:schemeClr>
                </a:solidFill>
              </a:rPr>
              <a:t>Pavilion KL</a:t>
            </a:r>
            <a:r>
              <a:rPr lang="en-US" dirty="0"/>
              <a:t>, GSC 1 Utama (New Wing), GSC Gurney Plaza Penang and </a:t>
            </a:r>
            <a:r>
              <a:rPr lang="en-US" b="1" dirty="0">
                <a:solidFill>
                  <a:schemeClr val="accent6">
                    <a:lumMod val="60000"/>
                    <a:lumOff val="40000"/>
                  </a:schemeClr>
                </a:solidFill>
              </a:rPr>
              <a:t>GSC Paradigm JB  </a:t>
            </a:r>
            <a:r>
              <a:rPr lang="en-US" dirty="0"/>
              <a:t>are the first of its kind in Malaysia to be dedicated to the screening of </a:t>
            </a:r>
            <a:r>
              <a:rPr lang="en-US" b="1" dirty="0"/>
              <a:t>alternative contents </a:t>
            </a:r>
            <a:r>
              <a:rPr lang="en-US" dirty="0"/>
              <a:t>as listed below</a:t>
            </a:r>
          </a:p>
          <a:p>
            <a:pPr marL="182880" indent="0" algn="just">
              <a:lnSpc>
                <a:spcPct val="90000"/>
              </a:lnSpc>
              <a:spcBef>
                <a:spcPts val="1000"/>
              </a:spcBef>
            </a:pPr>
            <a:endParaRPr lang="en-US" dirty="0"/>
          </a:p>
          <a:p>
            <a:pPr marL="525780" indent="-342900" algn="just">
              <a:lnSpc>
                <a:spcPct val="90000"/>
              </a:lnSpc>
              <a:spcBef>
                <a:spcPts val="1000"/>
              </a:spcBef>
              <a:buFont typeface="+mj-lt"/>
              <a:buAutoNum type="alphaLcParenR"/>
            </a:pPr>
            <a:r>
              <a:rPr lang="en-US" dirty="0"/>
              <a:t>Non-mainstream, foreign language films</a:t>
            </a:r>
          </a:p>
          <a:p>
            <a:pPr marL="525780" indent="-342900" algn="just">
              <a:lnSpc>
                <a:spcPct val="90000"/>
              </a:lnSpc>
              <a:spcBef>
                <a:spcPts val="1000"/>
              </a:spcBef>
              <a:buFont typeface="+mj-lt"/>
              <a:buAutoNum type="alphaLcParenR" startAt="2"/>
            </a:pPr>
            <a:r>
              <a:rPr lang="en-US" b="1" dirty="0"/>
              <a:t>Film festivals (feature films)</a:t>
            </a:r>
          </a:p>
          <a:p>
            <a:pPr marL="525780" indent="-342900" algn="just">
              <a:lnSpc>
                <a:spcPct val="90000"/>
              </a:lnSpc>
              <a:spcBef>
                <a:spcPts val="1000"/>
              </a:spcBef>
              <a:buFont typeface="+mj-lt"/>
              <a:buAutoNum type="alphaLcParenR" startAt="3"/>
            </a:pPr>
            <a:r>
              <a:rPr lang="en-US" dirty="0"/>
              <a:t>Anime</a:t>
            </a:r>
          </a:p>
          <a:p>
            <a:pPr marL="525780" indent="-342900" algn="just">
              <a:lnSpc>
                <a:spcPct val="90000"/>
              </a:lnSpc>
              <a:spcBef>
                <a:spcPts val="1000"/>
              </a:spcBef>
              <a:buFont typeface="+mj-lt"/>
              <a:buAutoNum type="alphaLcParenR" startAt="4"/>
            </a:pPr>
            <a:r>
              <a:rPr lang="en-US" dirty="0"/>
              <a:t>Other alternative contents ( </a:t>
            </a:r>
            <a:r>
              <a:rPr lang="en-US" dirty="0" err="1"/>
              <a:t>ie</a:t>
            </a:r>
            <a:r>
              <a:rPr lang="en-US" dirty="0"/>
              <a:t> music concerts, sports games, cyber games, </a:t>
            </a:r>
            <a:r>
              <a:rPr lang="en-US" dirty="0" err="1"/>
              <a:t>etc</a:t>
            </a:r>
            <a:r>
              <a:rPr lang="en-US" dirty="0"/>
              <a:t>)</a:t>
            </a:r>
          </a:p>
          <a:p>
            <a:pPr marL="182880" indent="0" algn="just">
              <a:lnSpc>
                <a:spcPct val="90000"/>
              </a:lnSpc>
              <a:spcBef>
                <a:spcPts val="1000"/>
              </a:spcBef>
              <a:buAutoNum type="alphaLcParenR" startAt="4"/>
            </a:pPr>
            <a:endParaRPr lang="en-US" dirty="0"/>
          </a:p>
          <a:p>
            <a:pPr marL="182880" indent="0" algn="just">
              <a:lnSpc>
                <a:spcPct val="90000"/>
              </a:lnSpc>
              <a:spcBef>
                <a:spcPts val="1000"/>
              </a:spcBef>
              <a:buNone/>
            </a:pPr>
            <a:r>
              <a:rPr lang="en-US" dirty="0"/>
              <a:t>The first GSC International Screens was launched at GSC Mid Valley on Dec 2, 1999 with the main objective  to cater to the every growing sophistication  of the movie going audience by providing an alternative programming in the form of award-nominated and award-wining non-mainstream films in all languages.</a:t>
            </a:r>
          </a:p>
          <a:p>
            <a:pPr marL="182880" indent="0" algn="just">
              <a:lnSpc>
                <a:spcPct val="90000"/>
              </a:lnSpc>
              <a:spcBef>
                <a:spcPts val="1000"/>
              </a:spcBef>
              <a:buNone/>
            </a:pPr>
            <a:r>
              <a:rPr lang="en-US" dirty="0"/>
              <a:t>The target profile of the GSC International Screens range from students to adults, comprising middle to upper income group, made up of mostly locals but also including expatriates. Apart from having gained a reputation for bringing quality films to the Malaysian audience, it has also carved a niche market for itself amongst discerning views.</a:t>
            </a:r>
          </a:p>
          <a:p>
            <a:endParaRPr lang="en-US" dirty="0"/>
          </a:p>
        </p:txBody>
      </p:sp>
    </p:spTree>
    <p:extLst>
      <p:ext uri="{BB962C8B-B14F-4D97-AF65-F5344CB8AC3E}">
        <p14:creationId xmlns:p14="http://schemas.microsoft.com/office/powerpoint/2010/main" val="3623295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5966" y="3624145"/>
            <a:ext cx="11542995" cy="3233855"/>
          </a:xfrm>
        </p:spPr>
        <p:txBody>
          <a:bodyPr/>
          <a:lstStyle/>
          <a:p>
            <a:pPr marL="182880" indent="-182880" algn="just">
              <a:lnSpc>
                <a:spcPct val="90000"/>
              </a:lnSpc>
              <a:spcBef>
                <a:spcPts val="1000"/>
              </a:spcBef>
            </a:pPr>
            <a:r>
              <a:rPr lang="en-US" dirty="0"/>
              <a:t>GSC plays a significant role in </a:t>
            </a:r>
            <a:r>
              <a:rPr lang="en-US" b="1" dirty="0"/>
              <a:t>stimulating greater awareness of the arts and bridging cultures </a:t>
            </a:r>
            <a:r>
              <a:rPr lang="en-US" dirty="0"/>
              <a:t>through its GSC International Screens, which exclusively screen foreign language films and hosts international film festivals.</a:t>
            </a:r>
          </a:p>
          <a:p>
            <a:pPr marL="182880" indent="-182880" algn="just">
              <a:lnSpc>
                <a:spcPct val="90000"/>
              </a:lnSpc>
              <a:spcBef>
                <a:spcPts val="1000"/>
              </a:spcBef>
            </a:pPr>
            <a:endParaRPr lang="en-US" dirty="0"/>
          </a:p>
          <a:p>
            <a:pPr marL="182880" indent="-182880" algn="just">
              <a:lnSpc>
                <a:spcPct val="90000"/>
              </a:lnSpc>
              <a:spcBef>
                <a:spcPts val="1000"/>
              </a:spcBef>
            </a:pPr>
            <a:r>
              <a:rPr lang="en-US" dirty="0"/>
              <a:t>GSC has </a:t>
            </a:r>
            <a:r>
              <a:rPr lang="en-US" b="1" dirty="0"/>
              <a:t>partnered with foreign embassies since 2001 </a:t>
            </a:r>
            <a:r>
              <a:rPr lang="en-US" dirty="0"/>
              <a:t>to bring work of international  filmmakers to Malaysia and is the only local cinema chain to consistently hold annual international film festivals in its circuit. </a:t>
            </a:r>
          </a:p>
          <a:p>
            <a:pPr marL="182880" indent="-182880" algn="just">
              <a:lnSpc>
                <a:spcPct val="90000"/>
              </a:lnSpc>
              <a:spcBef>
                <a:spcPts val="1000"/>
              </a:spcBef>
              <a:buNone/>
            </a:pPr>
            <a:r>
              <a:rPr lang="en-US" dirty="0"/>
              <a:t>      (Ref 2017 – GSC  hosted a total of 8 film festival and in 2019 – a total of 9 film Festivals.</a:t>
            </a:r>
          </a:p>
          <a:p>
            <a:pPr marL="182880" indent="-182880" algn="just">
              <a:lnSpc>
                <a:spcPct val="90000"/>
              </a:lnSpc>
              <a:spcBef>
                <a:spcPts val="1000"/>
              </a:spcBef>
              <a:buNone/>
            </a:pPr>
            <a:endParaRPr lang="en-US" dirty="0"/>
          </a:p>
          <a:p>
            <a:pPr marL="182880" indent="-182880" algn="just">
              <a:lnSpc>
                <a:spcPct val="90000"/>
              </a:lnSpc>
              <a:spcBef>
                <a:spcPts val="1000"/>
              </a:spcBef>
            </a:pPr>
            <a:r>
              <a:rPr lang="en-US" dirty="0"/>
              <a:t>Amongst these popular film festivals: le </a:t>
            </a:r>
            <a:r>
              <a:rPr lang="en-US" b="1" dirty="0"/>
              <a:t>French Festival, Japanese Film Festival and European Union Film Festival </a:t>
            </a:r>
            <a:r>
              <a:rPr lang="en-US" dirty="0"/>
              <a:t>( paying film festival) and free to public film festivals ( Thai Film Festival, Czech Republic Film Festival, Iranian Film Festival, Hungarian Film Festival, Korean Film Festival and Latin American Film Festival).</a:t>
            </a:r>
          </a:p>
        </p:txBody>
      </p:sp>
      <p:sp>
        <p:nvSpPr>
          <p:cNvPr id="4" name="Title 3">
            <a:extLst>
              <a:ext uri="{FF2B5EF4-FFF2-40B4-BE49-F238E27FC236}">
                <a16:creationId xmlns:a16="http://schemas.microsoft.com/office/drawing/2014/main" id="{9FCF559D-47B4-460C-BA0B-2DA2F8BB5936}"/>
              </a:ext>
            </a:extLst>
          </p:cNvPr>
          <p:cNvSpPr txBox="1">
            <a:spLocks/>
          </p:cNvSpPr>
          <p:nvPr/>
        </p:nvSpPr>
        <p:spPr>
          <a:xfrm>
            <a:off x="645244" y="635315"/>
            <a:ext cx="10775432" cy="8665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1"/>
                </a:solidFill>
                <a:latin typeface="Montserrat ExtraBold" panose="00000900000000000000" pitchFamily="2" charset="0"/>
                <a:ea typeface="+mj-ea"/>
                <a:cs typeface="+mj-cs"/>
              </a:defRPr>
            </a:lvl1pPr>
          </a:lstStyle>
          <a:p>
            <a:pPr fontAlgn="b"/>
            <a:r>
              <a:rPr lang="en-US" sz="2000" b="0" u="sng" dirty="0">
                <a:solidFill>
                  <a:srgbClr val="000000"/>
                </a:solidFill>
              </a:rPr>
              <a:t>Role Film Festivals in GSC circuit  </a:t>
            </a:r>
            <a:endParaRPr lang="en-MY" sz="2000" b="0" u="sng" dirty="0">
              <a:solidFill>
                <a:srgbClr val="000000"/>
              </a:solidFill>
            </a:endParaRPr>
          </a:p>
        </p:txBody>
      </p:sp>
      <p:pic>
        <p:nvPicPr>
          <p:cNvPr id="5" name="Picture 4">
            <a:extLst>
              <a:ext uri="{FF2B5EF4-FFF2-40B4-BE49-F238E27FC236}">
                <a16:creationId xmlns:a16="http://schemas.microsoft.com/office/drawing/2014/main" id="{D230EE33-59FF-49E9-AAAA-7FE0C2D4F896}"/>
              </a:ext>
            </a:extLst>
          </p:cNvPr>
          <p:cNvPicPr>
            <a:picLocks noChangeAspect="1"/>
          </p:cNvPicPr>
          <p:nvPr/>
        </p:nvPicPr>
        <p:blipFill>
          <a:blip r:embed="rId2"/>
          <a:stretch>
            <a:fillRect/>
          </a:stretch>
        </p:blipFill>
        <p:spPr>
          <a:xfrm>
            <a:off x="3960195" y="1306873"/>
            <a:ext cx="1499078" cy="2279950"/>
          </a:xfrm>
          <a:prstGeom prst="rect">
            <a:avLst/>
          </a:prstGeom>
        </p:spPr>
      </p:pic>
      <p:pic>
        <p:nvPicPr>
          <p:cNvPr id="6" name="Picture 5">
            <a:extLst>
              <a:ext uri="{FF2B5EF4-FFF2-40B4-BE49-F238E27FC236}">
                <a16:creationId xmlns:a16="http://schemas.microsoft.com/office/drawing/2014/main" id="{DCA1CD19-7431-493D-AFFA-957E6BEA80F2}"/>
              </a:ext>
            </a:extLst>
          </p:cNvPr>
          <p:cNvPicPr>
            <a:picLocks noChangeAspect="1"/>
          </p:cNvPicPr>
          <p:nvPr/>
        </p:nvPicPr>
        <p:blipFill>
          <a:blip r:embed="rId3"/>
          <a:stretch>
            <a:fillRect/>
          </a:stretch>
        </p:blipFill>
        <p:spPr>
          <a:xfrm>
            <a:off x="5460767" y="1303359"/>
            <a:ext cx="1605901" cy="2279950"/>
          </a:xfrm>
          <a:prstGeom prst="rect">
            <a:avLst/>
          </a:prstGeom>
        </p:spPr>
      </p:pic>
      <p:pic>
        <p:nvPicPr>
          <p:cNvPr id="7" name="Picture 6">
            <a:extLst>
              <a:ext uri="{FF2B5EF4-FFF2-40B4-BE49-F238E27FC236}">
                <a16:creationId xmlns:a16="http://schemas.microsoft.com/office/drawing/2014/main" id="{AA508B66-C84B-4C30-8CF0-E142574D698D}"/>
              </a:ext>
            </a:extLst>
          </p:cNvPr>
          <p:cNvPicPr>
            <a:picLocks noChangeAspect="1"/>
          </p:cNvPicPr>
          <p:nvPr/>
        </p:nvPicPr>
        <p:blipFill>
          <a:blip r:embed="rId4"/>
          <a:stretch>
            <a:fillRect/>
          </a:stretch>
        </p:blipFill>
        <p:spPr>
          <a:xfrm>
            <a:off x="645244" y="1302790"/>
            <a:ext cx="1658350" cy="2279950"/>
          </a:xfrm>
          <a:prstGeom prst="rect">
            <a:avLst/>
          </a:prstGeom>
        </p:spPr>
      </p:pic>
      <p:pic>
        <p:nvPicPr>
          <p:cNvPr id="8" name="Picture 7">
            <a:extLst>
              <a:ext uri="{FF2B5EF4-FFF2-40B4-BE49-F238E27FC236}">
                <a16:creationId xmlns:a16="http://schemas.microsoft.com/office/drawing/2014/main" id="{65D82E26-4DC7-4037-BF2F-181E0A0820E9}"/>
              </a:ext>
            </a:extLst>
          </p:cNvPr>
          <p:cNvPicPr>
            <a:picLocks noChangeAspect="1"/>
          </p:cNvPicPr>
          <p:nvPr/>
        </p:nvPicPr>
        <p:blipFill>
          <a:blip r:embed="rId5"/>
          <a:stretch>
            <a:fillRect/>
          </a:stretch>
        </p:blipFill>
        <p:spPr>
          <a:xfrm>
            <a:off x="9139884" y="1641792"/>
            <a:ext cx="2487886" cy="1884784"/>
          </a:xfrm>
          <a:prstGeom prst="rect">
            <a:avLst/>
          </a:prstGeom>
        </p:spPr>
      </p:pic>
      <p:pic>
        <p:nvPicPr>
          <p:cNvPr id="9" name="Picture 8">
            <a:extLst>
              <a:ext uri="{FF2B5EF4-FFF2-40B4-BE49-F238E27FC236}">
                <a16:creationId xmlns:a16="http://schemas.microsoft.com/office/drawing/2014/main" id="{0A491A11-F2E7-4729-90E0-3F9D1B0EEF0B}"/>
              </a:ext>
            </a:extLst>
          </p:cNvPr>
          <p:cNvPicPr>
            <a:picLocks noChangeAspect="1"/>
          </p:cNvPicPr>
          <p:nvPr/>
        </p:nvPicPr>
        <p:blipFill>
          <a:blip r:embed="rId6"/>
          <a:stretch>
            <a:fillRect/>
          </a:stretch>
        </p:blipFill>
        <p:spPr>
          <a:xfrm>
            <a:off x="2291315" y="1302790"/>
            <a:ext cx="1676110" cy="2279950"/>
          </a:xfrm>
          <a:prstGeom prst="rect">
            <a:avLst/>
          </a:prstGeom>
        </p:spPr>
      </p:pic>
      <p:pic>
        <p:nvPicPr>
          <p:cNvPr id="10" name="Picture 9">
            <a:extLst>
              <a:ext uri="{FF2B5EF4-FFF2-40B4-BE49-F238E27FC236}">
                <a16:creationId xmlns:a16="http://schemas.microsoft.com/office/drawing/2014/main" id="{9D7702C1-C9F3-4123-8335-314C135C14F7}"/>
              </a:ext>
            </a:extLst>
          </p:cNvPr>
          <p:cNvPicPr>
            <a:picLocks noChangeAspect="1"/>
          </p:cNvPicPr>
          <p:nvPr/>
        </p:nvPicPr>
        <p:blipFill>
          <a:blip r:embed="rId7"/>
          <a:stretch>
            <a:fillRect/>
          </a:stretch>
        </p:blipFill>
        <p:spPr>
          <a:xfrm>
            <a:off x="7067808" y="1640313"/>
            <a:ext cx="2073379" cy="1928822"/>
          </a:xfrm>
          <a:prstGeom prst="rect">
            <a:avLst/>
          </a:prstGeom>
        </p:spPr>
      </p:pic>
    </p:spTree>
    <p:extLst>
      <p:ext uri="{BB962C8B-B14F-4D97-AF65-F5344CB8AC3E}">
        <p14:creationId xmlns:p14="http://schemas.microsoft.com/office/powerpoint/2010/main" val="1326683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570" y="705937"/>
            <a:ext cx="11396630" cy="824286"/>
          </a:xfrm>
        </p:spPr>
        <p:txBody>
          <a:bodyPr/>
          <a:lstStyle/>
          <a:p>
            <a:r>
              <a:rPr lang="en-US" sz="2000" u="sng" dirty="0"/>
              <a:t>Key Role -Main </a:t>
            </a:r>
            <a:r>
              <a:rPr lang="en-US" sz="2000" u="sng" dirty="0" err="1"/>
              <a:t>Organisers</a:t>
            </a:r>
            <a:r>
              <a:rPr lang="en-US" sz="2000" u="sng" dirty="0"/>
              <a:t> Embassies/Cultural Arms for Film Festivals </a:t>
            </a:r>
            <a:endParaRPr lang="en-US" sz="2000" dirty="0"/>
          </a:p>
        </p:txBody>
      </p:sp>
      <p:sp>
        <p:nvSpPr>
          <p:cNvPr id="3" name="Content Placeholder 2"/>
          <p:cNvSpPr>
            <a:spLocks noGrp="1"/>
          </p:cNvSpPr>
          <p:nvPr>
            <p:ph idx="1"/>
          </p:nvPr>
        </p:nvSpPr>
        <p:spPr>
          <a:xfrm>
            <a:off x="490570" y="1529372"/>
            <a:ext cx="11198160" cy="4830977"/>
          </a:xfrm>
        </p:spPr>
        <p:txBody>
          <a:bodyPr/>
          <a:lstStyle/>
          <a:p>
            <a:pPr marL="182880" indent="-182880" algn="just">
              <a:lnSpc>
                <a:spcPct val="100000"/>
              </a:lnSpc>
              <a:spcBef>
                <a:spcPts val="1000"/>
              </a:spcBef>
            </a:pPr>
            <a:r>
              <a:rPr lang="en-US" dirty="0"/>
              <a:t>Bringing in the original  feature movie contents and arranging for licensing of the Theatrical rights to screen in Malaysia. To ensure these movies are not screening concurrently with free or paid TV, in other channels like </a:t>
            </a:r>
            <a:r>
              <a:rPr lang="en-US" dirty="0" err="1"/>
              <a:t>iflix</a:t>
            </a:r>
            <a:r>
              <a:rPr lang="en-US" dirty="0"/>
              <a:t>, Netflix, </a:t>
            </a:r>
            <a:r>
              <a:rPr lang="en-US" dirty="0" err="1"/>
              <a:t>Dimsum</a:t>
            </a:r>
            <a:r>
              <a:rPr lang="en-US" dirty="0"/>
              <a:t> </a:t>
            </a:r>
            <a:r>
              <a:rPr lang="en-US" dirty="0" err="1"/>
              <a:t>etc</a:t>
            </a:r>
            <a:r>
              <a:rPr lang="en-US" dirty="0"/>
              <a:t> same time as the film festival duration. </a:t>
            </a:r>
          </a:p>
          <a:p>
            <a:pPr marL="182880" indent="-182880" algn="just">
              <a:lnSpc>
                <a:spcPct val="100000"/>
              </a:lnSpc>
              <a:spcBef>
                <a:spcPts val="1000"/>
              </a:spcBef>
            </a:pPr>
            <a:r>
              <a:rPr lang="en-US" dirty="0"/>
              <a:t>Submission of movies to Malaysian Censorship Board for approval</a:t>
            </a:r>
          </a:p>
          <a:p>
            <a:pPr marL="182880" indent="-182880" algn="just">
              <a:lnSpc>
                <a:spcPct val="100000"/>
              </a:lnSpc>
              <a:spcBef>
                <a:spcPts val="1000"/>
              </a:spcBef>
            </a:pPr>
            <a:r>
              <a:rPr lang="en-US" dirty="0"/>
              <a:t>Obtaining written approval of the owners/distributors of film festival movies to be screened in GSC for festival’s purpose and allow  edits/manual censorship for such movies as required by the Board</a:t>
            </a:r>
          </a:p>
          <a:p>
            <a:pPr marL="182880" indent="-182880" algn="just">
              <a:lnSpc>
                <a:spcPct val="100000"/>
              </a:lnSpc>
              <a:spcBef>
                <a:spcPts val="1000"/>
              </a:spcBef>
            </a:pPr>
            <a:r>
              <a:rPr lang="en-US" dirty="0"/>
              <a:t>Fully responsible for any liabilities whatsoever for the screening of film festival movies and will indemnify GSC against any action/proceedings commenced against and liabilities penalties or fines incurred by GSC in connection with the film festival screening</a:t>
            </a:r>
          </a:p>
          <a:p>
            <a:pPr marL="182880" indent="-182880" algn="just">
              <a:lnSpc>
                <a:spcPct val="100000"/>
              </a:lnSpc>
              <a:spcBef>
                <a:spcPts val="1000"/>
              </a:spcBef>
            </a:pPr>
            <a:r>
              <a:rPr lang="en-US" dirty="0"/>
              <a:t>Delivering/Transportation of the original DCP, Blu-ray/DVD of the movies to participating GSC cinemas</a:t>
            </a:r>
          </a:p>
          <a:p>
            <a:pPr marL="182880" indent="-182880" algn="just">
              <a:lnSpc>
                <a:spcPct val="100000"/>
              </a:lnSpc>
              <a:spcBef>
                <a:spcPts val="1000"/>
              </a:spcBef>
            </a:pPr>
            <a:r>
              <a:rPr lang="en-US" dirty="0"/>
              <a:t>Arranging for personnel for manual blocking (where applicable)</a:t>
            </a:r>
          </a:p>
          <a:p>
            <a:pPr marL="182880" indent="-182880" algn="just">
              <a:lnSpc>
                <a:spcPct val="100000"/>
              </a:lnSpc>
              <a:spcBef>
                <a:spcPts val="1000"/>
              </a:spcBef>
            </a:pPr>
            <a:r>
              <a:rPr lang="en-US" dirty="0" err="1"/>
              <a:t>Organising</a:t>
            </a:r>
            <a:r>
              <a:rPr lang="en-US" dirty="0"/>
              <a:t> the press conference/launches/opening function</a:t>
            </a:r>
          </a:p>
          <a:p>
            <a:pPr marL="182880" indent="-182880" algn="just">
              <a:lnSpc>
                <a:spcPct val="100000"/>
              </a:lnSpc>
              <a:spcBef>
                <a:spcPts val="1000"/>
              </a:spcBef>
            </a:pPr>
            <a:r>
              <a:rPr lang="en-US" dirty="0"/>
              <a:t>Design and printing of film festival collaterals including the costs (print/electronic, </a:t>
            </a:r>
            <a:r>
              <a:rPr lang="en-US" dirty="0" err="1"/>
              <a:t>etc</a:t>
            </a:r>
            <a:r>
              <a:rPr lang="en-US" dirty="0"/>
              <a:t>), with GSC branding</a:t>
            </a:r>
          </a:p>
          <a:p>
            <a:pPr marL="182880" indent="-182880" algn="just">
              <a:lnSpc>
                <a:spcPct val="100000"/>
              </a:lnSpc>
              <a:spcBef>
                <a:spcPts val="1000"/>
              </a:spcBef>
            </a:pPr>
            <a:r>
              <a:rPr lang="en-US" dirty="0"/>
              <a:t>Media tie-ups (where applicable, for  paying film festivals)</a:t>
            </a:r>
          </a:p>
          <a:p>
            <a:pPr marL="0" indent="0" algn="just">
              <a:spcBef>
                <a:spcPts val="1000"/>
              </a:spcBef>
              <a:buNone/>
            </a:pPr>
            <a:r>
              <a:rPr lang="en-US" b="1" u="sng" dirty="0"/>
              <a:t>Note</a:t>
            </a:r>
            <a:r>
              <a:rPr lang="en-US" dirty="0"/>
              <a:t>: Full details will be listed in the agreement, which must be signed off by both parties before the FF commences.</a:t>
            </a:r>
          </a:p>
          <a:p>
            <a:endParaRPr lang="en-US" dirty="0"/>
          </a:p>
        </p:txBody>
      </p:sp>
    </p:spTree>
    <p:extLst>
      <p:ext uri="{BB962C8B-B14F-4D97-AF65-F5344CB8AC3E}">
        <p14:creationId xmlns:p14="http://schemas.microsoft.com/office/powerpoint/2010/main" val="4012480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874738"/>
            <a:ext cx="8838063" cy="866586"/>
          </a:xfrm>
        </p:spPr>
        <p:txBody>
          <a:bodyPr/>
          <a:lstStyle/>
          <a:p>
            <a:r>
              <a:rPr lang="en-US" sz="2000" u="sng" dirty="0"/>
              <a:t>Key Role  - GSC  for  Film Festivals</a:t>
            </a:r>
            <a:br>
              <a:rPr lang="en-MY" u="sng" dirty="0"/>
            </a:br>
            <a:endParaRPr lang="en-US" dirty="0"/>
          </a:p>
        </p:txBody>
      </p:sp>
      <p:sp>
        <p:nvSpPr>
          <p:cNvPr id="3" name="Content Placeholder 2"/>
          <p:cNvSpPr>
            <a:spLocks noGrp="1"/>
          </p:cNvSpPr>
          <p:nvPr>
            <p:ph idx="1"/>
          </p:nvPr>
        </p:nvSpPr>
        <p:spPr>
          <a:xfrm>
            <a:off x="831850" y="1348591"/>
            <a:ext cx="10515600" cy="1749177"/>
          </a:xfrm>
        </p:spPr>
        <p:txBody>
          <a:bodyPr/>
          <a:lstStyle/>
          <a:p>
            <a:pPr marL="182880" indent="-182880" algn="just">
              <a:lnSpc>
                <a:spcPct val="100000"/>
              </a:lnSpc>
              <a:spcBef>
                <a:spcPts val="1000"/>
              </a:spcBef>
            </a:pPr>
            <a:r>
              <a:rPr lang="en-US" dirty="0"/>
              <a:t>Official Venue partner</a:t>
            </a:r>
          </a:p>
          <a:p>
            <a:pPr marL="182880" indent="-182880" algn="just">
              <a:lnSpc>
                <a:spcPct val="100000"/>
              </a:lnSpc>
              <a:spcBef>
                <a:spcPts val="1000"/>
              </a:spcBef>
            </a:pPr>
            <a:r>
              <a:rPr lang="en-US" dirty="0"/>
              <a:t>Co-ordination of the Film Festival screenings in participating cinemas</a:t>
            </a:r>
          </a:p>
          <a:p>
            <a:pPr marL="182880" indent="-182880" algn="just">
              <a:lnSpc>
                <a:spcPct val="100000"/>
              </a:lnSpc>
              <a:spcBef>
                <a:spcPts val="1000"/>
              </a:spcBef>
            </a:pPr>
            <a:r>
              <a:rPr lang="en-US" dirty="0"/>
              <a:t>Booking of Film Festival halls (for press conference/launches/free public screenings where applicable)</a:t>
            </a:r>
          </a:p>
          <a:p>
            <a:pPr marL="182880" indent="-182880" algn="just">
              <a:lnSpc>
                <a:spcPct val="100000"/>
              </a:lnSpc>
              <a:spcBef>
                <a:spcPts val="1000"/>
              </a:spcBef>
            </a:pPr>
            <a:r>
              <a:rPr lang="en-US" dirty="0"/>
              <a:t>Assist in film festival posters/backdrop/buntings in cinema.</a:t>
            </a:r>
          </a:p>
          <a:p>
            <a:endParaRPr lang="en-US" dirty="0"/>
          </a:p>
        </p:txBody>
      </p:sp>
      <p:pic>
        <p:nvPicPr>
          <p:cNvPr id="4" name="Picture 3">
            <a:extLst>
              <a:ext uri="{FF2B5EF4-FFF2-40B4-BE49-F238E27FC236}">
                <a16:creationId xmlns:a16="http://schemas.microsoft.com/office/drawing/2014/main" id="{641607D8-B37F-4623-B943-2F53217237D1}"/>
              </a:ext>
            </a:extLst>
          </p:cNvPr>
          <p:cNvPicPr>
            <a:picLocks noChangeAspect="1"/>
          </p:cNvPicPr>
          <p:nvPr/>
        </p:nvPicPr>
        <p:blipFill>
          <a:blip r:embed="rId2"/>
          <a:stretch>
            <a:fillRect/>
          </a:stretch>
        </p:blipFill>
        <p:spPr>
          <a:xfrm>
            <a:off x="663900" y="3333250"/>
            <a:ext cx="2207266" cy="3164291"/>
          </a:xfrm>
          <a:prstGeom prst="rect">
            <a:avLst/>
          </a:prstGeom>
        </p:spPr>
      </p:pic>
      <p:pic>
        <p:nvPicPr>
          <p:cNvPr id="5" name="Picture 4">
            <a:extLst>
              <a:ext uri="{FF2B5EF4-FFF2-40B4-BE49-F238E27FC236}">
                <a16:creationId xmlns:a16="http://schemas.microsoft.com/office/drawing/2014/main" id="{A1B02D07-DC57-4746-930E-300BAF0A27C5}"/>
              </a:ext>
            </a:extLst>
          </p:cNvPr>
          <p:cNvPicPr>
            <a:picLocks noChangeAspect="1"/>
          </p:cNvPicPr>
          <p:nvPr/>
        </p:nvPicPr>
        <p:blipFill>
          <a:blip r:embed="rId3"/>
          <a:stretch>
            <a:fillRect/>
          </a:stretch>
        </p:blipFill>
        <p:spPr>
          <a:xfrm>
            <a:off x="3066943" y="3333250"/>
            <a:ext cx="2423994" cy="3164291"/>
          </a:xfrm>
          <a:prstGeom prst="rect">
            <a:avLst/>
          </a:prstGeom>
        </p:spPr>
      </p:pic>
      <p:pic>
        <p:nvPicPr>
          <p:cNvPr id="6" name="Picture 5">
            <a:extLst>
              <a:ext uri="{FF2B5EF4-FFF2-40B4-BE49-F238E27FC236}">
                <a16:creationId xmlns:a16="http://schemas.microsoft.com/office/drawing/2014/main" id="{6905E089-6634-452C-9538-E6F2A841F97D}"/>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6199823" y="3151531"/>
            <a:ext cx="5147627" cy="3346009"/>
          </a:xfrm>
          <a:prstGeom prst="rect">
            <a:avLst/>
          </a:prstGeom>
        </p:spPr>
      </p:pic>
    </p:spTree>
    <p:extLst>
      <p:ext uri="{BB962C8B-B14F-4D97-AF65-F5344CB8AC3E}">
        <p14:creationId xmlns:p14="http://schemas.microsoft.com/office/powerpoint/2010/main" val="437147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30722"/>
            <a:ext cx="8838063" cy="866586"/>
          </a:xfrm>
        </p:spPr>
        <p:txBody>
          <a:bodyPr/>
          <a:lstStyle/>
          <a:p>
            <a:r>
              <a:rPr lang="en-MY" sz="2000" u="sng" dirty="0"/>
              <a:t>GUIDELINES FOR FILM FESTIVALS IN GSC CIRCUIT</a:t>
            </a:r>
            <a:br>
              <a:rPr lang="en-MY" u="sng" dirty="0"/>
            </a:br>
            <a:endParaRPr lang="en-US" dirty="0"/>
          </a:p>
        </p:txBody>
      </p:sp>
      <p:sp>
        <p:nvSpPr>
          <p:cNvPr id="3" name="Content Placeholder 2"/>
          <p:cNvSpPr>
            <a:spLocks noGrp="1"/>
          </p:cNvSpPr>
          <p:nvPr>
            <p:ph idx="1"/>
          </p:nvPr>
        </p:nvSpPr>
        <p:spPr/>
        <p:txBody>
          <a:bodyPr/>
          <a:lstStyle/>
          <a:p>
            <a:pPr marL="182880" indent="-182880" algn="just">
              <a:lnSpc>
                <a:spcPct val="90000"/>
              </a:lnSpc>
              <a:spcBef>
                <a:spcPts val="1000"/>
              </a:spcBef>
              <a:buNone/>
            </a:pPr>
            <a:r>
              <a:rPr lang="en-US" b="1" u="sng" dirty="0"/>
              <a:t>MOVIES</a:t>
            </a:r>
          </a:p>
          <a:p>
            <a:pPr marL="182880" indent="-182880" algn="just">
              <a:lnSpc>
                <a:spcPct val="90000"/>
              </a:lnSpc>
              <a:spcBef>
                <a:spcPts val="1000"/>
              </a:spcBef>
              <a:buNone/>
            </a:pPr>
            <a:r>
              <a:rPr lang="en-US" dirty="0"/>
              <a:t>No of Movies   :	</a:t>
            </a:r>
            <a:r>
              <a:rPr lang="en-US" b="1" dirty="0"/>
              <a:t>5 titles(min) , max 20 – 25 titles</a:t>
            </a:r>
          </a:p>
          <a:p>
            <a:pPr marL="182880" indent="-182880" algn="just">
              <a:lnSpc>
                <a:spcPct val="90000"/>
              </a:lnSpc>
              <a:spcBef>
                <a:spcPts val="1000"/>
              </a:spcBef>
              <a:buNone/>
            </a:pPr>
            <a:r>
              <a:rPr lang="en-US" dirty="0"/>
              <a:t>But does not including movies with limited screenings </a:t>
            </a:r>
            <a:r>
              <a:rPr lang="en-US" dirty="0" err="1"/>
              <a:t>ie</a:t>
            </a:r>
            <a:r>
              <a:rPr lang="en-US" dirty="0"/>
              <a:t> those with 4/5 screenings , </a:t>
            </a:r>
          </a:p>
          <a:p>
            <a:pPr marL="182880" indent="-182880" algn="just">
              <a:lnSpc>
                <a:spcPct val="90000"/>
              </a:lnSpc>
              <a:spcBef>
                <a:spcPts val="1000"/>
              </a:spcBef>
              <a:buNone/>
            </a:pPr>
            <a:r>
              <a:rPr lang="en-US" dirty="0"/>
              <a:t>i.e. min 1 screening per region (KL, Penang, Johor, Kuching, Kota </a:t>
            </a:r>
            <a:r>
              <a:rPr lang="en-US" dirty="0" err="1"/>
              <a:t>Kinabalu</a:t>
            </a:r>
            <a:r>
              <a:rPr lang="en-US" dirty="0"/>
              <a:t>).</a:t>
            </a:r>
          </a:p>
          <a:p>
            <a:pPr marL="182880" indent="-182880" algn="just">
              <a:lnSpc>
                <a:spcPct val="90000"/>
              </a:lnSpc>
              <a:spcBef>
                <a:spcPts val="1000"/>
              </a:spcBef>
            </a:pPr>
            <a:endParaRPr lang="en-US" dirty="0"/>
          </a:p>
          <a:p>
            <a:pPr marL="182880" indent="-182880" algn="just">
              <a:lnSpc>
                <a:spcPct val="90000"/>
              </a:lnSpc>
              <a:spcBef>
                <a:spcPts val="1000"/>
              </a:spcBef>
              <a:buNone/>
            </a:pPr>
            <a:r>
              <a:rPr lang="en-US" b="1" u="sng" dirty="0"/>
              <a:t>LOCATIONS – to exclude LED Onyx Hall (cannot accommodate manual blocking)</a:t>
            </a:r>
          </a:p>
          <a:p>
            <a:pPr marL="182880" indent="-182880" algn="just">
              <a:lnSpc>
                <a:spcPct val="90000"/>
              </a:lnSpc>
              <a:spcBef>
                <a:spcPts val="1000"/>
              </a:spcBef>
              <a:buNone/>
            </a:pPr>
            <a:r>
              <a:rPr lang="en-US" dirty="0" err="1"/>
              <a:t>Klang</a:t>
            </a:r>
            <a:r>
              <a:rPr lang="en-US" dirty="0"/>
              <a:t> Valley ( GSC Pavilion KL, Mid Valley, 1 </a:t>
            </a:r>
            <a:r>
              <a:rPr lang="en-US" dirty="0" err="1"/>
              <a:t>Utama</a:t>
            </a:r>
            <a:r>
              <a:rPr lang="en-US" dirty="0"/>
              <a:t>, NU </a:t>
            </a:r>
            <a:r>
              <a:rPr lang="en-US" dirty="0" err="1"/>
              <a:t>Sentral</a:t>
            </a:r>
            <a:r>
              <a:rPr lang="en-US" dirty="0"/>
              <a:t>)</a:t>
            </a:r>
          </a:p>
          <a:p>
            <a:pPr marL="182880" indent="-182880" algn="just">
              <a:lnSpc>
                <a:spcPct val="90000"/>
              </a:lnSpc>
              <a:spcBef>
                <a:spcPts val="1000"/>
              </a:spcBef>
              <a:buNone/>
            </a:pPr>
            <a:r>
              <a:rPr lang="en-US" dirty="0"/>
              <a:t>Penang (GSC Gurney Plaza)</a:t>
            </a:r>
          </a:p>
          <a:p>
            <a:pPr marL="182880" indent="-182880" algn="just">
              <a:lnSpc>
                <a:spcPct val="90000"/>
              </a:lnSpc>
              <a:spcBef>
                <a:spcPts val="1000"/>
              </a:spcBef>
              <a:buNone/>
            </a:pPr>
            <a:r>
              <a:rPr lang="en-US" dirty="0"/>
              <a:t>Johor (GSC Paradigm JB)</a:t>
            </a:r>
          </a:p>
          <a:p>
            <a:pPr marL="182880" indent="-182880" algn="just">
              <a:lnSpc>
                <a:spcPct val="90000"/>
              </a:lnSpc>
              <a:spcBef>
                <a:spcPts val="1000"/>
              </a:spcBef>
              <a:buNone/>
            </a:pPr>
            <a:r>
              <a:rPr lang="en-US" dirty="0"/>
              <a:t>Sarawak (GSC </a:t>
            </a:r>
            <a:r>
              <a:rPr lang="en-US" dirty="0" err="1"/>
              <a:t>CityONE</a:t>
            </a:r>
            <a:r>
              <a:rPr lang="en-US" dirty="0"/>
              <a:t> Megamall)</a:t>
            </a:r>
          </a:p>
          <a:p>
            <a:pPr marL="182880" indent="-182880" algn="just">
              <a:lnSpc>
                <a:spcPct val="90000"/>
              </a:lnSpc>
              <a:spcBef>
                <a:spcPts val="1000"/>
              </a:spcBef>
              <a:buNone/>
            </a:pPr>
            <a:r>
              <a:rPr lang="en-US" dirty="0"/>
              <a:t>Sabah (GSC </a:t>
            </a:r>
            <a:r>
              <a:rPr lang="en-US" dirty="0" err="1"/>
              <a:t>Suria</a:t>
            </a:r>
            <a:r>
              <a:rPr lang="en-US" dirty="0"/>
              <a:t> Sabah)</a:t>
            </a:r>
          </a:p>
          <a:p>
            <a:endParaRPr lang="en-US" dirty="0"/>
          </a:p>
        </p:txBody>
      </p:sp>
    </p:spTree>
    <p:extLst>
      <p:ext uri="{BB962C8B-B14F-4D97-AF65-F5344CB8AC3E}">
        <p14:creationId xmlns:p14="http://schemas.microsoft.com/office/powerpoint/2010/main" val="3342860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30722"/>
            <a:ext cx="8838063" cy="866586"/>
          </a:xfrm>
        </p:spPr>
        <p:txBody>
          <a:bodyPr/>
          <a:lstStyle/>
          <a:p>
            <a:r>
              <a:rPr lang="en-MY" sz="2000" u="sng" dirty="0"/>
              <a:t>GUIDELINES FOR FILM FESTIVALS IN GSC CIRCUIT</a:t>
            </a:r>
            <a:br>
              <a:rPr lang="en-MY" u="sng" dirty="0"/>
            </a:br>
            <a:endParaRPr lang="en-US" dirty="0"/>
          </a:p>
        </p:txBody>
      </p:sp>
      <p:sp>
        <p:nvSpPr>
          <p:cNvPr id="3" name="Content Placeholder 2"/>
          <p:cNvSpPr>
            <a:spLocks noGrp="1"/>
          </p:cNvSpPr>
          <p:nvPr>
            <p:ph idx="1"/>
          </p:nvPr>
        </p:nvSpPr>
        <p:spPr>
          <a:xfrm>
            <a:off x="831850" y="1777794"/>
            <a:ext cx="9990825" cy="4830977"/>
          </a:xfrm>
        </p:spPr>
        <p:txBody>
          <a:bodyPr/>
          <a:lstStyle/>
          <a:p>
            <a:pPr marL="182880" indent="-182880" algn="just">
              <a:lnSpc>
                <a:spcPct val="90000"/>
              </a:lnSpc>
              <a:spcBef>
                <a:spcPts val="1000"/>
              </a:spcBef>
              <a:buNone/>
            </a:pPr>
            <a:r>
              <a:rPr lang="en-US" b="1" u="sng" dirty="0"/>
              <a:t>DURATION – subject to Embassy budget/resources</a:t>
            </a:r>
          </a:p>
          <a:p>
            <a:pPr marL="182880" indent="-182880" algn="just">
              <a:lnSpc>
                <a:spcPct val="90000"/>
              </a:lnSpc>
              <a:spcBef>
                <a:spcPts val="1000"/>
              </a:spcBef>
              <a:buNone/>
            </a:pPr>
            <a:r>
              <a:rPr lang="en-US" b="1" dirty="0"/>
              <a:t>Option 1 </a:t>
            </a:r>
            <a:r>
              <a:rPr lang="en-US" dirty="0"/>
              <a:t>: 4 days (Thurs till Sunday), capitalize on the weekend peak </a:t>
            </a:r>
          </a:p>
          <a:p>
            <a:pPr marL="182880" indent="-182880" algn="just">
              <a:lnSpc>
                <a:spcPct val="90000"/>
              </a:lnSpc>
              <a:spcBef>
                <a:spcPts val="1000"/>
              </a:spcBef>
              <a:buNone/>
            </a:pPr>
            <a:r>
              <a:rPr lang="en-US" b="1" dirty="0"/>
              <a:t>Option 2</a:t>
            </a:r>
            <a:r>
              <a:rPr lang="en-US" dirty="0"/>
              <a:t>: 7 days ( Thurs till Wed), follow movie  week</a:t>
            </a:r>
          </a:p>
          <a:p>
            <a:pPr marL="182880" indent="-182880" algn="just">
              <a:lnSpc>
                <a:spcPct val="90000"/>
              </a:lnSpc>
              <a:spcBef>
                <a:spcPts val="1000"/>
              </a:spcBef>
              <a:buNone/>
            </a:pPr>
            <a:r>
              <a:rPr lang="en-US" b="1" dirty="0"/>
              <a:t>Option 3</a:t>
            </a:r>
            <a:r>
              <a:rPr lang="en-US" dirty="0"/>
              <a:t>: 11 days ( Thurs till following Sunday)</a:t>
            </a:r>
          </a:p>
          <a:p>
            <a:pPr marL="182880" indent="-182880" algn="just">
              <a:lnSpc>
                <a:spcPct val="90000"/>
              </a:lnSpc>
              <a:spcBef>
                <a:spcPts val="1000"/>
              </a:spcBef>
              <a:buNone/>
            </a:pPr>
            <a:r>
              <a:rPr lang="en-US" dirty="0"/>
              <a:t>Subject to no of titles, Min 1 -2 titles per weekday,  4-5 titles per weekend/public holiday</a:t>
            </a:r>
          </a:p>
          <a:p>
            <a:pPr marL="182880" indent="-182880" algn="just">
              <a:lnSpc>
                <a:spcPct val="90000"/>
              </a:lnSpc>
              <a:spcBef>
                <a:spcPts val="1000"/>
              </a:spcBef>
            </a:pPr>
            <a:endParaRPr lang="en-US" dirty="0"/>
          </a:p>
          <a:p>
            <a:pPr marL="182880" indent="-182880" algn="just">
              <a:lnSpc>
                <a:spcPct val="90000"/>
              </a:lnSpc>
              <a:spcBef>
                <a:spcPts val="1000"/>
              </a:spcBef>
              <a:buNone/>
            </a:pPr>
            <a:r>
              <a:rPr lang="en-US" b="1" u="sng" dirty="0"/>
              <a:t>TICKET PRICING OPTIONS</a:t>
            </a:r>
          </a:p>
          <a:p>
            <a:pPr marL="342900" indent="-342900" algn="just">
              <a:lnSpc>
                <a:spcPct val="90000"/>
              </a:lnSpc>
              <a:spcBef>
                <a:spcPts val="1000"/>
              </a:spcBef>
              <a:buFont typeface="+mj-lt"/>
              <a:buAutoNum type="alphaLcParenR"/>
            </a:pPr>
            <a:r>
              <a:rPr lang="en-US" b="1" dirty="0"/>
              <a:t>Free to public</a:t>
            </a:r>
            <a:r>
              <a:rPr lang="en-US" dirty="0"/>
              <a:t>, recommended for new film festivals to drive initial awareness.                         Main </a:t>
            </a:r>
            <a:r>
              <a:rPr lang="en-US" dirty="0" err="1"/>
              <a:t>Organiser</a:t>
            </a:r>
            <a:r>
              <a:rPr lang="en-US" dirty="0"/>
              <a:t> to pay for hall rental via GSC Sales &amp; Promotions</a:t>
            </a:r>
          </a:p>
          <a:p>
            <a:pPr marL="342900" indent="-342900" algn="just">
              <a:lnSpc>
                <a:spcPct val="90000"/>
              </a:lnSpc>
              <a:spcBef>
                <a:spcPts val="1000"/>
              </a:spcBef>
              <a:buFont typeface="+mj-lt"/>
              <a:buAutoNum type="alphaLcParenR" startAt="2"/>
            </a:pPr>
            <a:r>
              <a:rPr lang="en-US" b="1" dirty="0"/>
              <a:t>Special ticket pricing/Wed pricing</a:t>
            </a:r>
            <a:r>
              <a:rPr lang="en-US" dirty="0"/>
              <a:t>,  to drive more admission (JFF/EUFF)</a:t>
            </a:r>
          </a:p>
          <a:p>
            <a:pPr marL="342900" indent="-342900" algn="just">
              <a:lnSpc>
                <a:spcPct val="90000"/>
              </a:lnSpc>
              <a:spcBef>
                <a:spcPts val="1000"/>
              </a:spcBef>
              <a:buFont typeface="+mj-lt"/>
              <a:buAutoNum type="alphaLcParenR" startAt="3"/>
            </a:pPr>
            <a:r>
              <a:rPr lang="en-US" b="1" dirty="0"/>
              <a:t>Follow GSC Prevailing Ticket pricing</a:t>
            </a:r>
            <a:r>
              <a:rPr lang="en-US" dirty="0"/>
              <a:t>, 50/50 sharing basis after tax (le French Festival)</a:t>
            </a:r>
          </a:p>
          <a:p>
            <a:pPr marL="182880" indent="-182880" algn="just">
              <a:lnSpc>
                <a:spcPct val="90000"/>
              </a:lnSpc>
              <a:spcBef>
                <a:spcPts val="1000"/>
              </a:spcBef>
              <a:buNone/>
            </a:pPr>
            <a:r>
              <a:rPr lang="en-US" u="sng" dirty="0"/>
              <a:t>Note</a:t>
            </a:r>
            <a:r>
              <a:rPr lang="en-US" dirty="0"/>
              <a:t>: prevailing surcharges applies for digital 3D, Dolby </a:t>
            </a:r>
            <a:r>
              <a:rPr lang="en-US" dirty="0" err="1"/>
              <a:t>Atmos</a:t>
            </a:r>
            <a:r>
              <a:rPr lang="en-US" dirty="0"/>
              <a:t>/</a:t>
            </a:r>
            <a:r>
              <a:rPr lang="en-US" dirty="0" err="1"/>
              <a:t>Dbox</a:t>
            </a:r>
            <a:r>
              <a:rPr lang="en-US" dirty="0"/>
              <a:t>/4DX, etc.</a:t>
            </a:r>
          </a:p>
          <a:p>
            <a:endParaRPr lang="en-US" dirty="0"/>
          </a:p>
        </p:txBody>
      </p:sp>
    </p:spTree>
    <p:extLst>
      <p:ext uri="{BB962C8B-B14F-4D97-AF65-F5344CB8AC3E}">
        <p14:creationId xmlns:p14="http://schemas.microsoft.com/office/powerpoint/2010/main" val="4088618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30722"/>
            <a:ext cx="8838063" cy="866586"/>
          </a:xfrm>
        </p:spPr>
        <p:txBody>
          <a:bodyPr/>
          <a:lstStyle/>
          <a:p>
            <a:r>
              <a:rPr lang="en-MY" sz="2000" u="sng" dirty="0"/>
              <a:t>GUIDELINES FOR FILM FESTIVALS IN GSC CIRCUIT</a:t>
            </a:r>
            <a:br>
              <a:rPr lang="en-MY" u="sng" dirty="0"/>
            </a:br>
            <a:endParaRPr lang="en-US" dirty="0"/>
          </a:p>
        </p:txBody>
      </p:sp>
      <p:sp>
        <p:nvSpPr>
          <p:cNvPr id="3" name="Content Placeholder 2"/>
          <p:cNvSpPr>
            <a:spLocks noGrp="1"/>
          </p:cNvSpPr>
          <p:nvPr>
            <p:ph idx="1"/>
          </p:nvPr>
        </p:nvSpPr>
        <p:spPr>
          <a:xfrm>
            <a:off x="831850" y="1777794"/>
            <a:ext cx="11055350" cy="4830977"/>
          </a:xfrm>
        </p:spPr>
        <p:txBody>
          <a:bodyPr/>
          <a:lstStyle/>
          <a:p>
            <a:pPr marL="182880" indent="-182880" algn="just">
              <a:lnSpc>
                <a:spcPct val="90000"/>
              </a:lnSpc>
              <a:spcBef>
                <a:spcPts val="1000"/>
              </a:spcBef>
              <a:buNone/>
            </a:pPr>
            <a:r>
              <a:rPr lang="en-US" b="1" u="sng" dirty="0"/>
              <a:t>GSC’s contribution for Film Festival</a:t>
            </a:r>
          </a:p>
          <a:p>
            <a:pPr marL="182880" indent="-182880" algn="just">
              <a:lnSpc>
                <a:spcPct val="90000"/>
              </a:lnSpc>
              <a:spcBef>
                <a:spcPts val="1000"/>
              </a:spcBef>
              <a:buNone/>
            </a:pPr>
            <a:r>
              <a:rPr lang="en-US" b="1" u="sng" dirty="0"/>
              <a:t> </a:t>
            </a:r>
          </a:p>
          <a:p>
            <a:pPr marL="182880" indent="-182880" algn="just">
              <a:lnSpc>
                <a:spcPct val="90000"/>
              </a:lnSpc>
              <a:spcBef>
                <a:spcPts val="1000"/>
              </a:spcBef>
              <a:buNone/>
            </a:pPr>
            <a:r>
              <a:rPr lang="en-US" b="1" u="sng" dirty="0"/>
              <a:t>Hall for Press Conference (subject to hall availability &amp; booking)</a:t>
            </a:r>
          </a:p>
          <a:p>
            <a:pPr marL="182880" indent="-182880" algn="just">
              <a:lnSpc>
                <a:spcPct val="90000"/>
              </a:lnSpc>
              <a:spcBef>
                <a:spcPts val="1000"/>
              </a:spcBef>
            </a:pPr>
            <a:r>
              <a:rPr lang="en-US" dirty="0"/>
              <a:t>Hall sponsorship (2 sessions including a morning 10 am movie preview screening and basic PA system)</a:t>
            </a:r>
          </a:p>
          <a:p>
            <a:pPr marL="182880" indent="-182880" algn="just">
              <a:lnSpc>
                <a:spcPct val="90000"/>
              </a:lnSpc>
              <a:spcBef>
                <a:spcPts val="1000"/>
              </a:spcBef>
            </a:pPr>
            <a:r>
              <a:rPr lang="en-US" dirty="0"/>
              <a:t>Venue: GSC Mid Valley  (central location for  KL/PJ media), Hall size 130 seats or below</a:t>
            </a:r>
          </a:p>
          <a:p>
            <a:pPr marL="182880" indent="-182880" algn="just">
              <a:lnSpc>
                <a:spcPct val="90000"/>
              </a:lnSpc>
              <a:spcBef>
                <a:spcPts val="1000"/>
              </a:spcBef>
            </a:pPr>
            <a:endParaRPr lang="en-US" dirty="0"/>
          </a:p>
          <a:p>
            <a:pPr marL="182880" indent="-182880" algn="just">
              <a:lnSpc>
                <a:spcPct val="90000"/>
              </a:lnSpc>
              <a:spcBef>
                <a:spcPts val="1000"/>
              </a:spcBef>
              <a:buNone/>
            </a:pPr>
            <a:r>
              <a:rPr lang="en-US" b="1" u="sng" dirty="0"/>
              <a:t>GSC Publicity channels ( subject to booking /availability)</a:t>
            </a:r>
          </a:p>
          <a:p>
            <a:pPr marL="182880" indent="-182880" algn="just">
              <a:lnSpc>
                <a:spcPct val="90000"/>
              </a:lnSpc>
              <a:spcBef>
                <a:spcPts val="1000"/>
              </a:spcBef>
            </a:pPr>
            <a:r>
              <a:rPr lang="en-US" dirty="0"/>
              <a:t>GSC Mobile App/In-Box</a:t>
            </a:r>
          </a:p>
          <a:p>
            <a:pPr marL="182880" indent="-182880" algn="just">
              <a:lnSpc>
                <a:spcPct val="90000"/>
              </a:lnSpc>
              <a:spcBef>
                <a:spcPts val="1000"/>
              </a:spcBef>
            </a:pPr>
            <a:r>
              <a:rPr lang="en-US" dirty="0"/>
              <a:t>GSC website – movie info, </a:t>
            </a:r>
            <a:r>
              <a:rPr lang="en-US" dirty="0" err="1"/>
              <a:t>showtimes</a:t>
            </a:r>
            <a:r>
              <a:rPr lang="en-US" dirty="0"/>
              <a:t>, general info, contest, free ticket redemption, </a:t>
            </a:r>
            <a:r>
              <a:rPr lang="en-US" dirty="0" err="1"/>
              <a:t>etc</a:t>
            </a:r>
            <a:endParaRPr lang="en-US" dirty="0"/>
          </a:p>
          <a:p>
            <a:pPr marL="182880" indent="-182880" algn="just">
              <a:lnSpc>
                <a:spcPct val="90000"/>
              </a:lnSpc>
              <a:spcBef>
                <a:spcPts val="1000"/>
              </a:spcBef>
            </a:pPr>
            <a:r>
              <a:rPr lang="en-US" dirty="0"/>
              <a:t>GSC social media – Facebook/Twitter/</a:t>
            </a:r>
            <a:r>
              <a:rPr lang="en-US" dirty="0" err="1"/>
              <a:t>Instagram</a:t>
            </a:r>
            <a:r>
              <a:rPr lang="en-US" dirty="0"/>
              <a:t> updates and </a:t>
            </a:r>
            <a:r>
              <a:rPr lang="en-US" dirty="0" err="1"/>
              <a:t>boostings</a:t>
            </a:r>
            <a:endParaRPr lang="en-US" dirty="0"/>
          </a:p>
          <a:p>
            <a:pPr marL="182880" indent="-182880" algn="just">
              <a:lnSpc>
                <a:spcPct val="90000"/>
              </a:lnSpc>
              <a:spcBef>
                <a:spcPts val="1000"/>
              </a:spcBef>
            </a:pPr>
            <a:r>
              <a:rPr lang="en-US" dirty="0"/>
              <a:t>GSC e-mailer – monthly generic mailer (month end)  and dedicated International Screens (mid week)</a:t>
            </a:r>
          </a:p>
          <a:p>
            <a:endParaRPr lang="en-US" dirty="0"/>
          </a:p>
        </p:txBody>
      </p:sp>
    </p:spTree>
    <p:extLst>
      <p:ext uri="{BB962C8B-B14F-4D97-AF65-F5344CB8AC3E}">
        <p14:creationId xmlns:p14="http://schemas.microsoft.com/office/powerpoint/2010/main" val="3847289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30722"/>
            <a:ext cx="8838063" cy="866586"/>
          </a:xfrm>
        </p:spPr>
        <p:txBody>
          <a:bodyPr/>
          <a:lstStyle/>
          <a:p>
            <a:r>
              <a:rPr lang="en-MY" sz="2000" u="sng" dirty="0"/>
              <a:t>GUIDELINES FOR FILM FESTIVALS IN GSC CIRCUIT</a:t>
            </a:r>
            <a:br>
              <a:rPr lang="en-MY" u="sng" dirty="0"/>
            </a:br>
            <a:endParaRPr lang="en-US" dirty="0"/>
          </a:p>
        </p:txBody>
      </p:sp>
      <p:sp>
        <p:nvSpPr>
          <p:cNvPr id="3" name="Content Placeholder 2"/>
          <p:cNvSpPr>
            <a:spLocks noGrp="1"/>
          </p:cNvSpPr>
          <p:nvPr>
            <p:ph idx="1"/>
          </p:nvPr>
        </p:nvSpPr>
        <p:spPr>
          <a:xfrm>
            <a:off x="831849" y="1777794"/>
            <a:ext cx="9799757" cy="4830977"/>
          </a:xfrm>
        </p:spPr>
        <p:txBody>
          <a:bodyPr/>
          <a:lstStyle/>
          <a:p>
            <a:pPr marL="182880" indent="-182880" algn="just">
              <a:lnSpc>
                <a:spcPct val="90000"/>
              </a:lnSpc>
              <a:spcBef>
                <a:spcPts val="1000"/>
              </a:spcBef>
              <a:buNone/>
            </a:pPr>
            <a:r>
              <a:rPr lang="en-US" dirty="0" err="1"/>
              <a:t>Cont</a:t>
            </a:r>
            <a:r>
              <a:rPr lang="en-US" dirty="0"/>
              <a:t> :</a:t>
            </a:r>
            <a:r>
              <a:rPr lang="en-US" b="1" u="sng" dirty="0"/>
              <a:t>GSC Publicity channels ( subject to booking /availability)</a:t>
            </a:r>
          </a:p>
          <a:p>
            <a:pPr marL="182880" indent="-182880" algn="just">
              <a:lnSpc>
                <a:spcPct val="90000"/>
              </a:lnSpc>
              <a:spcBef>
                <a:spcPts val="1000"/>
              </a:spcBef>
            </a:pPr>
            <a:endParaRPr lang="en-US" b="1" u="sng" dirty="0"/>
          </a:p>
          <a:p>
            <a:pPr marL="182880" indent="-182880" algn="just">
              <a:lnSpc>
                <a:spcPct val="90000"/>
              </a:lnSpc>
              <a:spcBef>
                <a:spcPts val="1000"/>
              </a:spcBef>
            </a:pPr>
            <a:r>
              <a:rPr lang="en-US" dirty="0"/>
              <a:t>GSC Digital TV screens ( for film Festival trailers and posters)</a:t>
            </a:r>
          </a:p>
          <a:p>
            <a:pPr marL="182880" indent="-182880" algn="just">
              <a:lnSpc>
                <a:spcPct val="90000"/>
              </a:lnSpc>
              <a:spcBef>
                <a:spcPts val="1000"/>
              </a:spcBef>
            </a:pPr>
            <a:r>
              <a:rPr lang="en-US" dirty="0"/>
              <a:t>GSC online space in selected mainstream media</a:t>
            </a:r>
          </a:p>
          <a:p>
            <a:pPr marL="182880" indent="-182880" algn="just">
              <a:lnSpc>
                <a:spcPct val="90000"/>
              </a:lnSpc>
              <a:spcBef>
                <a:spcPts val="1000"/>
              </a:spcBef>
            </a:pPr>
            <a:r>
              <a:rPr lang="en-US" dirty="0"/>
              <a:t>GSC giant </a:t>
            </a:r>
            <a:r>
              <a:rPr lang="en-US" dirty="0" err="1"/>
              <a:t>videowall</a:t>
            </a:r>
            <a:r>
              <a:rPr lang="en-US" dirty="0"/>
              <a:t> in Mid Valley Megamall and  Paradigm JB</a:t>
            </a:r>
          </a:p>
          <a:p>
            <a:pPr marL="182880" indent="-182880" algn="just">
              <a:lnSpc>
                <a:spcPct val="90000"/>
              </a:lnSpc>
              <a:spcBef>
                <a:spcPts val="1000"/>
              </a:spcBef>
            </a:pPr>
            <a:endParaRPr lang="en-US" dirty="0"/>
          </a:p>
          <a:p>
            <a:pPr marL="182880" indent="-182880" algn="just">
              <a:lnSpc>
                <a:spcPct val="90000"/>
              </a:lnSpc>
              <a:spcBef>
                <a:spcPts val="1000"/>
              </a:spcBef>
            </a:pPr>
            <a:r>
              <a:rPr lang="en-US" b="1" u="sng" dirty="0"/>
              <a:t>Note</a:t>
            </a:r>
            <a:r>
              <a:rPr lang="en-US" dirty="0"/>
              <a:t>: A detailed  timeline checklist /POSM requirements will be emailed out by GSC once main organizer has confirmed the dates, venue, duration, no of movies for the film festivals.</a:t>
            </a:r>
          </a:p>
          <a:p>
            <a:endParaRPr lang="en-US" dirty="0"/>
          </a:p>
        </p:txBody>
      </p:sp>
    </p:spTree>
    <p:extLst>
      <p:ext uri="{BB962C8B-B14F-4D97-AF65-F5344CB8AC3E}">
        <p14:creationId xmlns:p14="http://schemas.microsoft.com/office/powerpoint/2010/main" val="1688030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30722"/>
            <a:ext cx="8838063" cy="866586"/>
          </a:xfrm>
        </p:spPr>
        <p:txBody>
          <a:bodyPr/>
          <a:lstStyle/>
          <a:p>
            <a:r>
              <a:rPr lang="en-MY" sz="2000" u="sng" dirty="0"/>
              <a:t>GUIDELINES FOR FILM FESTIVALS IN GSC CIRCUIT</a:t>
            </a:r>
            <a:br>
              <a:rPr lang="en-MY" u="sng" dirty="0"/>
            </a:br>
            <a:endParaRPr lang="en-US" dirty="0"/>
          </a:p>
        </p:txBody>
      </p:sp>
      <p:sp>
        <p:nvSpPr>
          <p:cNvPr id="3" name="Content Placeholder 2"/>
          <p:cNvSpPr>
            <a:spLocks noGrp="1"/>
          </p:cNvSpPr>
          <p:nvPr>
            <p:ph idx="1"/>
          </p:nvPr>
        </p:nvSpPr>
        <p:spPr>
          <a:xfrm>
            <a:off x="831849" y="1777794"/>
            <a:ext cx="11074011" cy="4830977"/>
          </a:xfrm>
        </p:spPr>
        <p:txBody>
          <a:bodyPr/>
          <a:lstStyle/>
          <a:p>
            <a:pPr marL="182880" indent="-182880" algn="just">
              <a:lnSpc>
                <a:spcPct val="90000"/>
              </a:lnSpc>
              <a:spcBef>
                <a:spcPts val="1000"/>
              </a:spcBef>
              <a:buNone/>
            </a:pPr>
            <a:r>
              <a:rPr lang="en-US" b="1" u="sng" dirty="0"/>
              <a:t>REQUIREMENTS FROM GSC</a:t>
            </a:r>
          </a:p>
          <a:p>
            <a:pPr marL="182880" indent="-182880" algn="just">
              <a:lnSpc>
                <a:spcPct val="90000"/>
              </a:lnSpc>
              <a:spcBef>
                <a:spcPts val="1000"/>
              </a:spcBef>
            </a:pPr>
            <a:endParaRPr lang="en-US" b="1" u="sng" dirty="0"/>
          </a:p>
          <a:p>
            <a:pPr marL="182880" indent="-182880" algn="just">
              <a:lnSpc>
                <a:spcPct val="90000"/>
              </a:lnSpc>
              <a:spcBef>
                <a:spcPts val="1000"/>
              </a:spcBef>
            </a:pPr>
            <a:r>
              <a:rPr lang="en-US" b="1" u="sng" dirty="0"/>
              <a:t>Embassy endorsement </a:t>
            </a:r>
            <a:r>
              <a:rPr lang="en-US" dirty="0"/>
              <a:t>- Film Festivals must be supported/associated with Embassy in Malaysia via active participation by Embassy or letter of support from Embassy. Otherwise the standard corporate hall rental rates will apply instead of  special distributors/film festival rates</a:t>
            </a:r>
          </a:p>
          <a:p>
            <a:pPr marL="182880" indent="-182880" algn="just">
              <a:lnSpc>
                <a:spcPct val="90000"/>
              </a:lnSpc>
              <a:spcBef>
                <a:spcPts val="1000"/>
              </a:spcBef>
            </a:pPr>
            <a:r>
              <a:rPr lang="en-US" b="1" u="sng" dirty="0"/>
              <a:t>On-Ground activity </a:t>
            </a:r>
            <a:r>
              <a:rPr lang="en-US" dirty="0"/>
              <a:t>-Main </a:t>
            </a:r>
            <a:r>
              <a:rPr lang="en-US" dirty="0" err="1"/>
              <a:t>organisers</a:t>
            </a:r>
            <a:r>
              <a:rPr lang="en-US" dirty="0"/>
              <a:t> are encouraged to bring in movie cast, director/producer to grace Film Festival event</a:t>
            </a:r>
          </a:p>
          <a:p>
            <a:pPr marL="182880" indent="-182880" algn="just">
              <a:lnSpc>
                <a:spcPct val="90000"/>
              </a:lnSpc>
              <a:spcBef>
                <a:spcPts val="1000"/>
              </a:spcBef>
            </a:pPr>
            <a:r>
              <a:rPr lang="en-US" dirty="0"/>
              <a:t>Conduct film related workshops</a:t>
            </a:r>
          </a:p>
          <a:p>
            <a:pPr marL="182880" indent="-182880" algn="just">
              <a:lnSpc>
                <a:spcPct val="90000"/>
              </a:lnSpc>
              <a:spcBef>
                <a:spcPts val="1000"/>
              </a:spcBef>
            </a:pPr>
            <a:r>
              <a:rPr lang="en-US" dirty="0"/>
              <a:t>Conduct telephone interview with producer/director/movie cast</a:t>
            </a:r>
          </a:p>
          <a:p>
            <a:pPr marL="182880" indent="-182880" algn="just">
              <a:lnSpc>
                <a:spcPct val="90000"/>
              </a:lnSpc>
              <a:spcBef>
                <a:spcPts val="1000"/>
              </a:spcBef>
            </a:pPr>
            <a:r>
              <a:rPr lang="en-US" dirty="0"/>
              <a:t>Invites to media/influencers with interest in film festival contents for PC, launch, events</a:t>
            </a:r>
          </a:p>
          <a:p>
            <a:pPr marL="182880" indent="-182880" algn="just">
              <a:lnSpc>
                <a:spcPct val="90000"/>
              </a:lnSpc>
              <a:spcBef>
                <a:spcPts val="1000"/>
              </a:spcBef>
            </a:pPr>
            <a:r>
              <a:rPr lang="en-US" b="1" u="sng" dirty="0"/>
              <a:t>Film Festival Reach </a:t>
            </a:r>
            <a:r>
              <a:rPr lang="en-US" dirty="0"/>
              <a:t>- Extend  film festival beyond </a:t>
            </a:r>
            <a:r>
              <a:rPr lang="en-US" dirty="0" err="1"/>
              <a:t>Klang</a:t>
            </a:r>
            <a:r>
              <a:rPr lang="en-US" dirty="0"/>
              <a:t> Valley locations (to Penang, Johor, Kuching, Kota </a:t>
            </a:r>
            <a:r>
              <a:rPr lang="en-US" dirty="0" err="1"/>
              <a:t>Kinabalu</a:t>
            </a:r>
            <a:r>
              <a:rPr lang="en-US" dirty="0"/>
              <a:t>)</a:t>
            </a:r>
          </a:p>
          <a:p>
            <a:endParaRPr lang="en-US" dirty="0"/>
          </a:p>
        </p:txBody>
      </p:sp>
    </p:spTree>
    <p:extLst>
      <p:ext uri="{BB962C8B-B14F-4D97-AF65-F5344CB8AC3E}">
        <p14:creationId xmlns:p14="http://schemas.microsoft.com/office/powerpoint/2010/main" val="3564489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30722"/>
            <a:ext cx="8838063" cy="866586"/>
          </a:xfrm>
        </p:spPr>
        <p:txBody>
          <a:bodyPr/>
          <a:lstStyle/>
          <a:p>
            <a:r>
              <a:rPr lang="en-MY" sz="2000" u="sng" dirty="0"/>
              <a:t>GUIDELINES FOR FILM FESTIVALS IN GSC CIRCUIT</a:t>
            </a:r>
            <a:br>
              <a:rPr lang="en-MY" u="sng" dirty="0"/>
            </a:br>
            <a:endParaRPr lang="en-US" dirty="0"/>
          </a:p>
        </p:txBody>
      </p:sp>
      <p:sp>
        <p:nvSpPr>
          <p:cNvPr id="3" name="Content Placeholder 2"/>
          <p:cNvSpPr>
            <a:spLocks noGrp="1"/>
          </p:cNvSpPr>
          <p:nvPr>
            <p:ph idx="1"/>
          </p:nvPr>
        </p:nvSpPr>
        <p:spPr>
          <a:xfrm>
            <a:off x="831850" y="1777794"/>
            <a:ext cx="9786108" cy="4830977"/>
          </a:xfrm>
        </p:spPr>
        <p:txBody>
          <a:bodyPr/>
          <a:lstStyle/>
          <a:p>
            <a:pPr marL="182880" indent="-182880" algn="just">
              <a:lnSpc>
                <a:spcPct val="90000"/>
              </a:lnSpc>
              <a:spcBef>
                <a:spcPts val="1000"/>
              </a:spcBef>
              <a:buNone/>
            </a:pPr>
            <a:r>
              <a:rPr lang="en-US" b="1" u="sng" dirty="0"/>
              <a:t>REQUIREMENTS FROM GSC (continuation)</a:t>
            </a:r>
          </a:p>
          <a:p>
            <a:pPr marL="182880" indent="-182880" algn="just">
              <a:lnSpc>
                <a:spcPct val="90000"/>
              </a:lnSpc>
              <a:spcBef>
                <a:spcPts val="1000"/>
              </a:spcBef>
              <a:buNone/>
            </a:pPr>
            <a:endParaRPr lang="en-US" dirty="0"/>
          </a:p>
          <a:p>
            <a:pPr marL="182880" indent="-182880" algn="just">
              <a:lnSpc>
                <a:spcPct val="90000"/>
              </a:lnSpc>
              <a:spcBef>
                <a:spcPts val="1000"/>
              </a:spcBef>
            </a:pPr>
            <a:r>
              <a:rPr lang="en-US" b="1" u="sng" dirty="0"/>
              <a:t>Film format </a:t>
            </a:r>
            <a:r>
              <a:rPr lang="en-US" dirty="0"/>
              <a:t>– Digital Cinema Package or DCP (at least 60%).</a:t>
            </a:r>
          </a:p>
          <a:p>
            <a:pPr marL="342900" indent="-342900" algn="just">
              <a:lnSpc>
                <a:spcPct val="90000"/>
              </a:lnSpc>
              <a:spcBef>
                <a:spcPts val="1000"/>
              </a:spcBef>
              <a:buFont typeface="+mj-lt"/>
              <a:buAutoNum type="alphaLcParenR"/>
            </a:pPr>
            <a:r>
              <a:rPr lang="en-US" b="1" dirty="0"/>
              <a:t>DCP</a:t>
            </a:r>
            <a:r>
              <a:rPr lang="en-US" dirty="0"/>
              <a:t>– 1 copy, can be  ingested/tested in participating cinemas with ample lead time or 1 each per location for concurrent screenings</a:t>
            </a:r>
          </a:p>
          <a:p>
            <a:pPr marL="182880" indent="-182880" algn="just">
              <a:lnSpc>
                <a:spcPct val="90000"/>
              </a:lnSpc>
              <a:spcBef>
                <a:spcPts val="1000"/>
              </a:spcBef>
              <a:buNone/>
            </a:pPr>
            <a:r>
              <a:rPr lang="en-US" dirty="0"/>
              <a:t>      Currently cinema format </a:t>
            </a:r>
            <a:r>
              <a:rPr lang="en-US" dirty="0" err="1"/>
              <a:t>ie</a:t>
            </a:r>
            <a:r>
              <a:rPr lang="en-US" dirty="0"/>
              <a:t> either Scope (1: 2.35) or  Flat (1: 1.85)  </a:t>
            </a:r>
          </a:p>
          <a:p>
            <a:pPr marL="342900" indent="-342900" algn="just">
              <a:lnSpc>
                <a:spcPct val="90000"/>
              </a:lnSpc>
              <a:spcBef>
                <a:spcPts val="1000"/>
              </a:spcBef>
              <a:buFont typeface="+mj-lt"/>
              <a:buAutoNum type="alphaLcParenR" startAt="2"/>
            </a:pPr>
            <a:r>
              <a:rPr lang="en-US" b="1" dirty="0"/>
              <a:t>Blu–ray/DVD</a:t>
            </a:r>
            <a:r>
              <a:rPr lang="en-US" dirty="0"/>
              <a:t>, to provide </a:t>
            </a:r>
            <a:r>
              <a:rPr lang="en-US" b="1" dirty="0"/>
              <a:t>one copy per location</a:t>
            </a:r>
            <a:r>
              <a:rPr lang="en-US" dirty="0"/>
              <a:t>, to test ahead of public screenings.           </a:t>
            </a:r>
          </a:p>
          <a:p>
            <a:pPr marL="342900" indent="-342900" algn="just">
              <a:lnSpc>
                <a:spcPct val="90000"/>
              </a:lnSpc>
              <a:spcBef>
                <a:spcPts val="1000"/>
              </a:spcBef>
              <a:buFont typeface="+mj-lt"/>
              <a:buAutoNum type="alphaLcParenR" startAt="2"/>
            </a:pPr>
            <a:r>
              <a:rPr lang="en-US" b="1" dirty="0">
                <a:solidFill>
                  <a:schemeClr val="accent5">
                    <a:lumMod val="75000"/>
                  </a:schemeClr>
                </a:solidFill>
              </a:rPr>
              <a:t>For example , if there is 4 participating location in KV, to provide 4 Blu-rays.</a:t>
            </a:r>
          </a:p>
          <a:p>
            <a:pPr marL="182880" indent="-182880" algn="just">
              <a:lnSpc>
                <a:spcPct val="90000"/>
              </a:lnSpc>
              <a:spcBef>
                <a:spcPts val="1000"/>
              </a:spcBef>
              <a:buNone/>
            </a:pPr>
            <a:r>
              <a:rPr lang="en-US" b="1" dirty="0">
                <a:solidFill>
                  <a:schemeClr val="accent5">
                    <a:lumMod val="75000"/>
                  </a:schemeClr>
                </a:solidFill>
              </a:rPr>
              <a:t>      Ref: Malaysian </a:t>
            </a:r>
            <a:r>
              <a:rPr lang="en-US" b="1" dirty="0" err="1">
                <a:solidFill>
                  <a:schemeClr val="accent5">
                    <a:lumMod val="75000"/>
                  </a:schemeClr>
                </a:solidFill>
              </a:rPr>
              <a:t>Bluray</a:t>
            </a:r>
            <a:r>
              <a:rPr lang="en-US" b="1" dirty="0">
                <a:solidFill>
                  <a:schemeClr val="accent5">
                    <a:lumMod val="75000"/>
                  </a:schemeClr>
                </a:solidFill>
              </a:rPr>
              <a:t> code Region A /DVD code  Region 3 – 16 x 9 format</a:t>
            </a:r>
          </a:p>
          <a:p>
            <a:pPr marL="182880" indent="-182880" algn="just">
              <a:lnSpc>
                <a:spcPct val="90000"/>
              </a:lnSpc>
              <a:spcBef>
                <a:spcPts val="1000"/>
              </a:spcBef>
            </a:pPr>
            <a:r>
              <a:rPr lang="en-US" dirty="0"/>
              <a:t>GSC digital projectors do no accommodate Academy (Letterbox) format –this was used for the older movies form the 60s era.</a:t>
            </a:r>
          </a:p>
          <a:p>
            <a:pPr marL="182880" indent="-182880" algn="just">
              <a:lnSpc>
                <a:spcPct val="90000"/>
              </a:lnSpc>
              <a:spcBef>
                <a:spcPts val="1000"/>
              </a:spcBef>
            </a:pPr>
            <a:r>
              <a:rPr lang="en-US" dirty="0"/>
              <a:t>Movies in DCP format must be sent to participating GSC cinemas </a:t>
            </a:r>
            <a:r>
              <a:rPr lang="en-US" u="sng" dirty="0"/>
              <a:t>not later than 14 working days in advance </a:t>
            </a:r>
            <a:r>
              <a:rPr lang="en-US" dirty="0"/>
              <a:t>for ingestion/downloading  onto GSC servers and testing of KDM (key digital master in allocated halls</a:t>
            </a:r>
          </a:p>
          <a:p>
            <a:endParaRPr lang="en-US" dirty="0"/>
          </a:p>
        </p:txBody>
      </p:sp>
    </p:spTree>
    <p:extLst>
      <p:ext uri="{BB962C8B-B14F-4D97-AF65-F5344CB8AC3E}">
        <p14:creationId xmlns:p14="http://schemas.microsoft.com/office/powerpoint/2010/main" val="2187440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30722"/>
            <a:ext cx="8838063" cy="866586"/>
          </a:xfrm>
        </p:spPr>
        <p:txBody>
          <a:bodyPr/>
          <a:lstStyle/>
          <a:p>
            <a:r>
              <a:rPr lang="en-MY" sz="2000" u="sng" dirty="0"/>
              <a:t>GUIDELINES FOR FILM FESTIVALS IN GSC CIRCUIT</a:t>
            </a:r>
            <a:br>
              <a:rPr lang="en-MY" u="sng" dirty="0"/>
            </a:br>
            <a:endParaRPr lang="en-US" dirty="0"/>
          </a:p>
        </p:txBody>
      </p:sp>
      <p:sp>
        <p:nvSpPr>
          <p:cNvPr id="3" name="Content Placeholder 2"/>
          <p:cNvSpPr>
            <a:spLocks noGrp="1"/>
          </p:cNvSpPr>
          <p:nvPr>
            <p:ph idx="1"/>
          </p:nvPr>
        </p:nvSpPr>
        <p:spPr>
          <a:xfrm>
            <a:off x="831849" y="1777794"/>
            <a:ext cx="9936235" cy="4830977"/>
          </a:xfrm>
        </p:spPr>
        <p:txBody>
          <a:bodyPr/>
          <a:lstStyle/>
          <a:p>
            <a:pPr marL="182880" indent="-182880" algn="just">
              <a:lnSpc>
                <a:spcPct val="90000"/>
              </a:lnSpc>
              <a:spcBef>
                <a:spcPts val="1000"/>
              </a:spcBef>
              <a:buNone/>
            </a:pPr>
            <a:r>
              <a:rPr lang="en-US" b="1" u="sng" dirty="0"/>
              <a:t>REQUIREMENTS FROM GSC (continuation)</a:t>
            </a:r>
          </a:p>
          <a:p>
            <a:pPr marL="182880" indent="-182880" algn="just">
              <a:lnSpc>
                <a:spcPct val="90000"/>
              </a:lnSpc>
              <a:spcBef>
                <a:spcPts val="1000"/>
              </a:spcBef>
            </a:pPr>
            <a:endParaRPr lang="en-US" b="1" u="sng" dirty="0"/>
          </a:p>
          <a:p>
            <a:pPr marL="182880" indent="-182880" algn="just">
              <a:lnSpc>
                <a:spcPct val="90000"/>
              </a:lnSpc>
              <a:spcBef>
                <a:spcPts val="1000"/>
              </a:spcBef>
            </a:pPr>
            <a:r>
              <a:rPr lang="en-US" dirty="0"/>
              <a:t>If  time/budget permits, to consider preview/review screenings for media/influencers</a:t>
            </a:r>
          </a:p>
          <a:p>
            <a:pPr marL="182880" indent="-182880" algn="just">
              <a:lnSpc>
                <a:spcPct val="90000"/>
              </a:lnSpc>
              <a:spcBef>
                <a:spcPts val="1000"/>
              </a:spcBef>
            </a:pPr>
            <a:r>
              <a:rPr lang="en-US" b="1" u="sng" dirty="0"/>
              <a:t>Film Festival movie selections criteria </a:t>
            </a:r>
            <a:r>
              <a:rPr lang="en-US" dirty="0"/>
              <a:t>to include the follow :</a:t>
            </a:r>
          </a:p>
          <a:p>
            <a:pPr marL="182880" indent="-182880" algn="just">
              <a:lnSpc>
                <a:spcPct val="90000"/>
              </a:lnSpc>
              <a:spcBef>
                <a:spcPts val="1000"/>
              </a:spcBef>
              <a:buFont typeface="Wingdings" panose="05000000000000000000" pitchFamily="2" charset="2"/>
              <a:buChar char="q"/>
            </a:pPr>
            <a:r>
              <a:rPr lang="en-US" u="sng" dirty="0"/>
              <a:t>For movies that has not been screened in Malaysia before</a:t>
            </a:r>
            <a:r>
              <a:rPr lang="en-US" dirty="0"/>
              <a:t>, otherwise the prevailing  GSC               corporate hall rental rates apply.</a:t>
            </a:r>
          </a:p>
          <a:p>
            <a:pPr marL="182880" indent="-182880" algn="just">
              <a:lnSpc>
                <a:spcPct val="90000"/>
              </a:lnSpc>
              <a:spcBef>
                <a:spcPts val="1000"/>
              </a:spcBef>
              <a:buFont typeface="Wingdings" panose="05000000000000000000" pitchFamily="2" charset="2"/>
              <a:buChar char="q"/>
            </a:pPr>
            <a:r>
              <a:rPr lang="en-US" b="1" u="sng" dirty="0"/>
              <a:t>Must not be screening concurrent in paid TV</a:t>
            </a:r>
            <a:r>
              <a:rPr lang="en-US" b="1" dirty="0"/>
              <a:t>/Astro channels/Netflix/</a:t>
            </a:r>
            <a:r>
              <a:rPr lang="en-US" b="1" dirty="0" err="1"/>
              <a:t>iflix</a:t>
            </a:r>
            <a:r>
              <a:rPr lang="en-US" b="1" dirty="0"/>
              <a:t> </a:t>
            </a:r>
            <a:r>
              <a:rPr lang="en-US" dirty="0" err="1"/>
              <a:t>etc</a:t>
            </a:r>
            <a:r>
              <a:rPr lang="en-US" dirty="0"/>
              <a:t> during film festival duration</a:t>
            </a:r>
          </a:p>
          <a:p>
            <a:pPr marL="182880" indent="-182880" algn="just">
              <a:lnSpc>
                <a:spcPct val="90000"/>
              </a:lnSpc>
              <a:spcBef>
                <a:spcPts val="1000"/>
              </a:spcBef>
              <a:buFont typeface="Wingdings" panose="05000000000000000000" pitchFamily="2" charset="2"/>
              <a:buChar char="q"/>
            </a:pPr>
            <a:r>
              <a:rPr lang="en-US" dirty="0"/>
              <a:t>Film Festival video trailers in DCP format or DVD (backup), not in </a:t>
            </a:r>
            <a:r>
              <a:rPr lang="en-US" dirty="0" err="1"/>
              <a:t>ai</a:t>
            </a:r>
            <a:r>
              <a:rPr lang="en-US" dirty="0"/>
              <a:t> or other computer  format. These must be tested during rehearsals in full, to </a:t>
            </a:r>
            <a:r>
              <a:rPr lang="en-US" dirty="0" err="1"/>
              <a:t>incl</a:t>
            </a:r>
            <a:r>
              <a:rPr lang="en-US" dirty="0"/>
              <a:t> English subtitles .</a:t>
            </a:r>
          </a:p>
          <a:p>
            <a:pPr marL="182880" indent="-182880" algn="just">
              <a:lnSpc>
                <a:spcPct val="90000"/>
              </a:lnSpc>
              <a:spcBef>
                <a:spcPts val="1000"/>
              </a:spcBef>
              <a:buFont typeface="Wingdings" panose="05000000000000000000" pitchFamily="2" charset="2"/>
              <a:buChar char="q"/>
            </a:pPr>
            <a:r>
              <a:rPr lang="en-US" dirty="0"/>
              <a:t>Embassies to share full details of FF movies (use GSC template sample), </a:t>
            </a:r>
            <a:r>
              <a:rPr lang="en-US" dirty="0" err="1"/>
              <a:t>incl</a:t>
            </a:r>
            <a:r>
              <a:rPr lang="en-US" dirty="0"/>
              <a:t> language of movies, country origin. GSC Programming will cross check info provided for programming code.</a:t>
            </a:r>
          </a:p>
          <a:p>
            <a:endParaRPr lang="en-US" dirty="0"/>
          </a:p>
        </p:txBody>
      </p:sp>
    </p:spTree>
    <p:extLst>
      <p:ext uri="{BB962C8B-B14F-4D97-AF65-F5344CB8AC3E}">
        <p14:creationId xmlns:p14="http://schemas.microsoft.com/office/powerpoint/2010/main" val="1574301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30722"/>
            <a:ext cx="8838063" cy="866586"/>
          </a:xfrm>
        </p:spPr>
        <p:txBody>
          <a:bodyPr/>
          <a:lstStyle/>
          <a:p>
            <a:r>
              <a:rPr lang="en-MY" sz="2000" u="sng" dirty="0"/>
              <a:t>GUIDELINES FOR FILM FESTIVALS IN GSC CIRCUIT</a:t>
            </a:r>
            <a:br>
              <a:rPr lang="en-MY" u="sng" dirty="0"/>
            </a:br>
            <a:endParaRPr lang="en-US" dirty="0"/>
          </a:p>
        </p:txBody>
      </p:sp>
      <p:sp>
        <p:nvSpPr>
          <p:cNvPr id="3" name="Content Placeholder 2"/>
          <p:cNvSpPr>
            <a:spLocks noGrp="1"/>
          </p:cNvSpPr>
          <p:nvPr>
            <p:ph idx="1"/>
          </p:nvPr>
        </p:nvSpPr>
        <p:spPr>
          <a:xfrm>
            <a:off x="831850" y="1777794"/>
            <a:ext cx="9990826" cy="4830977"/>
          </a:xfrm>
        </p:spPr>
        <p:txBody>
          <a:bodyPr/>
          <a:lstStyle/>
          <a:p>
            <a:pPr marL="182880" indent="-182880" algn="just">
              <a:lnSpc>
                <a:spcPct val="90000"/>
              </a:lnSpc>
              <a:spcBef>
                <a:spcPts val="1000"/>
              </a:spcBef>
              <a:buNone/>
            </a:pPr>
            <a:r>
              <a:rPr lang="en-US" b="1" u="sng" dirty="0"/>
              <a:t>REQUIREMENTS FROM GSC (continuation)</a:t>
            </a:r>
          </a:p>
          <a:p>
            <a:pPr marL="182880" indent="-182880" algn="just">
              <a:lnSpc>
                <a:spcPct val="90000"/>
              </a:lnSpc>
              <a:spcBef>
                <a:spcPts val="1000"/>
              </a:spcBef>
            </a:pPr>
            <a:endParaRPr lang="en-US" b="1" u="sng" dirty="0"/>
          </a:p>
          <a:p>
            <a:pPr marL="182880" indent="-182880" algn="just">
              <a:lnSpc>
                <a:spcPct val="90000"/>
              </a:lnSpc>
              <a:spcBef>
                <a:spcPts val="1000"/>
              </a:spcBef>
            </a:pPr>
            <a:r>
              <a:rPr lang="en-US" b="1" u="sng" dirty="0"/>
              <a:t>Redemption exercise </a:t>
            </a:r>
            <a:r>
              <a:rPr lang="en-US" dirty="0"/>
              <a:t>- For any redemption exercise (in-season passes or free FF movie tickets), Embassies/GSC to implement a coupon systems or snapshot of FF logo/visual/article to ver</a:t>
            </a:r>
            <a:r>
              <a:rPr lang="en-US" altLang="zh-CN" dirty="0"/>
              <a:t>i</a:t>
            </a:r>
            <a:r>
              <a:rPr lang="en-US" dirty="0"/>
              <a:t>fy the redemption exercise in the cinemas.</a:t>
            </a:r>
          </a:p>
          <a:p>
            <a:pPr marL="182880" indent="-182880" algn="just">
              <a:lnSpc>
                <a:spcPct val="90000"/>
              </a:lnSpc>
              <a:spcBef>
                <a:spcPts val="1000"/>
              </a:spcBef>
            </a:pPr>
            <a:r>
              <a:rPr lang="en-US" b="1" u="sng" dirty="0"/>
              <a:t>Censorship</a:t>
            </a:r>
            <a:r>
              <a:rPr lang="en-US" dirty="0"/>
              <a:t> - Main organizer to extend a copy of the censorship cert/report with recommended cuts to GSC, to cross check the actual movie duration ,classification for </a:t>
            </a:r>
            <a:r>
              <a:rPr lang="en-US" dirty="0" err="1"/>
              <a:t>showtimes</a:t>
            </a:r>
            <a:r>
              <a:rPr lang="en-US" dirty="0"/>
              <a:t> programming and backup copy for manual blocker . </a:t>
            </a:r>
          </a:p>
          <a:p>
            <a:pPr marL="182880" indent="-182880" algn="just">
              <a:lnSpc>
                <a:spcPct val="90000"/>
              </a:lnSpc>
              <a:spcBef>
                <a:spcPts val="1000"/>
              </a:spcBef>
            </a:pPr>
            <a:r>
              <a:rPr lang="en-US" dirty="0"/>
              <a:t>Censorship cert must be for the same format as per public screenings. Alternatively to get Censorship Board covering letter  for public screening format.</a:t>
            </a:r>
          </a:p>
          <a:p>
            <a:pPr marL="182880" indent="-182880" algn="just">
              <a:lnSpc>
                <a:spcPct val="90000"/>
              </a:lnSpc>
              <a:spcBef>
                <a:spcPts val="1000"/>
              </a:spcBef>
            </a:pPr>
            <a:r>
              <a:rPr lang="en-US" b="1" u="sng" dirty="0"/>
              <a:t>Manual Blockers </a:t>
            </a:r>
            <a:r>
              <a:rPr lang="en-US" dirty="0"/>
              <a:t>- Film Festival organizer to hire or recruit volunteers for manual blocking (only for the movies with censored  scenes as listed in censorship report.</a:t>
            </a:r>
          </a:p>
          <a:p>
            <a:pPr marL="182880" indent="-182880" algn="just">
              <a:lnSpc>
                <a:spcPct val="90000"/>
              </a:lnSpc>
              <a:spcBef>
                <a:spcPts val="1000"/>
              </a:spcBef>
            </a:pPr>
            <a:r>
              <a:rPr lang="en-US" b="1" u="sng" dirty="0"/>
              <a:t>Logistics</a:t>
            </a:r>
            <a:r>
              <a:rPr lang="en-US" dirty="0"/>
              <a:t> – to allocate min 4 days lead time for courier/transportation from KL–</a:t>
            </a:r>
            <a:r>
              <a:rPr lang="en-US" dirty="0" err="1"/>
              <a:t>Pg</a:t>
            </a:r>
            <a:r>
              <a:rPr lang="en-US" dirty="0"/>
              <a:t>-JB-Kuching-Kota </a:t>
            </a:r>
            <a:r>
              <a:rPr lang="en-US" dirty="0" err="1"/>
              <a:t>Kinabalu</a:t>
            </a:r>
            <a:r>
              <a:rPr lang="en-US" dirty="0"/>
              <a:t>.</a:t>
            </a:r>
          </a:p>
          <a:p>
            <a:endParaRPr lang="en-US" dirty="0"/>
          </a:p>
        </p:txBody>
      </p:sp>
    </p:spTree>
    <p:extLst>
      <p:ext uri="{BB962C8B-B14F-4D97-AF65-F5344CB8AC3E}">
        <p14:creationId xmlns:p14="http://schemas.microsoft.com/office/powerpoint/2010/main" val="3136325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30722"/>
            <a:ext cx="8838063" cy="866586"/>
          </a:xfrm>
        </p:spPr>
        <p:txBody>
          <a:bodyPr/>
          <a:lstStyle/>
          <a:p>
            <a:r>
              <a:rPr lang="en-MY" sz="2000" u="sng" dirty="0"/>
              <a:t>GUIDELINES FOR FILM FESTIVALS IN GSC CIRCUIT</a:t>
            </a:r>
            <a:br>
              <a:rPr lang="en-MY" u="sng" dirty="0"/>
            </a:br>
            <a:endParaRPr lang="en-US" dirty="0"/>
          </a:p>
        </p:txBody>
      </p:sp>
      <p:sp>
        <p:nvSpPr>
          <p:cNvPr id="3" name="Content Placeholder 2"/>
          <p:cNvSpPr>
            <a:spLocks noGrp="1"/>
          </p:cNvSpPr>
          <p:nvPr>
            <p:ph idx="1"/>
          </p:nvPr>
        </p:nvSpPr>
        <p:spPr>
          <a:xfrm>
            <a:off x="831850" y="1777794"/>
            <a:ext cx="10059064" cy="4830977"/>
          </a:xfrm>
        </p:spPr>
        <p:txBody>
          <a:bodyPr/>
          <a:lstStyle/>
          <a:p>
            <a:pPr marL="182880" indent="-182880" algn="just">
              <a:lnSpc>
                <a:spcPct val="90000"/>
              </a:lnSpc>
              <a:spcBef>
                <a:spcPts val="1000"/>
              </a:spcBef>
              <a:buNone/>
            </a:pPr>
            <a:r>
              <a:rPr lang="en-US" b="1" u="sng" dirty="0"/>
              <a:t>REQUIREMENTS FROM GSC (continuation)</a:t>
            </a:r>
          </a:p>
          <a:p>
            <a:pPr marL="182880" indent="-182880" algn="just">
              <a:lnSpc>
                <a:spcPct val="90000"/>
              </a:lnSpc>
              <a:spcBef>
                <a:spcPts val="1000"/>
              </a:spcBef>
              <a:buNone/>
            </a:pPr>
            <a:endParaRPr lang="en-US" b="1" u="sng" dirty="0"/>
          </a:p>
          <a:p>
            <a:pPr marL="182880" indent="-182880" algn="just">
              <a:lnSpc>
                <a:spcPct val="90000"/>
              </a:lnSpc>
              <a:spcBef>
                <a:spcPts val="1000"/>
              </a:spcBef>
            </a:pPr>
            <a:r>
              <a:rPr lang="en-US" b="1" u="sng" dirty="0"/>
              <a:t>Actual Turnout </a:t>
            </a:r>
            <a:r>
              <a:rPr lang="en-US" dirty="0"/>
              <a:t>– Cinema team to do a headcount during screening proper (free to public format </a:t>
            </a:r>
            <a:r>
              <a:rPr lang="en-US" dirty="0" err="1"/>
              <a:t>vs</a:t>
            </a:r>
            <a:r>
              <a:rPr lang="en-US" dirty="0"/>
              <a:t> redemption </a:t>
            </a:r>
            <a:r>
              <a:rPr lang="en-US" dirty="0" err="1"/>
              <a:t>nos</a:t>
            </a:r>
            <a:endParaRPr lang="en-US" dirty="0"/>
          </a:p>
          <a:p>
            <a:pPr marL="182880" indent="-182880" algn="just">
              <a:lnSpc>
                <a:spcPct val="90000"/>
              </a:lnSpc>
              <a:spcBef>
                <a:spcPts val="1000"/>
              </a:spcBef>
            </a:pPr>
            <a:r>
              <a:rPr lang="en-US" b="1" u="sng" dirty="0"/>
              <a:t>In-Season passes </a:t>
            </a:r>
            <a:r>
              <a:rPr lang="en-US" dirty="0"/>
              <a:t>– for paying FF movies, will be valid for movies with at least 1 screening per region (KL/Penang/Johor </a:t>
            </a:r>
            <a:r>
              <a:rPr lang="en-US" dirty="0" err="1"/>
              <a:t>Bahru</a:t>
            </a:r>
            <a:r>
              <a:rPr lang="en-US" dirty="0"/>
              <a:t>/Kuching/Kota </a:t>
            </a:r>
            <a:r>
              <a:rPr lang="en-US" dirty="0" err="1"/>
              <a:t>Kinabalu</a:t>
            </a:r>
            <a:r>
              <a:rPr lang="en-US" dirty="0"/>
              <a:t>). In the case where there is only 2 screenings for the said title in 5 regions, this movie will not be included for the in-season pass. GSC will inform on total in-season passes to be printed (based on no of screenings/hall capacity)</a:t>
            </a:r>
          </a:p>
          <a:p>
            <a:pPr marL="182880" indent="-182880" algn="just">
              <a:lnSpc>
                <a:spcPct val="90000"/>
              </a:lnSpc>
              <a:spcBef>
                <a:spcPts val="1000"/>
              </a:spcBef>
            </a:pPr>
            <a:r>
              <a:rPr lang="en-US" dirty="0"/>
              <a:t>Main organizer/Embassy – must provide paid manual blockers/volunteers with a copy of the  censorship report (with detailed list of the scene/duration to be censored). A copy of the list of manual blockers details (name, IC or Passport number, mobile no) to be extended to GSC one week prior FF commences for cinema info/execution.</a:t>
            </a:r>
          </a:p>
          <a:p>
            <a:pPr marL="182880" indent="-182880" algn="just">
              <a:lnSpc>
                <a:spcPct val="90000"/>
              </a:lnSpc>
              <a:spcBef>
                <a:spcPts val="1000"/>
              </a:spcBef>
            </a:pPr>
            <a:r>
              <a:rPr lang="en-US" b="1" u="sng" dirty="0"/>
              <a:t>Notification letter </a:t>
            </a:r>
            <a:r>
              <a:rPr lang="en-US" dirty="0"/>
              <a:t>– suggest main organizer to extend a courtesy letter to inform </a:t>
            </a:r>
            <a:r>
              <a:rPr lang="en-US" dirty="0" err="1"/>
              <a:t>Wisma</a:t>
            </a:r>
            <a:r>
              <a:rPr lang="en-US" dirty="0"/>
              <a:t> Putra on the Film Festival</a:t>
            </a:r>
          </a:p>
          <a:p>
            <a:endParaRPr lang="en-US" dirty="0"/>
          </a:p>
        </p:txBody>
      </p:sp>
    </p:spTree>
    <p:extLst>
      <p:ext uri="{BB962C8B-B14F-4D97-AF65-F5344CB8AC3E}">
        <p14:creationId xmlns:p14="http://schemas.microsoft.com/office/powerpoint/2010/main" val="599847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30722"/>
            <a:ext cx="8838063" cy="866586"/>
          </a:xfrm>
        </p:spPr>
        <p:txBody>
          <a:bodyPr/>
          <a:lstStyle/>
          <a:p>
            <a:r>
              <a:rPr lang="en-MY" sz="2000" u="sng" dirty="0"/>
              <a:t>GUIDELINES FOR FILM FESTIVALS IN GSC CIRCUIT</a:t>
            </a:r>
            <a:br>
              <a:rPr lang="en-MY" u="sng" dirty="0"/>
            </a:br>
            <a:endParaRPr lang="en-US" dirty="0"/>
          </a:p>
        </p:txBody>
      </p:sp>
      <p:sp>
        <p:nvSpPr>
          <p:cNvPr id="3" name="Content Placeholder 2"/>
          <p:cNvSpPr>
            <a:spLocks noGrp="1"/>
          </p:cNvSpPr>
          <p:nvPr>
            <p:ph idx="1"/>
          </p:nvPr>
        </p:nvSpPr>
        <p:spPr>
          <a:xfrm>
            <a:off x="831849" y="1777794"/>
            <a:ext cx="9922587" cy="4830977"/>
          </a:xfrm>
        </p:spPr>
        <p:txBody>
          <a:bodyPr/>
          <a:lstStyle/>
          <a:p>
            <a:pPr marL="182880" indent="-182880" algn="just">
              <a:lnSpc>
                <a:spcPct val="90000"/>
              </a:lnSpc>
              <a:spcBef>
                <a:spcPts val="1000"/>
              </a:spcBef>
              <a:buNone/>
            </a:pPr>
            <a:r>
              <a:rPr lang="en-US" b="1" u="sng" dirty="0"/>
              <a:t>REQUIREMENTS FROM GSC (continuation)</a:t>
            </a:r>
          </a:p>
          <a:p>
            <a:pPr marL="182880" indent="-182880" algn="just">
              <a:lnSpc>
                <a:spcPct val="90000"/>
              </a:lnSpc>
              <a:spcBef>
                <a:spcPts val="1000"/>
              </a:spcBef>
            </a:pPr>
            <a:endParaRPr lang="en-US" b="1" u="sng" dirty="0"/>
          </a:p>
          <a:p>
            <a:pPr marL="182880" indent="-182880" algn="just">
              <a:lnSpc>
                <a:spcPct val="90000"/>
              </a:lnSpc>
              <a:spcBef>
                <a:spcPts val="1000"/>
              </a:spcBef>
            </a:pPr>
            <a:r>
              <a:rPr lang="en-US" b="1" u="sng" dirty="0"/>
              <a:t>Invitation to Film Festival launch/PC </a:t>
            </a:r>
            <a:r>
              <a:rPr lang="en-US" dirty="0"/>
              <a:t>– recommend to extend invite to </a:t>
            </a:r>
          </a:p>
          <a:p>
            <a:pPr marL="182880" indent="-182880" algn="just">
              <a:lnSpc>
                <a:spcPct val="90000"/>
              </a:lnSpc>
              <a:spcBef>
                <a:spcPts val="1000"/>
              </a:spcBef>
            </a:pPr>
            <a:endParaRPr lang="en-US" dirty="0"/>
          </a:p>
          <a:p>
            <a:pPr marL="342900" indent="-342900" algn="just">
              <a:lnSpc>
                <a:spcPct val="90000"/>
              </a:lnSpc>
              <a:spcBef>
                <a:spcPts val="1000"/>
              </a:spcBef>
              <a:buFont typeface="+mj-lt"/>
              <a:buAutoNum type="alphaLcParenR"/>
            </a:pPr>
            <a:r>
              <a:rPr lang="en-US" dirty="0"/>
              <a:t>Chairman/ Deputy Chairman of Censorship Board </a:t>
            </a:r>
          </a:p>
          <a:p>
            <a:pPr marL="342900" indent="-342900" algn="just">
              <a:lnSpc>
                <a:spcPct val="90000"/>
              </a:lnSpc>
              <a:spcBef>
                <a:spcPts val="1000"/>
              </a:spcBef>
              <a:buFont typeface="+mj-lt"/>
              <a:buAutoNum type="alphaLcParenR" startAt="2"/>
            </a:pPr>
            <a:r>
              <a:rPr lang="en-US" dirty="0"/>
              <a:t>Mall Management team (refer to the list from GSC)</a:t>
            </a:r>
          </a:p>
          <a:p>
            <a:pPr marL="342900" indent="-342900" algn="just">
              <a:lnSpc>
                <a:spcPct val="90000"/>
              </a:lnSpc>
              <a:spcBef>
                <a:spcPts val="1000"/>
              </a:spcBef>
              <a:buFont typeface="+mj-lt"/>
              <a:buAutoNum type="alphaLcParenR" startAt="3"/>
            </a:pPr>
            <a:r>
              <a:rPr lang="en-US" dirty="0"/>
              <a:t>Film Festival partners/sponsors  </a:t>
            </a:r>
          </a:p>
          <a:p>
            <a:pPr marL="342900" indent="-342900" algn="just">
              <a:lnSpc>
                <a:spcPct val="90000"/>
              </a:lnSpc>
              <a:spcBef>
                <a:spcPts val="1000"/>
              </a:spcBef>
              <a:buFont typeface="+mj-lt"/>
              <a:buAutoNum type="alphaLcParenR" startAt="4"/>
            </a:pPr>
            <a:r>
              <a:rPr lang="en-US" dirty="0"/>
              <a:t>Media, </a:t>
            </a:r>
            <a:r>
              <a:rPr lang="en-US" dirty="0" err="1"/>
              <a:t>etc</a:t>
            </a:r>
            <a:endParaRPr lang="en-US" dirty="0"/>
          </a:p>
          <a:p>
            <a:pPr marL="182880" indent="-182880" algn="just">
              <a:lnSpc>
                <a:spcPct val="90000"/>
              </a:lnSpc>
              <a:spcBef>
                <a:spcPts val="1000"/>
              </a:spcBef>
            </a:pPr>
            <a:endParaRPr lang="en-US" dirty="0"/>
          </a:p>
          <a:p>
            <a:pPr marL="182880" indent="-182880" algn="just">
              <a:lnSpc>
                <a:spcPct val="90000"/>
              </a:lnSpc>
              <a:spcBef>
                <a:spcPts val="1000"/>
              </a:spcBef>
            </a:pPr>
            <a:r>
              <a:rPr lang="en-US" b="1" u="sng" dirty="0"/>
              <a:t>Film Festival Exclusivity </a:t>
            </a:r>
            <a:r>
              <a:rPr lang="en-US" dirty="0"/>
              <a:t>– to GSC cinema locations only.</a:t>
            </a:r>
          </a:p>
          <a:p>
            <a:endParaRPr lang="en-US" dirty="0"/>
          </a:p>
        </p:txBody>
      </p:sp>
    </p:spTree>
    <p:extLst>
      <p:ext uri="{BB962C8B-B14F-4D97-AF65-F5344CB8AC3E}">
        <p14:creationId xmlns:p14="http://schemas.microsoft.com/office/powerpoint/2010/main" val="821400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18B890-6F21-420E-83A6-5E0367EA1860}"/>
              </a:ext>
            </a:extLst>
          </p:cNvPr>
          <p:cNvSpPr>
            <a:spLocks noGrp="1"/>
          </p:cNvSpPr>
          <p:nvPr>
            <p:ph type="title"/>
          </p:nvPr>
        </p:nvSpPr>
        <p:spPr>
          <a:xfrm>
            <a:off x="831850" y="3146659"/>
            <a:ext cx="7957308" cy="2852737"/>
          </a:xfrm>
        </p:spPr>
        <p:txBody>
          <a:bodyPr/>
          <a:lstStyle/>
          <a:p>
            <a:r>
              <a:rPr lang="en-US" dirty="0"/>
              <a:t>FILM FESTIVAL CATEGORY</a:t>
            </a:r>
            <a:br>
              <a:rPr lang="en-US" dirty="0"/>
            </a:br>
            <a:endParaRPr lang="en-US" dirty="0"/>
          </a:p>
        </p:txBody>
      </p:sp>
    </p:spTree>
    <p:extLst>
      <p:ext uri="{BB962C8B-B14F-4D97-AF65-F5344CB8AC3E}">
        <p14:creationId xmlns:p14="http://schemas.microsoft.com/office/powerpoint/2010/main" val="105160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86704"/>
            <a:ext cx="8838063" cy="866586"/>
          </a:xfrm>
        </p:spPr>
        <p:txBody>
          <a:bodyPr/>
          <a:lstStyle/>
          <a:p>
            <a:r>
              <a:rPr lang="en-MY" b="0" dirty="0">
                <a:solidFill>
                  <a:srgbClr val="000000"/>
                </a:solidFill>
              </a:rPr>
              <a:t>Film Festival Category 1</a:t>
            </a:r>
            <a:br>
              <a:rPr lang="en-MY" b="0" dirty="0">
                <a:solidFill>
                  <a:srgbClr val="000000"/>
                </a:solidFill>
              </a:rPr>
            </a:br>
            <a:endParaRPr lang="en-US" dirty="0"/>
          </a:p>
        </p:txBody>
      </p:sp>
      <p:sp>
        <p:nvSpPr>
          <p:cNvPr id="3" name="Content Placeholder 2"/>
          <p:cNvSpPr>
            <a:spLocks noGrp="1"/>
          </p:cNvSpPr>
          <p:nvPr>
            <p:ph idx="1"/>
          </p:nvPr>
        </p:nvSpPr>
        <p:spPr>
          <a:xfrm>
            <a:off x="831850" y="1721811"/>
            <a:ext cx="11111334" cy="4830977"/>
          </a:xfrm>
        </p:spPr>
        <p:txBody>
          <a:bodyPr/>
          <a:lstStyle/>
          <a:p>
            <a:pPr marL="182880" indent="-182880" algn="just">
              <a:lnSpc>
                <a:spcPct val="90000"/>
              </a:lnSpc>
              <a:spcBef>
                <a:spcPts val="1000"/>
              </a:spcBef>
              <a:buNone/>
            </a:pPr>
            <a:r>
              <a:rPr lang="en-US" dirty="0"/>
              <a:t>(Iranian Film Festival, Czech Republic Film Festival, Hungarian Film Festival, Korean Film Festival, </a:t>
            </a:r>
            <a:r>
              <a:rPr lang="en-US" dirty="0" err="1"/>
              <a:t>etc</a:t>
            </a:r>
            <a:r>
              <a:rPr lang="en-US" dirty="0"/>
              <a:t>)</a:t>
            </a:r>
          </a:p>
          <a:p>
            <a:pPr marL="182880" indent="-182880" algn="just">
              <a:lnSpc>
                <a:spcPct val="90000"/>
              </a:lnSpc>
              <a:spcBef>
                <a:spcPts val="1000"/>
              </a:spcBef>
              <a:buAutoNum type="alphaLcParenR" startAt="3"/>
            </a:pPr>
            <a:endParaRPr lang="en-US" dirty="0"/>
          </a:p>
          <a:p>
            <a:pPr marL="342900" indent="-342900" algn="just">
              <a:lnSpc>
                <a:spcPct val="90000"/>
              </a:lnSpc>
              <a:spcBef>
                <a:spcPts val="1000"/>
              </a:spcBef>
              <a:buFont typeface="+mj-lt"/>
              <a:buAutoNum type="alphaLcParenR"/>
            </a:pPr>
            <a:r>
              <a:rPr lang="en-US" sz="1800" b="1" u="sng" dirty="0"/>
              <a:t>CATEGORY 1 – “FREE TO PUBLIC”  FORMAT</a:t>
            </a:r>
          </a:p>
          <a:p>
            <a:pPr marL="182880" indent="-182880" algn="just">
              <a:lnSpc>
                <a:spcPct val="90000"/>
              </a:lnSpc>
              <a:spcBef>
                <a:spcPts val="1000"/>
              </a:spcBef>
            </a:pPr>
            <a:r>
              <a:rPr lang="en-US" dirty="0"/>
              <a:t>Recommended for first time film festival in Malaysia, to get initial buy-in/awareness</a:t>
            </a:r>
          </a:p>
          <a:p>
            <a:pPr marL="182880" indent="-182880" algn="just">
              <a:lnSpc>
                <a:spcPct val="90000"/>
              </a:lnSpc>
              <a:spcBef>
                <a:spcPts val="1000"/>
              </a:spcBef>
            </a:pPr>
            <a:r>
              <a:rPr lang="en-US" dirty="0"/>
              <a:t>Main </a:t>
            </a:r>
            <a:r>
              <a:rPr lang="en-US" dirty="0" err="1"/>
              <a:t>organisers</a:t>
            </a:r>
            <a:r>
              <a:rPr lang="en-US" dirty="0"/>
              <a:t>/Embassies to pay for hall rental at special distributor rates (subject to hall booking &amp; availability)</a:t>
            </a:r>
          </a:p>
          <a:p>
            <a:pPr marL="182880" indent="-182880" algn="just">
              <a:lnSpc>
                <a:spcPct val="90000"/>
              </a:lnSpc>
              <a:spcBef>
                <a:spcPts val="1000"/>
              </a:spcBef>
            </a:pPr>
            <a:r>
              <a:rPr lang="en-US" dirty="0"/>
              <a:t>GSC will review Film Festival movie selection and avoid overlapping of film festival at participating cinemas within same period. Minimum – 5 titles</a:t>
            </a:r>
          </a:p>
          <a:p>
            <a:pPr marL="182880" indent="-182880" algn="just">
              <a:lnSpc>
                <a:spcPct val="90000"/>
              </a:lnSpc>
              <a:spcBef>
                <a:spcPts val="1000"/>
              </a:spcBef>
            </a:pPr>
            <a:r>
              <a:rPr lang="en-US" dirty="0"/>
              <a:t>Sponsorship of GSC MV Hall (130 seats and below, morning session 10am-2pm) (2 sessions to include a movie preview screening)</a:t>
            </a:r>
          </a:p>
          <a:p>
            <a:pPr marL="182880" indent="-182880" algn="just">
              <a:lnSpc>
                <a:spcPct val="90000"/>
              </a:lnSpc>
              <a:spcBef>
                <a:spcPts val="1000"/>
              </a:spcBef>
            </a:pPr>
            <a:r>
              <a:rPr lang="en-US" dirty="0"/>
              <a:t>Film Festival button production- design by organizer, production cost by GSC</a:t>
            </a:r>
          </a:p>
          <a:p>
            <a:pPr marL="182880" indent="-182880" algn="just">
              <a:lnSpc>
                <a:spcPct val="90000"/>
              </a:lnSpc>
              <a:spcBef>
                <a:spcPts val="1000"/>
              </a:spcBef>
            </a:pPr>
            <a:r>
              <a:rPr lang="en-US" dirty="0"/>
              <a:t>Exposure in GSC digital channels –website, social media, in participating cinemas</a:t>
            </a:r>
          </a:p>
          <a:p>
            <a:pPr marL="182880" indent="-182880" algn="just">
              <a:lnSpc>
                <a:spcPct val="90000"/>
              </a:lnSpc>
              <a:spcBef>
                <a:spcPts val="1000"/>
              </a:spcBef>
            </a:pPr>
            <a:r>
              <a:rPr lang="en-US" dirty="0"/>
              <a:t>GSC Facebook boosting – Film Festival trailer/posters (range RM2k), to review duration of Film festival, no of titles, no of participating GSC locations/regions, </a:t>
            </a:r>
            <a:r>
              <a:rPr lang="en-US" dirty="0" err="1"/>
              <a:t>etc</a:t>
            </a:r>
            <a:endParaRPr lang="en-US" dirty="0"/>
          </a:p>
          <a:p>
            <a:endParaRPr lang="en-US" dirty="0"/>
          </a:p>
        </p:txBody>
      </p:sp>
    </p:spTree>
    <p:extLst>
      <p:ext uri="{BB962C8B-B14F-4D97-AF65-F5344CB8AC3E}">
        <p14:creationId xmlns:p14="http://schemas.microsoft.com/office/powerpoint/2010/main" val="2439006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86704"/>
            <a:ext cx="8838063" cy="866586"/>
          </a:xfrm>
        </p:spPr>
        <p:txBody>
          <a:bodyPr/>
          <a:lstStyle/>
          <a:p>
            <a:r>
              <a:rPr lang="en-MY" b="0" dirty="0">
                <a:solidFill>
                  <a:srgbClr val="000000"/>
                </a:solidFill>
              </a:rPr>
              <a:t>Film Festival Category 2</a:t>
            </a:r>
            <a:br>
              <a:rPr lang="en-MY" b="0" dirty="0">
                <a:solidFill>
                  <a:srgbClr val="000000"/>
                </a:solidFill>
              </a:rPr>
            </a:br>
            <a:endParaRPr lang="en-US" dirty="0"/>
          </a:p>
        </p:txBody>
      </p:sp>
      <p:sp>
        <p:nvSpPr>
          <p:cNvPr id="3" name="Content Placeholder 2"/>
          <p:cNvSpPr>
            <a:spLocks noGrp="1"/>
          </p:cNvSpPr>
          <p:nvPr>
            <p:ph idx="1"/>
          </p:nvPr>
        </p:nvSpPr>
        <p:spPr>
          <a:xfrm>
            <a:off x="831850" y="1721811"/>
            <a:ext cx="11111334" cy="4830977"/>
          </a:xfrm>
        </p:spPr>
        <p:txBody>
          <a:bodyPr/>
          <a:lstStyle/>
          <a:p>
            <a:pPr marL="182880" indent="-182880" algn="just">
              <a:lnSpc>
                <a:spcPct val="90000"/>
              </a:lnSpc>
              <a:spcBef>
                <a:spcPts val="1000"/>
              </a:spcBef>
              <a:buNone/>
            </a:pPr>
            <a:r>
              <a:rPr lang="en-US" dirty="0"/>
              <a:t>(2018 15</a:t>
            </a:r>
            <a:r>
              <a:rPr lang="en-US" baseline="30000" dirty="0"/>
              <a:t>th</a:t>
            </a:r>
            <a:r>
              <a:rPr lang="en-US" dirty="0"/>
              <a:t> Japan Film Festival, 19</a:t>
            </a:r>
            <a:r>
              <a:rPr lang="en-US" baseline="30000" dirty="0"/>
              <a:t>th</a:t>
            </a:r>
            <a:r>
              <a:rPr lang="en-US" dirty="0"/>
              <a:t> European Film Festival )</a:t>
            </a:r>
          </a:p>
          <a:p>
            <a:pPr marL="182880" indent="-182880" algn="just">
              <a:lnSpc>
                <a:spcPct val="90000"/>
              </a:lnSpc>
              <a:spcBef>
                <a:spcPts val="1000"/>
              </a:spcBef>
            </a:pPr>
            <a:endParaRPr lang="en-US" dirty="0"/>
          </a:p>
          <a:p>
            <a:pPr marL="342900" indent="-342900" algn="just">
              <a:lnSpc>
                <a:spcPct val="90000"/>
              </a:lnSpc>
              <a:spcBef>
                <a:spcPts val="1000"/>
              </a:spcBef>
              <a:buFont typeface="+mj-lt"/>
              <a:buAutoNum type="alphaLcParenR" startAt="2"/>
            </a:pPr>
            <a:r>
              <a:rPr lang="en-US" sz="1800" b="1" u="sng" dirty="0"/>
              <a:t>CATEGORY 2 – Special discounted FF ticket pricing (JFF/EUFF) since 2004</a:t>
            </a:r>
          </a:p>
          <a:p>
            <a:pPr marL="182880" indent="-182880" algn="just">
              <a:lnSpc>
                <a:spcPct val="90000"/>
              </a:lnSpc>
              <a:spcBef>
                <a:spcPts val="1000"/>
              </a:spcBef>
            </a:pPr>
            <a:r>
              <a:rPr lang="en-US" b="1" dirty="0"/>
              <a:t>Discounted ticket pricing for general public </a:t>
            </a:r>
            <a:r>
              <a:rPr lang="en-US" dirty="0" err="1"/>
              <a:t>ie</a:t>
            </a:r>
            <a:r>
              <a:rPr lang="en-US" dirty="0"/>
              <a:t> 2018 RM8.50 for JFF &amp; EUFF</a:t>
            </a:r>
          </a:p>
          <a:p>
            <a:pPr marL="182880" indent="-182880" algn="just">
              <a:lnSpc>
                <a:spcPct val="90000"/>
              </a:lnSpc>
              <a:spcBef>
                <a:spcPts val="1000"/>
              </a:spcBef>
            </a:pPr>
            <a:r>
              <a:rPr lang="en-US" dirty="0"/>
              <a:t>Main organizer/Embassy waives ticket share to enable a lower ticket for public to drive more admission. Net ticket price (after tax goes to GSC). </a:t>
            </a:r>
          </a:p>
          <a:p>
            <a:pPr marL="182880" indent="-182880" algn="just">
              <a:lnSpc>
                <a:spcPct val="90000"/>
              </a:lnSpc>
              <a:spcBef>
                <a:spcPts val="1000"/>
              </a:spcBef>
            </a:pPr>
            <a:r>
              <a:rPr lang="en-US" dirty="0"/>
              <a:t>GSC will review Film Festival movie selection and avoid overlapping of film festival at participating cinemas within same period. Min 10 – 20 titles.</a:t>
            </a:r>
          </a:p>
          <a:p>
            <a:pPr marL="182880" indent="-182880" algn="just">
              <a:lnSpc>
                <a:spcPct val="90000"/>
              </a:lnSpc>
              <a:spcBef>
                <a:spcPts val="1000"/>
              </a:spcBef>
            </a:pPr>
            <a:r>
              <a:rPr lang="en-US" dirty="0"/>
              <a:t>Sponsorship of GSC MV Hall (130 seats and below, morning session 10 am-2pm) (2 sessions to include a movie preview screening)</a:t>
            </a:r>
          </a:p>
          <a:p>
            <a:pPr marL="182880" indent="-182880" algn="just">
              <a:lnSpc>
                <a:spcPct val="90000"/>
              </a:lnSpc>
              <a:spcBef>
                <a:spcPts val="1000"/>
              </a:spcBef>
            </a:pPr>
            <a:r>
              <a:rPr lang="en-US" dirty="0"/>
              <a:t>Min locations – 3-4 regions (</a:t>
            </a:r>
            <a:r>
              <a:rPr lang="en-US" dirty="0" err="1"/>
              <a:t>Klang</a:t>
            </a:r>
            <a:r>
              <a:rPr lang="en-US" dirty="0"/>
              <a:t> Valley, Penang, Johor </a:t>
            </a:r>
            <a:r>
              <a:rPr lang="en-US" dirty="0" err="1"/>
              <a:t>Bahru</a:t>
            </a:r>
            <a:r>
              <a:rPr lang="en-US" dirty="0"/>
              <a:t>, East Malaysia)</a:t>
            </a:r>
          </a:p>
          <a:p>
            <a:pPr marL="182880" indent="-182880" algn="just">
              <a:lnSpc>
                <a:spcPct val="90000"/>
              </a:lnSpc>
              <a:spcBef>
                <a:spcPts val="1000"/>
              </a:spcBef>
            </a:pPr>
            <a:r>
              <a:rPr lang="en-US" dirty="0"/>
              <a:t>Film Festival button production- design by organizer, production cost by GSC</a:t>
            </a:r>
          </a:p>
          <a:p>
            <a:pPr marL="182880" indent="-182880" algn="just">
              <a:lnSpc>
                <a:spcPct val="90000"/>
              </a:lnSpc>
              <a:spcBef>
                <a:spcPts val="1000"/>
              </a:spcBef>
            </a:pPr>
            <a:r>
              <a:rPr lang="en-US" dirty="0"/>
              <a:t>Exposure in GSC digital channels– website, social media, in participating cinemas</a:t>
            </a:r>
          </a:p>
          <a:p>
            <a:pPr marL="182880" indent="-182880" algn="just">
              <a:lnSpc>
                <a:spcPct val="90000"/>
              </a:lnSpc>
              <a:spcBef>
                <a:spcPts val="1000"/>
              </a:spcBef>
            </a:pPr>
            <a:r>
              <a:rPr lang="en-US" dirty="0"/>
              <a:t>GSC Facebook boosting – Film Festival trailer/posters (range RM3.5k), to review duration of Film festival, no of titles, no of participating GSC locations/regions, </a:t>
            </a:r>
            <a:r>
              <a:rPr lang="en-US" dirty="0" err="1"/>
              <a:t>etc</a:t>
            </a:r>
            <a:endParaRPr lang="en-US" dirty="0"/>
          </a:p>
        </p:txBody>
      </p:sp>
    </p:spTree>
    <p:extLst>
      <p:ext uri="{BB962C8B-B14F-4D97-AF65-F5344CB8AC3E}">
        <p14:creationId xmlns:p14="http://schemas.microsoft.com/office/powerpoint/2010/main" val="1982030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86704"/>
            <a:ext cx="8838063" cy="866586"/>
          </a:xfrm>
        </p:spPr>
        <p:txBody>
          <a:bodyPr/>
          <a:lstStyle/>
          <a:p>
            <a:r>
              <a:rPr lang="en-MY" b="0" dirty="0">
                <a:solidFill>
                  <a:srgbClr val="000000"/>
                </a:solidFill>
              </a:rPr>
              <a:t>Film Festival Category 3</a:t>
            </a:r>
            <a:br>
              <a:rPr lang="en-MY" b="0" dirty="0">
                <a:solidFill>
                  <a:srgbClr val="000000"/>
                </a:solidFill>
              </a:rPr>
            </a:br>
            <a:endParaRPr lang="en-US" dirty="0"/>
          </a:p>
        </p:txBody>
      </p:sp>
      <p:sp>
        <p:nvSpPr>
          <p:cNvPr id="3" name="Content Placeholder 2"/>
          <p:cNvSpPr>
            <a:spLocks noGrp="1"/>
          </p:cNvSpPr>
          <p:nvPr>
            <p:ph idx="1"/>
          </p:nvPr>
        </p:nvSpPr>
        <p:spPr>
          <a:xfrm>
            <a:off x="831850" y="1721811"/>
            <a:ext cx="11111334" cy="4830977"/>
          </a:xfrm>
        </p:spPr>
        <p:txBody>
          <a:bodyPr/>
          <a:lstStyle/>
          <a:p>
            <a:pPr marL="182880" indent="-182880" algn="just">
              <a:lnSpc>
                <a:spcPct val="90000"/>
              </a:lnSpc>
              <a:spcBef>
                <a:spcPts val="1000"/>
              </a:spcBef>
              <a:buNone/>
            </a:pPr>
            <a:r>
              <a:rPr lang="en-US" dirty="0"/>
              <a:t>(2018  17</a:t>
            </a:r>
            <a:r>
              <a:rPr lang="en-US" baseline="30000" dirty="0"/>
              <a:t>th</a:t>
            </a:r>
            <a:r>
              <a:rPr lang="en-US" dirty="0"/>
              <a:t> French Film Festival in PKL, MV, 1U, GPP, PJB, KK )</a:t>
            </a:r>
          </a:p>
          <a:p>
            <a:pPr marL="182880" indent="-182880" algn="just">
              <a:lnSpc>
                <a:spcPct val="90000"/>
              </a:lnSpc>
              <a:spcBef>
                <a:spcPts val="1000"/>
              </a:spcBef>
            </a:pPr>
            <a:endParaRPr lang="en-US" dirty="0"/>
          </a:p>
          <a:p>
            <a:pPr marL="342900" indent="-342900" algn="just">
              <a:lnSpc>
                <a:spcPct val="90000"/>
              </a:lnSpc>
              <a:spcBef>
                <a:spcPts val="1000"/>
              </a:spcBef>
              <a:buFont typeface="+mj-lt"/>
              <a:buAutoNum type="alphaLcParenR" startAt="3"/>
            </a:pPr>
            <a:r>
              <a:rPr lang="en-US" sz="1800" b="1" u="sng" dirty="0"/>
              <a:t>CATEGORY 3 – based Prevailing GSC ticket pricing (FFF) since 2002</a:t>
            </a:r>
          </a:p>
          <a:p>
            <a:pPr marL="182880" indent="-182880" algn="just">
              <a:lnSpc>
                <a:spcPct val="90000"/>
              </a:lnSpc>
              <a:spcBef>
                <a:spcPts val="1000"/>
              </a:spcBef>
            </a:pPr>
            <a:r>
              <a:rPr lang="en-US" b="1" dirty="0"/>
              <a:t>Film Festival ticket pricing will be based on prevailing GSC ticket pricing .</a:t>
            </a:r>
            <a:endParaRPr lang="en-US" dirty="0"/>
          </a:p>
          <a:p>
            <a:pPr marL="182880" indent="-182880" algn="just">
              <a:lnSpc>
                <a:spcPct val="90000"/>
              </a:lnSpc>
              <a:spcBef>
                <a:spcPts val="1000"/>
              </a:spcBef>
            </a:pPr>
            <a:r>
              <a:rPr lang="en-US" dirty="0"/>
              <a:t>Main organizer/Embassy and GSC will agree on a 50/50 net ticket sharing (minus entertainment tax).</a:t>
            </a:r>
          </a:p>
          <a:p>
            <a:pPr marL="182880" indent="-182880" algn="just">
              <a:lnSpc>
                <a:spcPct val="90000"/>
              </a:lnSpc>
              <a:spcBef>
                <a:spcPts val="1000"/>
              </a:spcBef>
            </a:pPr>
            <a:r>
              <a:rPr lang="en-US" dirty="0"/>
              <a:t>GSC will review Film Festival movie selection and avoid overlapping of film festival at participating cinemas within same period. Min 10 – 20 titles.</a:t>
            </a:r>
          </a:p>
          <a:p>
            <a:pPr marL="182880" indent="-182880" algn="just">
              <a:lnSpc>
                <a:spcPct val="90000"/>
              </a:lnSpc>
              <a:spcBef>
                <a:spcPts val="1000"/>
              </a:spcBef>
            </a:pPr>
            <a:r>
              <a:rPr lang="en-US" dirty="0"/>
              <a:t>Sponsorship of GSC MV Hall (130 seats and below, morning session 10 am-2pm) (2 sessions to include a movie preview screening)</a:t>
            </a:r>
          </a:p>
          <a:p>
            <a:pPr marL="182880" indent="-182880" algn="just">
              <a:lnSpc>
                <a:spcPct val="90000"/>
              </a:lnSpc>
              <a:spcBef>
                <a:spcPts val="1000"/>
              </a:spcBef>
            </a:pPr>
            <a:r>
              <a:rPr lang="en-US" dirty="0"/>
              <a:t>Min locations – 3-4 regions (</a:t>
            </a:r>
            <a:r>
              <a:rPr lang="en-US" dirty="0" err="1"/>
              <a:t>Klang</a:t>
            </a:r>
            <a:r>
              <a:rPr lang="en-US" dirty="0"/>
              <a:t> Valley, Penang, Johor </a:t>
            </a:r>
            <a:r>
              <a:rPr lang="en-US" dirty="0" err="1"/>
              <a:t>Bahru</a:t>
            </a:r>
            <a:r>
              <a:rPr lang="en-US" dirty="0"/>
              <a:t>, East Malaysia)</a:t>
            </a:r>
          </a:p>
          <a:p>
            <a:pPr marL="182880" indent="-182880" algn="just">
              <a:lnSpc>
                <a:spcPct val="90000"/>
              </a:lnSpc>
              <a:spcBef>
                <a:spcPts val="1000"/>
              </a:spcBef>
            </a:pPr>
            <a:r>
              <a:rPr lang="en-US" dirty="0"/>
              <a:t>Film Festival button production- design by organizer, production cost by GSC</a:t>
            </a:r>
          </a:p>
          <a:p>
            <a:pPr marL="182880" indent="-182880" algn="just">
              <a:lnSpc>
                <a:spcPct val="90000"/>
              </a:lnSpc>
              <a:spcBef>
                <a:spcPts val="1000"/>
              </a:spcBef>
            </a:pPr>
            <a:r>
              <a:rPr lang="en-US" dirty="0"/>
              <a:t>Exposure in GSC digital channels –website, social media, in participating cinemas</a:t>
            </a:r>
          </a:p>
          <a:p>
            <a:pPr marL="182880" indent="-182880" algn="just">
              <a:lnSpc>
                <a:spcPct val="90000"/>
              </a:lnSpc>
              <a:spcBef>
                <a:spcPts val="1000"/>
              </a:spcBef>
            </a:pPr>
            <a:r>
              <a:rPr lang="en-US" dirty="0"/>
              <a:t>GSC Facebook boosting – Film Festival trailer/posters (range RM3.5k), to review duration of Film festival, no of titles, no of participating GSC locations/regions, </a:t>
            </a:r>
            <a:r>
              <a:rPr lang="en-US" dirty="0" err="1"/>
              <a:t>etc</a:t>
            </a:r>
            <a:endParaRPr lang="en-US" dirty="0"/>
          </a:p>
        </p:txBody>
      </p:sp>
    </p:spTree>
    <p:extLst>
      <p:ext uri="{BB962C8B-B14F-4D97-AF65-F5344CB8AC3E}">
        <p14:creationId xmlns:p14="http://schemas.microsoft.com/office/powerpoint/2010/main" val="3319953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4907AA4-FFFB-459B-9E50-867730AA9D93}"/>
              </a:ext>
            </a:extLst>
          </p:cNvPr>
          <p:cNvPicPr>
            <a:picLocks noChangeAspect="1"/>
          </p:cNvPicPr>
          <p:nvPr/>
        </p:nvPicPr>
        <p:blipFill>
          <a:blip r:embed="rId2"/>
          <a:stretch>
            <a:fillRect/>
          </a:stretch>
        </p:blipFill>
        <p:spPr>
          <a:xfrm>
            <a:off x="0" y="0"/>
            <a:ext cx="12192000" cy="6802422"/>
          </a:xfrm>
          <a:prstGeom prst="rect">
            <a:avLst/>
          </a:prstGeom>
        </p:spPr>
      </p:pic>
    </p:spTree>
    <p:extLst>
      <p:ext uri="{BB962C8B-B14F-4D97-AF65-F5344CB8AC3E}">
        <p14:creationId xmlns:p14="http://schemas.microsoft.com/office/powerpoint/2010/main" val="3354094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2088898"/>
      </p:ext>
    </p:extLst>
  </p:cSld>
  <p:clrMapOvr>
    <a:masterClrMapping/>
  </p:clrMapOvr>
</p:sld>
</file>

<file path=ppt/theme/theme1.xml><?xml version="1.0" encoding="utf-8"?>
<a:theme xmlns:a="http://schemas.openxmlformats.org/drawingml/2006/main" name="GSC 2019 Theme">
  <a:themeElements>
    <a:clrScheme name="GSC 2019">
      <a:dk1>
        <a:srgbClr val="393738"/>
      </a:dk1>
      <a:lt1>
        <a:sysClr val="window" lastClr="FFFFFF"/>
      </a:lt1>
      <a:dk2>
        <a:srgbClr val="242122"/>
      </a:dk2>
      <a:lt2>
        <a:srgbClr val="FFEC00"/>
      </a:lt2>
      <a:accent1>
        <a:srgbClr val="000000"/>
      </a:accent1>
      <a:accent2>
        <a:srgbClr val="FF0000"/>
      </a:accent2>
      <a:accent3>
        <a:srgbClr val="FFCC00"/>
      </a:accent3>
      <a:accent4>
        <a:srgbClr val="66FF33"/>
      </a:accent4>
      <a:accent5>
        <a:srgbClr val="006699"/>
      </a:accent5>
      <a:accent6>
        <a:srgbClr val="7030A0"/>
      </a:accent6>
      <a:hlink>
        <a:srgbClr val="0563C1"/>
      </a:hlink>
      <a:folHlink>
        <a:srgbClr val="FF0000"/>
      </a:folHlink>
    </a:clrScheme>
    <a:fontScheme name="Montserrat">
      <a:majorFont>
        <a:latin typeface="Montserrat ExtraBold"/>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SC 2019 PowerPoint Template" id="{FB272509-2FE2-4C5B-BE11-B7C184DA7DE8}" vid="{0B580C18-9FB8-46F8-905E-2BCCB96ABD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C2E59CF57AFD74A935446867C711183" ma:contentTypeVersion="1" ma:contentTypeDescription="Create a new document." ma:contentTypeScope="" ma:versionID="a9d03584f72f9b0dfcc0918c03cfe0c0">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B66722-AAE4-4816-AE6D-DA85C72BF184}">
  <ds:schemaRefs>
    <ds:schemaRef ds:uri="http://schemas.microsoft.com/sharepoint/v3/contenttype/forms"/>
  </ds:schemaRefs>
</ds:datastoreItem>
</file>

<file path=customXml/itemProps2.xml><?xml version="1.0" encoding="utf-8"?>
<ds:datastoreItem xmlns:ds="http://schemas.openxmlformats.org/officeDocument/2006/customXml" ds:itemID="{624AF5E7-5BBF-478B-A98A-65B437089F78}">
  <ds:schemaRefs>
    <ds:schemaRef ds:uri="http://purl.org/dc/elements/1.1/"/>
    <ds:schemaRef ds:uri="http://www.w3.org/XML/1998/namespace"/>
    <ds:schemaRef ds:uri="http://schemas.microsoft.com/office/2006/documentManagement/types"/>
    <ds:schemaRef ds:uri="http://purl.org/dc/terms/"/>
    <ds:schemaRef ds:uri="http://purl.org/dc/dcmityp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FD5581B7-AEA0-4BA4-942F-3F3C8F613A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GSC 2019 PowerPoint Template</Template>
  <TotalTime>682</TotalTime>
  <Words>2486</Words>
  <Application>Microsoft Office PowerPoint</Application>
  <PresentationFormat>Widescreen</PresentationFormat>
  <Paragraphs>170</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Montserrat</vt:lpstr>
      <vt:lpstr>Montserrat ExtraBold</vt:lpstr>
      <vt:lpstr>Wingdings</vt:lpstr>
      <vt:lpstr>GSC 2019 Theme</vt:lpstr>
      <vt:lpstr>FILM FESTIVAL GUIDELINES  IN GSC CIRCUIT</vt:lpstr>
      <vt:lpstr>BACKGROUND INFO- FILM FESTIVALS IN GSC CIRCUIT </vt:lpstr>
      <vt:lpstr>PowerPoint Presentation</vt:lpstr>
      <vt:lpstr>Key Role -Main Organisers Embassies/Cultural Arms for Film Festivals </vt:lpstr>
      <vt:lpstr>Key Role  - GSC  for  Film Festivals </vt:lpstr>
      <vt:lpstr>GUIDELINES FOR FILM FESTIVALS IN GSC CIRCUIT </vt:lpstr>
      <vt:lpstr>GUIDELINES FOR FILM FESTIVALS IN GSC CIRCUIT </vt:lpstr>
      <vt:lpstr>GUIDELINES FOR FILM FESTIVALS IN GSC CIRCUIT </vt:lpstr>
      <vt:lpstr>GUIDELINES FOR FILM FESTIVALS IN GSC CIRCUIT </vt:lpstr>
      <vt:lpstr>GUIDELINES FOR FILM FESTIVALS IN GSC CIRCUIT </vt:lpstr>
      <vt:lpstr>GUIDELINES FOR FILM FESTIVALS IN GSC CIRCUIT </vt:lpstr>
      <vt:lpstr>GUIDELINES FOR FILM FESTIVALS IN GSC CIRCUIT </vt:lpstr>
      <vt:lpstr>GUIDELINES FOR FILM FESTIVALS IN GSC CIRCUIT </vt:lpstr>
      <vt:lpstr>GUIDELINES FOR FILM FESTIVALS IN GSC CIRCUIT </vt:lpstr>
      <vt:lpstr>GUIDELINES FOR FILM FESTIVALS IN GSC CIRCUIT </vt:lpstr>
      <vt:lpstr>FILM FESTIVAL CATEGORY </vt:lpstr>
      <vt:lpstr>Film Festival Category 1 </vt:lpstr>
      <vt:lpstr>Film Festival Category 2 </vt:lpstr>
      <vt:lpstr>Film Festival Category 3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FILM FESTIVAL GUIDELINES  IN GSC CIRCUIT</dc:title>
  <dc:creator>User</dc:creator>
  <cp:lastModifiedBy>Tan Gaik Lian</cp:lastModifiedBy>
  <cp:revision>32</cp:revision>
  <dcterms:created xsi:type="dcterms:W3CDTF">2019-08-13T06:10:13Z</dcterms:created>
  <dcterms:modified xsi:type="dcterms:W3CDTF">2019-09-10T02:50:21Z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0x0101000C2E59CF57AFD74A935446867C711183</vt:lpwstr>
  </property>
</Properties>
</file>